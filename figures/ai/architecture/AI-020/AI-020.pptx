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8ec4b010c74e00" /><Relationship Type="http://schemas.openxmlformats.org/officeDocument/2006/relationships/extended-properties" Target="/docProps/app.xml" Id="Rf2c30276c67245d0" /><Relationship Type="http://schemas.openxmlformats.org/officeDocument/2006/relationships/officeDocument" Target="/ppt/presentation.xml" Id="Rbf5075b1d10844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571d17101e447e"/>
  </p:sldMasterIdLst>
  <p:notesMasterIdLst>
    <p:notesMasterId xmlns:r="http://schemas.openxmlformats.org/officeDocument/2006/relationships" r:id="R5fab553bd81c4de3"/>
  </p:notesMasterIdLst>
  <p:sldIdLst>
    <p:sldId xmlns:r="http://schemas.openxmlformats.org/officeDocument/2006/relationships" id="256" r:id="R8fc751f4ecc94a51"/>
  </p:sldIdLst>
  <p:sldSz cx="13401675" cy="44005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85307354924878" /><Relationship Type="http://schemas.openxmlformats.org/officeDocument/2006/relationships/slideMaster" Target="/ppt/slideMasters/slideMaster1.xml" Id="Rdf571d17101e447e" /><Relationship Type="http://schemas.openxmlformats.org/officeDocument/2006/relationships/notesMaster" Target="/ppt/notesMasters/notesMaster1.xml" Id="R5fab553bd81c4de3" /><Relationship Type="http://schemas.openxmlformats.org/officeDocument/2006/relationships/presProps" Target="/ppt/presProps.xml" Id="R61d206813fbc43d3" /><Relationship Type="http://schemas.openxmlformats.org/officeDocument/2006/relationships/tableStyles" Target="/ppt/tableStyles.xml" Id="Re634367de811462a" /><Relationship Type="http://schemas.openxmlformats.org/officeDocument/2006/relationships/slide" Target="/ppt/slides/slide1.xml" Id="R8fc751f4ecc94a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fe613d2a3845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91e7bbafa44bdd" /><Relationship Type="http://schemas.openxmlformats.org/officeDocument/2006/relationships/notesMaster" Target="/ppt/notesMasters/notesMaster1.xml" Id="R4b93ed4679a440c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素材ID：AI-020</ns1:t>
            </ns1:r>
          </ns1:p>
          <ns1:p>
            <ns1:r>
              <ns1:t>论文：Generative Image Dynamics</ns1:t>
            </ns1:r>
          </ns1:p>
          <ns1:p>
            <ns1:r>
              <ns1:t>会议：CVPR 2024</ns1:t>
            </ns1:r>
          </ns1:p>
          <ns1:p>
            <ns1:r>
              <ns1:t>奖项：Best Paper</ns1:t>
            </ns1:r>
          </ns1:p>
          <ns1:p>
            <ns1:r>
              <ns1:t>图号：Figure 3，PDF第4页</ns1:t>
            </ns1:r>
          </ns1:p>
          <ns1:p>
            <ns1:r>
              <ns1:t>类型：系统架构</ns1:t>
            </ns1:r>
          </ns1:p>
          <ns1:p>
            <ns1:r>
              <ns1:t>借鉴点：左侧训练/推理分支、中央三维U形网络、右侧频率注意力放大，适合高维表示生成的说明。</ns1:t>
            </ns1:r>
          </ns1:p>
          <ns1:p>
            <ns1:r>
              <ns1:t>论文URL：https://openaccess.thecvf.com/content/CVPR2024/html/Li_Generative_Image_Dynamics_CVPR_2024_paper.html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28b7b0b7654d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a9942f81b694d04" /><Relationship Type="http://schemas.openxmlformats.org/officeDocument/2006/relationships/slideLayout" Target="/ppt/slideLayouts/slideLayout1.xml" Id="Re12f20d6992347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f20d6992347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622ba04ba4581" /><Relationship Type="http://schemas.openxmlformats.org/officeDocument/2006/relationships/image" Target="/ppt/media/image.png" Id="R81484449ada34bcc" /><Relationship Type="http://schemas.openxmlformats.org/officeDocument/2006/relationships/image" Target="/ppt/media/image2.png" Id="R8dae1d3eb95d4f68" /><Relationship Type="http://schemas.openxmlformats.org/officeDocument/2006/relationships/image" Target="/ppt/media/image3.png" Id="Raaf48b7125ad4ae7" /><Relationship Type="http://schemas.openxmlformats.org/officeDocument/2006/relationships/image" Target="/ppt/media/image4.png" Id="Rb01181af640c4df2" /><Relationship Type="http://schemas.openxmlformats.org/officeDocument/2006/relationships/image" Target="/ppt/media/image5.png" Id="R970ba32102d445f8" /><Relationship Type="http://schemas.openxmlformats.org/officeDocument/2006/relationships/image" Target="/ppt/media/image6.png" Id="R5e1101cec49844ff" /><Relationship Type="http://schemas.openxmlformats.org/officeDocument/2006/relationships/image" Target="/ppt/media/image7.png" Id="Rde1ce8eb83ed4eab" /><Relationship Type="http://schemas.openxmlformats.org/officeDocument/2006/relationships/image" Target="/ppt/media/image8.png" Id="Ra70a0e1adc4d4c8d" /><Relationship Type="http://schemas.openxmlformats.org/officeDocument/2006/relationships/image" Target="/ppt/media/image9.png" Id="R3ce37097efae4b6e" /><Relationship Type="http://schemas.openxmlformats.org/officeDocument/2006/relationships/image" Target="/ppt/media/image10.png" Id="R67411f08418a43d3" /><Relationship Type="http://schemas.openxmlformats.org/officeDocument/2006/relationships/image" Target="/ppt/media/image11.png" Id="R236b189a66d74f6d" /><Relationship Type="http://schemas.openxmlformats.org/officeDocument/2006/relationships/image" Target="/ppt/media/image12.png" Id="R7380aa75c5c34eae" /><Relationship Type="http://schemas.openxmlformats.org/officeDocument/2006/relationships/image" Target="/ppt/media/image13.png" Id="R5701290b6e2b4be4" /><Relationship Type="http://schemas.openxmlformats.org/officeDocument/2006/relationships/image" Target="/ppt/media/image14.png" Id="R080793de6b5942a5" /><Relationship Type="http://schemas.openxmlformats.org/officeDocument/2006/relationships/image" Target="/ppt/media/image15.png" Id="Rfea10ecddbdf4c26" /><Relationship Type="http://schemas.openxmlformats.org/officeDocument/2006/relationships/image" Target="/ppt/media/image16.png" Id="R7fb08ca03ba24eca" /><Relationship Type="http://schemas.openxmlformats.org/officeDocument/2006/relationships/image" Target="/ppt/media/image17.png" Id="R67b199fa6b574a7c" /><Relationship Type="http://schemas.openxmlformats.org/officeDocument/2006/relationships/image" Target="/ppt/media/image18.png" Id="R01cf4f03e71e4fda" /><Relationship Type="http://schemas.openxmlformats.org/officeDocument/2006/relationships/image" Target="/ppt/media/image19.png" Id="Rbfefb8e8395b429a" /><Relationship Type="http://schemas.openxmlformats.org/officeDocument/2006/relationships/image" Target="/ppt/media/image20.png" Id="Rd447cc9c11a046fd" /><Relationship Type="http://schemas.openxmlformats.org/officeDocument/2006/relationships/image" Target="/ppt/media/image21.png" Id="R4b7a82e682774a55" /><Relationship Type="http://schemas.openxmlformats.org/officeDocument/2006/relationships/image" Target="/ppt/media/image22.png" Id="R102a500034504fb6" /><Relationship Type="http://schemas.openxmlformats.org/officeDocument/2006/relationships/image" Target="/ppt/media/image23.png" Id="Rd9bb95b3f6784d0d" /><Relationship Type="http://schemas.openxmlformats.org/officeDocument/2006/relationships/image" Target="/ppt/media/image24.png" Id="Rcf74a844aa304573" /><Relationship Type="http://schemas.openxmlformats.org/officeDocument/2006/relationships/image" Target="/ppt/media/image25.png" Id="R3a3ca557b8c74efa" /><Relationship Type="http://schemas.openxmlformats.org/officeDocument/2006/relationships/image" Target="/ppt/media/image26.png" Id="Rb7f6eec2e8e140c3" /><Relationship Type="http://schemas.openxmlformats.org/officeDocument/2006/relationships/notesSlide" Target="/ppt/notesSlides/notesSlide1.xml" Id="R6445b0a3ff1e446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939947-B96F-4AF1-BD9E-7C7DBC2BB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04"/>
            <a:ext cx="13365613" cy="4372046"/>
          </a:xfrm>
          <a:custGeom xmlns:a="http://schemas.openxmlformats.org/drawingml/2006/main">
            <a:pathLst>
              <a:path w="13365613" h="4372046">
                <a:moveTo>
                  <a:pt x="13365613" y="0"/>
                </a:moveTo>
                <a:lnTo>
                  <a:pt x="13365613" y="4372046"/>
                </a:lnTo>
                <a:lnTo>
                  <a:pt x="0" y="4372046"/>
                </a:lnTo>
                <a:lnTo>
                  <a:pt x="0" y="0"/>
                </a:lnTo>
                <a:lnTo>
                  <a:pt x="13365613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484449ada34bcc"/>
          <a:stretch xmlns:a="http://schemas.openxmlformats.org/drawingml/2006/main"/>
        </p:blipFill>
        <p:spPr>
          <a:xfrm xmlns:a="http://schemas.openxmlformats.org/drawingml/2006/main">
            <a:off x="8172558" y="2686122"/>
            <a:ext cx="1426951" cy="802660"/>
          </a:xfrm>
          <a:prstGeom xmlns:a="http://schemas.openxmlformats.org/drawingml/2006/main" prst="rect">
            <a:avLst/>
          </a:prstGeom>
        </p:spPr>
      </p:pic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379E6-1AF0-499B-917D-FBAE45D2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6910" y="2680523"/>
            <a:ext cx="1438249" cy="813858"/>
          </a:xfrm>
          <a:custGeom xmlns:a="http://schemas.openxmlformats.org/drawingml/2006/main">
            <a:pathLst>
              <a:path w="1438249" h="813858" fill="none">
                <a:moveTo>
                  <a:pt x="0" y="813858"/>
                </a:moveTo>
                <a:lnTo>
                  <a:pt x="1438249" y="813858"/>
                </a:lnTo>
                <a:lnTo>
                  <a:pt x="1438249" y="0"/>
                </a:lnTo>
                <a:lnTo>
                  <a:pt x="0" y="0"/>
                </a:lnTo>
                <a:lnTo>
                  <a:pt x="0" y="813858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e1d3eb95d4f68"/>
          <a:stretch xmlns:a="http://schemas.openxmlformats.org/drawingml/2006/main"/>
        </p:blipFill>
        <p:spPr>
          <a:xfrm xmlns:a="http://schemas.openxmlformats.org/drawingml/2006/main">
            <a:off x="8169174" y="193038"/>
            <a:ext cx="1430137" cy="804452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1B5E68-D71D-484C-8370-118C28FD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3326" y="187439"/>
            <a:ext cx="1441832" cy="815650"/>
          </a:xfrm>
          <a:custGeom xmlns:a="http://schemas.openxmlformats.org/drawingml/2006/main">
            <a:pathLst>
              <a:path w="1441832" h="815650" fill="none">
                <a:moveTo>
                  <a:pt x="0" y="815650"/>
                </a:moveTo>
                <a:lnTo>
                  <a:pt x="1441832" y="815650"/>
                </a:lnTo>
                <a:lnTo>
                  <a:pt x="1441832" y="0"/>
                </a:lnTo>
                <a:lnTo>
                  <a:pt x="0" y="0"/>
                </a:lnTo>
                <a:lnTo>
                  <a:pt x="0" y="815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f48b7125ad4ae7"/>
          <a:stretch xmlns:a="http://schemas.openxmlformats.org/drawingml/2006/main"/>
        </p:blipFill>
        <p:spPr>
          <a:xfrm xmlns:a="http://schemas.openxmlformats.org/drawingml/2006/main">
            <a:off x="7972739" y="382365"/>
            <a:ext cx="1430634" cy="804732"/>
          </a:xfrm>
          <a:prstGeom xmlns:a="http://schemas.openxmlformats.org/drawingml/2006/main" prst="rect">
            <a:avLst/>
          </a:prstGeom>
        </p:spPr>
      </p:pic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F423AD-4608-4BAD-8C53-C9A52AF1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7140" y="376458"/>
            <a:ext cx="1441832" cy="816546"/>
          </a:xfrm>
          <a:custGeom xmlns:a="http://schemas.openxmlformats.org/drawingml/2006/main">
            <a:pathLst>
              <a:path w="1441832" h="816546" fill="none">
                <a:moveTo>
                  <a:pt x="0" y="816546"/>
                </a:moveTo>
                <a:lnTo>
                  <a:pt x="1441832" y="816546"/>
                </a:lnTo>
                <a:lnTo>
                  <a:pt x="1441832" y="0"/>
                </a:lnTo>
                <a:lnTo>
                  <a:pt x="0" y="0"/>
                </a:lnTo>
                <a:lnTo>
                  <a:pt x="0" y="8165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181af640c4df2"/>
          <a:stretch xmlns:a="http://schemas.openxmlformats.org/drawingml/2006/main"/>
        </p:blipFill>
        <p:spPr>
          <a:xfrm xmlns:a="http://schemas.openxmlformats.org/drawingml/2006/main">
            <a:off x="8248903" y="1332529"/>
            <a:ext cx="1430136" cy="804452"/>
          </a:xfrm>
          <a:prstGeom xmlns:a="http://schemas.openxmlformats.org/drawingml/2006/main" prst="rect">
            <a:avLst/>
          </a:prstGeom>
        </p:spPr>
      </p:pic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BB5DA5-5A23-4385-92EF-0F543DF2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3055" y="1326930"/>
            <a:ext cx="1441833" cy="815650"/>
          </a:xfrm>
          <a:custGeom xmlns:a="http://schemas.openxmlformats.org/drawingml/2006/main">
            <a:pathLst>
              <a:path w="1441833" h="815650" fill="none">
                <a:moveTo>
                  <a:pt x="0" y="815650"/>
                </a:moveTo>
                <a:lnTo>
                  <a:pt x="1441833" y="815650"/>
                </a:lnTo>
                <a:lnTo>
                  <a:pt x="1441833" y="0"/>
                </a:lnTo>
                <a:lnTo>
                  <a:pt x="0" y="0"/>
                </a:lnTo>
                <a:lnTo>
                  <a:pt x="0" y="815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0ba32102d445f8"/>
          <a:stretch xmlns:a="http://schemas.openxmlformats.org/drawingml/2006/main"/>
        </p:blipFill>
        <p:spPr>
          <a:xfrm xmlns:a="http://schemas.openxmlformats.org/drawingml/2006/main">
            <a:off x="7977467" y="1567235"/>
            <a:ext cx="1430137" cy="804452"/>
          </a:xfrm>
          <a:prstGeom xmlns:a="http://schemas.openxmlformats.org/drawingml/2006/main" prst="rect">
            <a:avLst/>
          </a:prstGeom>
        </p:spPr>
      </p:pic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0FE012-BF36-42D7-A139-684FE12BC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1620" y="1561636"/>
            <a:ext cx="1441832" cy="815650"/>
          </a:xfrm>
          <a:custGeom xmlns:a="http://schemas.openxmlformats.org/drawingml/2006/main">
            <a:pathLst>
              <a:path w="1441832" h="815650" fill="none">
                <a:moveTo>
                  <a:pt x="0" y="815650"/>
                </a:moveTo>
                <a:lnTo>
                  <a:pt x="1441832" y="815650"/>
                </a:lnTo>
                <a:lnTo>
                  <a:pt x="1441832" y="0"/>
                </a:lnTo>
                <a:lnTo>
                  <a:pt x="0" y="0"/>
                </a:lnTo>
                <a:lnTo>
                  <a:pt x="0" y="815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1101cec49844ff"/>
          <a:stretch xmlns:a="http://schemas.openxmlformats.org/drawingml/2006/main"/>
        </p:blipFill>
        <p:spPr>
          <a:xfrm xmlns:a="http://schemas.openxmlformats.org/drawingml/2006/main">
            <a:off x="7990009" y="2859913"/>
            <a:ext cx="1430136" cy="804452"/>
          </a:xfrm>
          <a:prstGeom xmlns:a="http://schemas.openxmlformats.org/drawingml/2006/main" prst="rect">
            <a:avLst/>
          </a:prstGeom>
        </p:spPr>
      </p:pic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C74865-2113-4AEC-A32A-2B275A691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4161" y="2854313"/>
            <a:ext cx="1441832" cy="815650"/>
          </a:xfrm>
          <a:custGeom xmlns:a="http://schemas.openxmlformats.org/drawingml/2006/main">
            <a:pathLst>
              <a:path w="1441832" h="815650" fill="none">
                <a:moveTo>
                  <a:pt x="0" y="815650"/>
                </a:moveTo>
                <a:lnTo>
                  <a:pt x="1441832" y="815650"/>
                </a:lnTo>
                <a:lnTo>
                  <a:pt x="1441832" y="0"/>
                </a:lnTo>
                <a:lnTo>
                  <a:pt x="0" y="0"/>
                </a:lnTo>
                <a:lnTo>
                  <a:pt x="0" y="81565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sp>
        <p:nvSpPr>
          <p:cNvPr id="14" name="Text …">
            <a:extLst xmlns:a="http://schemas.openxmlformats.org/drawingml/2006/main">
              <a:ext uri="{FF2B5EF4-FFF2-40B4-BE49-F238E27FC236}">
                <a16:creationId xmlns:a16="http://schemas.microsoft.com/office/drawing/2014/main" id="{8467BE35-17BE-485E-ADE9-AAF9A7716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0388" y="2459102"/>
            <a:ext cx="39630" cy="158650"/>
          </a:xfrm>
          <a:custGeom xmlns:a="http://schemas.openxmlformats.org/drawingml/2006/main">
            <a:pathLst>
              <a:path w="39630" h="158650">
                <a:moveTo>
                  <a:pt x="20143" y="37005"/>
                </a:moveTo>
                <a:cubicBezTo>
                  <a:pt x="12157" y="37005"/>
                  <a:pt x="6803" y="35649"/>
                  <a:pt x="4080" y="32937"/>
                </a:cubicBezTo>
                <a:cubicBezTo>
                  <a:pt x="1360" y="30225"/>
                  <a:pt x="0" y="25370"/>
                  <a:pt x="0" y="18371"/>
                </a:cubicBezTo>
                <a:cubicBezTo>
                  <a:pt x="0" y="11460"/>
                  <a:pt x="1338" y="6671"/>
                  <a:pt x="4015" y="4002"/>
                </a:cubicBezTo>
                <a:cubicBezTo>
                  <a:pt x="6691" y="1334"/>
                  <a:pt x="11848" y="0"/>
                  <a:pt x="19487" y="0"/>
                </a:cubicBezTo>
                <a:cubicBezTo>
                  <a:pt x="27472" y="0"/>
                  <a:pt x="32825" y="1356"/>
                  <a:pt x="35545" y="4068"/>
                </a:cubicBezTo>
                <a:cubicBezTo>
                  <a:pt x="38268" y="6780"/>
                  <a:pt x="39630" y="11635"/>
                  <a:pt x="39630" y="18634"/>
                </a:cubicBezTo>
                <a:cubicBezTo>
                  <a:pt x="39630" y="25545"/>
                  <a:pt x="38292" y="30335"/>
                  <a:pt x="35615" y="33003"/>
                </a:cubicBezTo>
                <a:cubicBezTo>
                  <a:pt x="32939" y="35671"/>
                  <a:pt x="27781" y="37005"/>
                  <a:pt x="20143" y="37005"/>
                </a:cubicBezTo>
                <a:moveTo>
                  <a:pt x="20143" y="97894"/>
                </a:moveTo>
                <a:cubicBezTo>
                  <a:pt x="12157" y="97894"/>
                  <a:pt x="6803" y="96516"/>
                  <a:pt x="4080" y="93760"/>
                </a:cubicBezTo>
                <a:cubicBezTo>
                  <a:pt x="1360" y="91004"/>
                  <a:pt x="0" y="86171"/>
                  <a:pt x="0" y="79260"/>
                </a:cubicBezTo>
                <a:cubicBezTo>
                  <a:pt x="0" y="72261"/>
                  <a:pt x="1338" y="67428"/>
                  <a:pt x="4015" y="64759"/>
                </a:cubicBezTo>
                <a:cubicBezTo>
                  <a:pt x="6691" y="62091"/>
                  <a:pt x="11848" y="60757"/>
                  <a:pt x="19487" y="60757"/>
                </a:cubicBezTo>
                <a:cubicBezTo>
                  <a:pt x="27472" y="60757"/>
                  <a:pt x="32825" y="62113"/>
                  <a:pt x="35545" y="64825"/>
                </a:cubicBezTo>
                <a:cubicBezTo>
                  <a:pt x="38268" y="67537"/>
                  <a:pt x="39630" y="72392"/>
                  <a:pt x="39630" y="79391"/>
                </a:cubicBezTo>
                <a:cubicBezTo>
                  <a:pt x="39630" y="86302"/>
                  <a:pt x="38292" y="91114"/>
                  <a:pt x="35615" y="93826"/>
                </a:cubicBezTo>
                <a:cubicBezTo>
                  <a:pt x="32939" y="96538"/>
                  <a:pt x="27781" y="97894"/>
                  <a:pt x="20143" y="97894"/>
                </a:cubicBezTo>
                <a:moveTo>
                  <a:pt x="20143" y="158650"/>
                </a:moveTo>
                <a:cubicBezTo>
                  <a:pt x="12157" y="158650"/>
                  <a:pt x="6803" y="157294"/>
                  <a:pt x="4080" y="154583"/>
                </a:cubicBezTo>
                <a:cubicBezTo>
                  <a:pt x="1360" y="151871"/>
                  <a:pt x="0" y="147015"/>
                  <a:pt x="0" y="140017"/>
                </a:cubicBezTo>
                <a:cubicBezTo>
                  <a:pt x="0" y="133105"/>
                  <a:pt x="1338" y="128316"/>
                  <a:pt x="4015" y="125648"/>
                </a:cubicBezTo>
                <a:cubicBezTo>
                  <a:pt x="6691" y="122979"/>
                  <a:pt x="11848" y="121645"/>
                  <a:pt x="19487" y="121645"/>
                </a:cubicBezTo>
                <a:cubicBezTo>
                  <a:pt x="27472" y="121645"/>
                  <a:pt x="32825" y="123001"/>
                  <a:pt x="35545" y="125713"/>
                </a:cubicBezTo>
                <a:cubicBezTo>
                  <a:pt x="38268" y="128425"/>
                  <a:pt x="39630" y="133237"/>
                  <a:pt x="39630" y="140148"/>
                </a:cubicBezTo>
                <a:cubicBezTo>
                  <a:pt x="39630" y="147146"/>
                  <a:pt x="38292" y="151980"/>
                  <a:pt x="35615" y="154648"/>
                </a:cubicBezTo>
                <a:cubicBezTo>
                  <a:pt x="32939" y="157316"/>
                  <a:pt x="27781" y="158650"/>
                  <a:pt x="20143" y="1586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45FEE8-AA42-4927-AEEC-45711FFC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446" y="451036"/>
            <a:ext cx="1275657" cy="1829277"/>
          </a:xfrm>
          <a:custGeom xmlns:a="http://schemas.openxmlformats.org/drawingml/2006/main">
            <a:pathLst>
              <a:path w="1275657" h="1829277">
                <a:moveTo>
                  <a:pt x="1275657" y="1829277"/>
                </a:moveTo>
                <a:lnTo>
                  <a:pt x="0" y="1510363"/>
                </a:lnTo>
                <a:lnTo>
                  <a:pt x="0" y="318914"/>
                </a:lnTo>
                <a:lnTo>
                  <a:pt x="1275657" y="0"/>
                </a:lnTo>
                <a:lnTo>
                  <a:pt x="1275657" y="1829277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31FE3-F554-4C5F-A7AE-B0E24A9E1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1446" y="451036"/>
            <a:ext cx="1275657" cy="1829277"/>
          </a:xfrm>
          <a:custGeom xmlns:a="http://schemas.openxmlformats.org/drawingml/2006/main">
            <a:pathLst>
              <a:path w="1275657" h="1829277" fill="none">
                <a:moveTo>
                  <a:pt x="1275657" y="1829277"/>
                </a:moveTo>
                <a:lnTo>
                  <a:pt x="0" y="1510363"/>
                </a:lnTo>
                <a:lnTo>
                  <a:pt x="0" y="318914"/>
                </a:lnTo>
                <a:lnTo>
                  <a:pt x="1275657" y="0"/>
                </a:lnTo>
                <a:lnTo>
                  <a:pt x="1275657" y="18292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65" cap="flat">
            <a:solidFill>
              <a:srgbClr val="7F7F7F"/>
            </a:solidFill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E43310-3964-412C-AAF8-DF3669A60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686" y="450140"/>
            <a:ext cx="1274761" cy="1829277"/>
          </a:xfrm>
          <a:custGeom xmlns:a="http://schemas.openxmlformats.org/drawingml/2006/main">
            <a:pathLst>
              <a:path w="1274761" h="1829277">
                <a:moveTo>
                  <a:pt x="0" y="0"/>
                </a:moveTo>
                <a:lnTo>
                  <a:pt x="1274761" y="318690"/>
                </a:lnTo>
                <a:lnTo>
                  <a:pt x="1274761" y="1510587"/>
                </a:lnTo>
                <a:lnTo>
                  <a:pt x="0" y="18292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7F7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781D01-82C7-4E42-AC4F-649D6BA1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686" y="450140"/>
            <a:ext cx="1274761" cy="1829277"/>
          </a:xfrm>
          <a:custGeom xmlns:a="http://schemas.openxmlformats.org/drawingml/2006/main">
            <a:pathLst>
              <a:path w="1274761" h="1829277" fill="none">
                <a:moveTo>
                  <a:pt x="0" y="0"/>
                </a:moveTo>
                <a:lnTo>
                  <a:pt x="1274761" y="318690"/>
                </a:lnTo>
                <a:lnTo>
                  <a:pt x="1274761" y="1510587"/>
                </a:lnTo>
                <a:lnTo>
                  <a:pt x="0" y="18292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65" cap="flat">
            <a:solidFill>
              <a:srgbClr val="7F7F7F"/>
            </a:solidFill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09E955-0D28-4311-90F4-9E26F877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383" y="701419"/>
            <a:ext cx="104812" cy="1361656"/>
          </a:xfrm>
          <a:custGeom xmlns:a="http://schemas.openxmlformats.org/drawingml/2006/main">
            <a:pathLst>
              <a:path w="104812" h="1361656">
                <a:moveTo>
                  <a:pt x="0" y="1361656"/>
                </a:moveTo>
                <a:lnTo>
                  <a:pt x="0" y="0"/>
                </a:lnTo>
                <a:lnTo>
                  <a:pt x="104812" y="0"/>
                </a:lnTo>
                <a:lnTo>
                  <a:pt x="104812" y="1361656"/>
                </a:lnTo>
                <a:lnTo>
                  <a:pt x="0" y="1361656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B8077D-7889-4FC0-BEE3-228220EBA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383" y="701419"/>
            <a:ext cx="104812" cy="1361656"/>
          </a:xfrm>
          <a:custGeom xmlns:a="http://schemas.openxmlformats.org/drawingml/2006/main">
            <a:pathLst>
              <a:path w="104812" h="1361656" fill="none">
                <a:moveTo>
                  <a:pt x="0" y="1361656"/>
                </a:moveTo>
                <a:lnTo>
                  <a:pt x="104812" y="1361656"/>
                </a:lnTo>
                <a:lnTo>
                  <a:pt x="104812" y="0"/>
                </a:lnTo>
                <a:lnTo>
                  <a:pt x="0" y="0"/>
                </a:lnTo>
                <a:lnTo>
                  <a:pt x="0" y="1361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D2365-D27D-4630-B221-71F9328F3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840" y="701419"/>
            <a:ext cx="104812" cy="1361656"/>
          </a:xfrm>
          <a:custGeom xmlns:a="http://schemas.openxmlformats.org/drawingml/2006/main">
            <a:pathLst>
              <a:path w="104812" h="1361656">
                <a:moveTo>
                  <a:pt x="0" y="1361656"/>
                </a:moveTo>
                <a:lnTo>
                  <a:pt x="0" y="0"/>
                </a:lnTo>
                <a:lnTo>
                  <a:pt x="104812" y="0"/>
                </a:lnTo>
                <a:lnTo>
                  <a:pt x="104812" y="1361656"/>
                </a:lnTo>
                <a:lnTo>
                  <a:pt x="0" y="136165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7F654-31C4-48FA-98FE-FC74F165E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840" y="701419"/>
            <a:ext cx="104812" cy="1361656"/>
          </a:xfrm>
          <a:custGeom xmlns:a="http://schemas.openxmlformats.org/drawingml/2006/main">
            <a:pathLst>
              <a:path w="104812" h="1361656" fill="none">
                <a:moveTo>
                  <a:pt x="0" y="1361656"/>
                </a:moveTo>
                <a:lnTo>
                  <a:pt x="104812" y="1361656"/>
                </a:lnTo>
                <a:lnTo>
                  <a:pt x="104812" y="0"/>
                </a:lnTo>
                <a:lnTo>
                  <a:pt x="0" y="0"/>
                </a:lnTo>
                <a:lnTo>
                  <a:pt x="0" y="1361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EB5EE-D972-44CF-84FD-2CEF14A6D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067" y="818772"/>
            <a:ext cx="118249" cy="1020346"/>
          </a:xfrm>
          <a:custGeom xmlns:a="http://schemas.openxmlformats.org/drawingml/2006/main">
            <a:pathLst>
              <a:path w="118249" h="1020346">
                <a:moveTo>
                  <a:pt x="0" y="1020346"/>
                </a:moveTo>
                <a:lnTo>
                  <a:pt x="0" y="0"/>
                </a:lnTo>
                <a:lnTo>
                  <a:pt x="118249" y="0"/>
                </a:lnTo>
                <a:lnTo>
                  <a:pt x="118249" y="1020346"/>
                </a:lnTo>
                <a:lnTo>
                  <a:pt x="0" y="1020346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A51CE-A4D1-483E-A5EE-0CEB319F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5067" y="818772"/>
            <a:ext cx="118249" cy="1020346"/>
          </a:xfrm>
          <a:custGeom xmlns:a="http://schemas.openxmlformats.org/drawingml/2006/main">
            <a:pathLst>
              <a:path w="118249" h="1020346" fill="none">
                <a:moveTo>
                  <a:pt x="0" y="1020346"/>
                </a:moveTo>
                <a:lnTo>
                  <a:pt x="118249" y="1020346"/>
                </a:lnTo>
                <a:lnTo>
                  <a:pt x="118249" y="0"/>
                </a:lnTo>
                <a:lnTo>
                  <a:pt x="0" y="0"/>
                </a:lnTo>
                <a:lnTo>
                  <a:pt x="0" y="1020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5E46E1-75B7-4D1F-B478-0206D763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32" y="818772"/>
            <a:ext cx="118249" cy="1020346"/>
          </a:xfrm>
          <a:custGeom xmlns:a="http://schemas.openxmlformats.org/drawingml/2006/main">
            <a:pathLst>
              <a:path w="118249" h="1020346">
                <a:moveTo>
                  <a:pt x="0" y="1020346"/>
                </a:moveTo>
                <a:lnTo>
                  <a:pt x="0" y="0"/>
                </a:lnTo>
                <a:lnTo>
                  <a:pt x="118249" y="0"/>
                </a:lnTo>
                <a:lnTo>
                  <a:pt x="118249" y="1020346"/>
                </a:lnTo>
                <a:lnTo>
                  <a:pt x="0" y="102034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A0FFFE-8F80-43C0-8C90-A09115B9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4232" y="818772"/>
            <a:ext cx="118249" cy="1020346"/>
          </a:xfrm>
          <a:custGeom xmlns:a="http://schemas.openxmlformats.org/drawingml/2006/main">
            <a:pathLst>
              <a:path w="118249" h="1020346" fill="none">
                <a:moveTo>
                  <a:pt x="0" y="1020346"/>
                </a:moveTo>
                <a:lnTo>
                  <a:pt x="118249" y="1020346"/>
                </a:lnTo>
                <a:lnTo>
                  <a:pt x="118249" y="0"/>
                </a:lnTo>
                <a:lnTo>
                  <a:pt x="0" y="0"/>
                </a:lnTo>
                <a:lnTo>
                  <a:pt x="0" y="1020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53F8E-0E13-47EA-97CB-C06A4E94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05" y="999729"/>
            <a:ext cx="84208" cy="732786"/>
          </a:xfrm>
          <a:custGeom xmlns:a="http://schemas.openxmlformats.org/drawingml/2006/main">
            <a:pathLst>
              <a:path w="84208" h="732786">
                <a:moveTo>
                  <a:pt x="0" y="732786"/>
                </a:moveTo>
                <a:lnTo>
                  <a:pt x="0" y="0"/>
                </a:lnTo>
                <a:lnTo>
                  <a:pt x="84208" y="0"/>
                </a:lnTo>
                <a:lnTo>
                  <a:pt x="84208" y="732786"/>
                </a:lnTo>
                <a:lnTo>
                  <a:pt x="0" y="732786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A9D0A8-0F95-4B99-824B-A52E101E5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105" y="999729"/>
            <a:ext cx="84208" cy="732786"/>
          </a:xfrm>
          <a:custGeom xmlns:a="http://schemas.openxmlformats.org/drawingml/2006/main">
            <a:pathLst>
              <a:path w="84208" h="732786" fill="none">
                <a:moveTo>
                  <a:pt x="0" y="732786"/>
                </a:moveTo>
                <a:lnTo>
                  <a:pt x="84208" y="732786"/>
                </a:lnTo>
                <a:lnTo>
                  <a:pt x="84208" y="0"/>
                </a:lnTo>
                <a:lnTo>
                  <a:pt x="0" y="0"/>
                </a:lnTo>
                <a:lnTo>
                  <a:pt x="0" y="7327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7D65B-729D-4FD7-A2DA-CF8710431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208" y="999729"/>
            <a:ext cx="85103" cy="732786"/>
          </a:xfrm>
          <a:custGeom xmlns:a="http://schemas.openxmlformats.org/drawingml/2006/main">
            <a:pathLst>
              <a:path w="85103" h="732786">
                <a:moveTo>
                  <a:pt x="0" y="732786"/>
                </a:moveTo>
                <a:lnTo>
                  <a:pt x="0" y="0"/>
                </a:lnTo>
                <a:lnTo>
                  <a:pt x="85103" y="0"/>
                </a:lnTo>
                <a:lnTo>
                  <a:pt x="85103" y="732786"/>
                </a:lnTo>
                <a:lnTo>
                  <a:pt x="0" y="73278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80D65B-49A2-4598-923B-53141339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7208" y="999729"/>
            <a:ext cx="85103" cy="732786"/>
          </a:xfrm>
          <a:custGeom xmlns:a="http://schemas.openxmlformats.org/drawingml/2006/main">
            <a:pathLst>
              <a:path w="85103" h="732786" fill="none">
                <a:moveTo>
                  <a:pt x="0" y="732786"/>
                </a:moveTo>
                <a:lnTo>
                  <a:pt x="85103" y="732786"/>
                </a:lnTo>
                <a:lnTo>
                  <a:pt x="85103" y="0"/>
                </a:lnTo>
                <a:lnTo>
                  <a:pt x="0" y="0"/>
                </a:lnTo>
                <a:lnTo>
                  <a:pt x="0" y="7327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3999A-5A12-43C2-84B7-535BC326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436" y="999729"/>
            <a:ext cx="85103" cy="732786"/>
          </a:xfrm>
          <a:custGeom xmlns:a="http://schemas.openxmlformats.org/drawingml/2006/main">
            <a:pathLst>
              <a:path w="85103" h="732786">
                <a:moveTo>
                  <a:pt x="0" y="732786"/>
                </a:moveTo>
                <a:lnTo>
                  <a:pt x="0" y="0"/>
                </a:lnTo>
                <a:lnTo>
                  <a:pt x="85103" y="0"/>
                </a:lnTo>
                <a:lnTo>
                  <a:pt x="85103" y="732786"/>
                </a:lnTo>
                <a:lnTo>
                  <a:pt x="0" y="732786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B33C9-6A58-4212-AFFE-22A8EA11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7436" y="999729"/>
            <a:ext cx="85103" cy="732786"/>
          </a:xfrm>
          <a:custGeom xmlns:a="http://schemas.openxmlformats.org/drawingml/2006/main">
            <a:pathLst>
              <a:path w="85103" h="732786" fill="none">
                <a:moveTo>
                  <a:pt x="0" y="732786"/>
                </a:moveTo>
                <a:lnTo>
                  <a:pt x="85103" y="732786"/>
                </a:lnTo>
                <a:lnTo>
                  <a:pt x="85103" y="0"/>
                </a:lnTo>
                <a:lnTo>
                  <a:pt x="0" y="0"/>
                </a:lnTo>
                <a:lnTo>
                  <a:pt x="0" y="7327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B71621-1A30-4968-B9F6-63D24EAE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435" y="999729"/>
            <a:ext cx="84208" cy="732786"/>
          </a:xfrm>
          <a:custGeom xmlns:a="http://schemas.openxmlformats.org/drawingml/2006/main">
            <a:pathLst>
              <a:path w="84208" h="732786">
                <a:moveTo>
                  <a:pt x="0" y="732786"/>
                </a:moveTo>
                <a:lnTo>
                  <a:pt x="0" y="0"/>
                </a:lnTo>
                <a:lnTo>
                  <a:pt x="84208" y="0"/>
                </a:lnTo>
                <a:lnTo>
                  <a:pt x="84208" y="732786"/>
                </a:lnTo>
                <a:lnTo>
                  <a:pt x="0" y="73278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7177B-ED2B-4069-BFDB-0ACC3E37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6435" y="999729"/>
            <a:ext cx="84208" cy="732786"/>
          </a:xfrm>
          <a:custGeom xmlns:a="http://schemas.openxmlformats.org/drawingml/2006/main">
            <a:pathLst>
              <a:path w="84208" h="732786" fill="none">
                <a:moveTo>
                  <a:pt x="0" y="732786"/>
                </a:moveTo>
                <a:lnTo>
                  <a:pt x="84208" y="732786"/>
                </a:lnTo>
                <a:lnTo>
                  <a:pt x="84208" y="0"/>
                </a:lnTo>
                <a:lnTo>
                  <a:pt x="0" y="0"/>
                </a:lnTo>
                <a:lnTo>
                  <a:pt x="0" y="73278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420E15-57B9-485C-AFDF-B282A07C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099" y="818772"/>
            <a:ext cx="117353" cy="1020346"/>
          </a:xfrm>
          <a:custGeom xmlns:a="http://schemas.openxmlformats.org/drawingml/2006/main">
            <a:pathLst>
              <a:path w="117353" h="1020346">
                <a:moveTo>
                  <a:pt x="0" y="1020346"/>
                </a:moveTo>
                <a:lnTo>
                  <a:pt x="0" y="0"/>
                </a:lnTo>
                <a:lnTo>
                  <a:pt x="117353" y="0"/>
                </a:lnTo>
                <a:lnTo>
                  <a:pt x="117353" y="1020346"/>
                </a:lnTo>
                <a:lnTo>
                  <a:pt x="0" y="1020346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16D3D4-B6B0-463F-875B-600D44CC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0099" y="818772"/>
            <a:ext cx="117353" cy="1020346"/>
          </a:xfrm>
          <a:custGeom xmlns:a="http://schemas.openxmlformats.org/drawingml/2006/main">
            <a:pathLst>
              <a:path w="117353" h="1020346" fill="none">
                <a:moveTo>
                  <a:pt x="0" y="1020346"/>
                </a:moveTo>
                <a:lnTo>
                  <a:pt x="117353" y="1020346"/>
                </a:lnTo>
                <a:lnTo>
                  <a:pt x="117353" y="0"/>
                </a:lnTo>
                <a:lnTo>
                  <a:pt x="0" y="0"/>
                </a:lnTo>
                <a:lnTo>
                  <a:pt x="0" y="1020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77E5A7-B262-4A25-8228-CEF9811E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265" y="818772"/>
            <a:ext cx="117353" cy="1020346"/>
          </a:xfrm>
          <a:custGeom xmlns:a="http://schemas.openxmlformats.org/drawingml/2006/main">
            <a:pathLst>
              <a:path w="117353" h="1020346">
                <a:moveTo>
                  <a:pt x="0" y="1020346"/>
                </a:moveTo>
                <a:lnTo>
                  <a:pt x="0" y="0"/>
                </a:lnTo>
                <a:lnTo>
                  <a:pt x="117353" y="0"/>
                </a:lnTo>
                <a:lnTo>
                  <a:pt x="117353" y="1020346"/>
                </a:lnTo>
                <a:lnTo>
                  <a:pt x="0" y="102034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760183-AF70-4243-AB3A-E43C1C401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9265" y="818772"/>
            <a:ext cx="117353" cy="1020346"/>
          </a:xfrm>
          <a:custGeom xmlns:a="http://schemas.openxmlformats.org/drawingml/2006/main">
            <a:pathLst>
              <a:path w="117353" h="1020346" fill="none">
                <a:moveTo>
                  <a:pt x="0" y="1020346"/>
                </a:moveTo>
                <a:lnTo>
                  <a:pt x="117353" y="1020346"/>
                </a:lnTo>
                <a:lnTo>
                  <a:pt x="117353" y="0"/>
                </a:lnTo>
                <a:lnTo>
                  <a:pt x="0" y="0"/>
                </a:lnTo>
                <a:lnTo>
                  <a:pt x="0" y="10203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EC052C-FB50-4863-93C8-ED74164B8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909" y="685294"/>
            <a:ext cx="104812" cy="1361656"/>
          </a:xfrm>
          <a:custGeom xmlns:a="http://schemas.openxmlformats.org/drawingml/2006/main">
            <a:pathLst>
              <a:path w="104812" h="1361656">
                <a:moveTo>
                  <a:pt x="0" y="1361656"/>
                </a:moveTo>
                <a:lnTo>
                  <a:pt x="0" y="0"/>
                </a:lnTo>
                <a:lnTo>
                  <a:pt x="104812" y="0"/>
                </a:lnTo>
                <a:lnTo>
                  <a:pt x="104812" y="1361656"/>
                </a:lnTo>
                <a:lnTo>
                  <a:pt x="0" y="1361656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B5A52-4841-4F89-8023-4369EFB3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909" y="685294"/>
            <a:ext cx="104812" cy="1361656"/>
          </a:xfrm>
          <a:custGeom xmlns:a="http://schemas.openxmlformats.org/drawingml/2006/main">
            <a:pathLst>
              <a:path w="104812" h="1361656" fill="none">
                <a:moveTo>
                  <a:pt x="0" y="1361656"/>
                </a:moveTo>
                <a:lnTo>
                  <a:pt x="104812" y="1361656"/>
                </a:lnTo>
                <a:lnTo>
                  <a:pt x="104812" y="0"/>
                </a:lnTo>
                <a:lnTo>
                  <a:pt x="0" y="0"/>
                </a:lnTo>
                <a:lnTo>
                  <a:pt x="0" y="1361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DA95E-263B-43A5-8B46-2494154B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366" y="685294"/>
            <a:ext cx="103916" cy="1361656"/>
          </a:xfrm>
          <a:custGeom xmlns:a="http://schemas.openxmlformats.org/drawingml/2006/main">
            <a:pathLst>
              <a:path w="103916" h="1361656">
                <a:moveTo>
                  <a:pt x="0" y="1361656"/>
                </a:moveTo>
                <a:lnTo>
                  <a:pt x="0" y="0"/>
                </a:lnTo>
                <a:lnTo>
                  <a:pt x="103916" y="0"/>
                </a:lnTo>
                <a:lnTo>
                  <a:pt x="103916" y="1361656"/>
                </a:lnTo>
                <a:lnTo>
                  <a:pt x="0" y="136165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4BE882-6A41-49B9-B765-DE88195A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5366" y="685294"/>
            <a:ext cx="103916" cy="1361656"/>
          </a:xfrm>
          <a:custGeom xmlns:a="http://schemas.openxmlformats.org/drawingml/2006/main">
            <a:pathLst>
              <a:path w="103916" h="1361656" fill="none">
                <a:moveTo>
                  <a:pt x="0" y="1361656"/>
                </a:moveTo>
                <a:lnTo>
                  <a:pt x="103916" y="1361656"/>
                </a:lnTo>
                <a:lnTo>
                  <a:pt x="103916" y="0"/>
                </a:lnTo>
                <a:lnTo>
                  <a:pt x="0" y="0"/>
                </a:lnTo>
                <a:lnTo>
                  <a:pt x="0" y="136165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4DE458-E750-48DD-85CD-84958C51E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69" y="909699"/>
            <a:ext cx="969284" cy="889555"/>
          </a:xfrm>
          <a:custGeom xmlns:a="http://schemas.openxmlformats.org/drawingml/2006/main">
            <a:pathLst>
              <a:path w="969284" h="889555">
                <a:moveTo>
                  <a:pt x="969284" y="0"/>
                </a:moveTo>
                <a:lnTo>
                  <a:pt x="969284" y="889555"/>
                </a:lnTo>
                <a:lnTo>
                  <a:pt x="0" y="711659"/>
                </a:lnTo>
                <a:lnTo>
                  <a:pt x="0" y="177896"/>
                </a:lnTo>
                <a:lnTo>
                  <a:pt x="969284" y="0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D35E2-D36B-45A0-A588-D94DB9451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7269" y="909699"/>
            <a:ext cx="969284" cy="889555"/>
          </a:xfrm>
          <a:custGeom xmlns:a="http://schemas.openxmlformats.org/drawingml/2006/main">
            <a:pathLst>
              <a:path w="969284" h="889555" fill="none">
                <a:moveTo>
                  <a:pt x="969284" y="0"/>
                </a:moveTo>
                <a:lnTo>
                  <a:pt x="969284" y="889555"/>
                </a:lnTo>
                <a:lnTo>
                  <a:pt x="0" y="711659"/>
                </a:lnTo>
                <a:lnTo>
                  <a:pt x="0" y="177896"/>
                </a:lnTo>
                <a:lnTo>
                  <a:pt x="969284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65" cap="flat">
            <a:solidFill>
              <a:srgbClr val="00B050"/>
            </a:solidFill>
            <a:miter/>
          </a:ln>
        </p:spPr>
      </p:sp>
      <p:pic>
        <p:nvPicPr>
          <p:cNvPr id="1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1ce8eb83ed4eab"/>
          <a:stretch xmlns:a="http://schemas.openxmlformats.org/drawingml/2006/main"/>
        </p:blipFill>
        <p:spPr>
          <a:xfrm xmlns:a="http://schemas.openxmlformats.org/drawingml/2006/main">
            <a:off x="7058101" y="1156981"/>
            <a:ext cx="398643" cy="361845"/>
          </a:xfrm>
          <a:prstGeom xmlns:a="http://schemas.openxmlformats.org/drawingml/2006/main" prst="rect">
            <a:avLst/>
          </a:prstGeom>
        </p:spPr>
      </p:pic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44476-A4BD-4DAA-9831-91F20BC9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6431" y="186766"/>
            <a:ext cx="1404656" cy="790119"/>
          </a:xfrm>
          <a:custGeom xmlns:a="http://schemas.openxmlformats.org/drawingml/2006/main">
            <a:pathLst>
              <a:path w="1404656" h="790119">
                <a:moveTo>
                  <a:pt x="0" y="790119"/>
                </a:moveTo>
                <a:lnTo>
                  <a:pt x="0" y="0"/>
                </a:lnTo>
                <a:lnTo>
                  <a:pt x="1404656" y="0"/>
                </a:lnTo>
                <a:lnTo>
                  <a:pt x="1404656" y="790119"/>
                </a:lnTo>
                <a:lnTo>
                  <a:pt x="0" y="79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a0e1adc4d4c8d"/>
          <a:stretch xmlns:a="http://schemas.openxmlformats.org/drawingml/2006/main"/>
        </p:blipFill>
        <p:spPr>
          <a:xfrm xmlns:a="http://schemas.openxmlformats.org/drawingml/2006/main">
            <a:off x="2136431" y="186767"/>
            <a:ext cx="1404655" cy="790119"/>
          </a:xfrm>
          <a:prstGeom xmlns:a="http://schemas.openxmlformats.org/drawingml/2006/main" prst="rect">
            <a:avLst/>
          </a:prstGeom>
        </p:spPr>
      </p:pic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AE9128-2429-4CDF-880E-DB253F37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0832" y="181167"/>
            <a:ext cx="1415853" cy="801317"/>
          </a:xfrm>
          <a:custGeom xmlns:a="http://schemas.openxmlformats.org/drawingml/2006/main">
            <a:pathLst>
              <a:path w="1415853" h="801317" fill="none">
                <a:moveTo>
                  <a:pt x="0" y="801317"/>
                </a:moveTo>
                <a:lnTo>
                  <a:pt x="1415853" y="801317"/>
                </a:lnTo>
                <a:lnTo>
                  <a:pt x="1415853" y="0"/>
                </a:lnTo>
                <a:lnTo>
                  <a:pt x="0" y="0"/>
                </a:lnTo>
                <a:lnTo>
                  <a:pt x="0" y="801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C2FFC7-B6D3-4472-B885-9C307D62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7266" y="381161"/>
            <a:ext cx="1403760" cy="790119"/>
          </a:xfrm>
          <a:custGeom xmlns:a="http://schemas.openxmlformats.org/drawingml/2006/main">
            <a:pathLst>
              <a:path w="1403760" h="790119">
                <a:moveTo>
                  <a:pt x="0" y="790119"/>
                </a:moveTo>
                <a:lnTo>
                  <a:pt x="0" y="0"/>
                </a:lnTo>
                <a:lnTo>
                  <a:pt x="1403760" y="0"/>
                </a:lnTo>
                <a:lnTo>
                  <a:pt x="1403760" y="790119"/>
                </a:lnTo>
                <a:lnTo>
                  <a:pt x="0" y="79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e37097efae4b6e"/>
          <a:stretch xmlns:a="http://schemas.openxmlformats.org/drawingml/2006/main"/>
        </p:blipFill>
        <p:spPr>
          <a:xfrm xmlns:a="http://schemas.openxmlformats.org/drawingml/2006/main">
            <a:off x="1957266" y="381413"/>
            <a:ext cx="1403759" cy="789615"/>
          </a:xfrm>
          <a:prstGeom xmlns:a="http://schemas.openxmlformats.org/drawingml/2006/main" prst="rect">
            <a:avLst/>
          </a:prstGeom>
        </p:spPr>
      </p:pic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6D0942-C65D-4904-BFC0-83C26207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1667" y="375562"/>
            <a:ext cx="1414957" cy="801317"/>
          </a:xfrm>
          <a:custGeom xmlns:a="http://schemas.openxmlformats.org/drawingml/2006/main">
            <a:pathLst>
              <a:path w="1414957" h="801317" fill="none">
                <a:moveTo>
                  <a:pt x="0" y="801317"/>
                </a:moveTo>
                <a:lnTo>
                  <a:pt x="1414957" y="801317"/>
                </a:lnTo>
                <a:lnTo>
                  <a:pt x="1414957" y="0"/>
                </a:lnTo>
                <a:lnTo>
                  <a:pt x="0" y="0"/>
                </a:lnTo>
                <a:lnTo>
                  <a:pt x="0" y="801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11f08418a43d3"/>
          <a:stretch xmlns:a="http://schemas.openxmlformats.org/drawingml/2006/main"/>
        </p:blipFill>
        <p:spPr>
          <a:xfrm xmlns:a="http://schemas.openxmlformats.org/drawingml/2006/main">
            <a:off x="2140015" y="2621875"/>
            <a:ext cx="1403759" cy="789615"/>
          </a:xfrm>
          <a:prstGeom xmlns:a="http://schemas.openxmlformats.org/drawingml/2006/main" prst="rect">
            <a:avLst/>
          </a:prstGeom>
        </p:spPr>
      </p:pic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6F2191-9AA8-404C-AC63-29A71439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4416" y="2616024"/>
            <a:ext cx="1414958" cy="801317"/>
          </a:xfrm>
          <a:custGeom xmlns:a="http://schemas.openxmlformats.org/drawingml/2006/main">
            <a:pathLst>
              <a:path w="1414958" h="801317" fill="none">
                <a:moveTo>
                  <a:pt x="0" y="801317"/>
                </a:moveTo>
                <a:lnTo>
                  <a:pt x="1414958" y="801317"/>
                </a:lnTo>
                <a:lnTo>
                  <a:pt x="1414958" y="0"/>
                </a:lnTo>
                <a:lnTo>
                  <a:pt x="0" y="0"/>
                </a:lnTo>
                <a:lnTo>
                  <a:pt x="0" y="801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pic>
        <p:nvPicPr>
          <p:cNvPr id="1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b189a66d74f6d"/>
          <a:stretch xmlns:a="http://schemas.openxmlformats.org/drawingml/2006/main"/>
        </p:blipFill>
        <p:spPr>
          <a:xfrm xmlns:a="http://schemas.openxmlformats.org/drawingml/2006/main">
            <a:off x="1956370" y="2845006"/>
            <a:ext cx="1404655" cy="788578"/>
          </a:xfrm>
          <a:prstGeom xmlns:a="http://schemas.openxmlformats.org/drawingml/2006/main" prst="rect">
            <a:avLst/>
          </a:prstGeom>
        </p:spPr>
      </p:pic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82C057-2D61-4E14-BFE2-96938B7D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0771" y="2839084"/>
            <a:ext cx="1415853" cy="800421"/>
          </a:xfrm>
          <a:custGeom xmlns:a="http://schemas.openxmlformats.org/drawingml/2006/main">
            <a:pathLst>
              <a:path w="1415853" h="800421" fill="none">
                <a:moveTo>
                  <a:pt x="0" y="800421"/>
                </a:moveTo>
                <a:lnTo>
                  <a:pt x="1415853" y="800421"/>
                </a:lnTo>
                <a:lnTo>
                  <a:pt x="1415853" y="0"/>
                </a:lnTo>
                <a:lnTo>
                  <a:pt x="0" y="0"/>
                </a:lnTo>
                <a:lnTo>
                  <a:pt x="0" y="800421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sp>
        <p:nvSpPr>
          <p:cNvPr id="56" name="Text …">
            <a:extLst xmlns:a="http://schemas.openxmlformats.org/drawingml/2006/main">
              <a:ext uri="{FF2B5EF4-FFF2-40B4-BE49-F238E27FC236}">
                <a16:creationId xmlns:a16="http://schemas.microsoft.com/office/drawing/2014/main" id="{41580A54-975D-42FA-80EA-5B6F830B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685" y="2396555"/>
            <a:ext cx="39656" cy="158756"/>
          </a:xfrm>
          <a:custGeom xmlns:a="http://schemas.openxmlformats.org/drawingml/2006/main">
            <a:pathLst>
              <a:path w="39656" h="158756">
                <a:moveTo>
                  <a:pt x="20156" y="37030"/>
                </a:moveTo>
                <a:cubicBezTo>
                  <a:pt x="12166" y="37030"/>
                  <a:pt x="6808" y="35673"/>
                  <a:pt x="4083" y="32959"/>
                </a:cubicBezTo>
                <a:cubicBezTo>
                  <a:pt x="1361" y="30246"/>
                  <a:pt x="0" y="25387"/>
                  <a:pt x="0" y="18384"/>
                </a:cubicBezTo>
                <a:cubicBezTo>
                  <a:pt x="0" y="11468"/>
                  <a:pt x="1339" y="6675"/>
                  <a:pt x="4017" y="4005"/>
                </a:cubicBezTo>
                <a:cubicBezTo>
                  <a:pt x="6696" y="1335"/>
                  <a:pt x="11856" y="0"/>
                  <a:pt x="19500" y="0"/>
                </a:cubicBezTo>
                <a:cubicBezTo>
                  <a:pt x="27491" y="0"/>
                  <a:pt x="32847" y="1357"/>
                  <a:pt x="35569" y="4071"/>
                </a:cubicBezTo>
                <a:cubicBezTo>
                  <a:pt x="38294" y="6784"/>
                  <a:pt x="39656" y="11643"/>
                  <a:pt x="39656" y="18646"/>
                </a:cubicBezTo>
                <a:cubicBezTo>
                  <a:pt x="39656" y="25562"/>
                  <a:pt x="38317" y="30355"/>
                  <a:pt x="35639" y="33025"/>
                </a:cubicBezTo>
                <a:cubicBezTo>
                  <a:pt x="32961" y="35695"/>
                  <a:pt x="27800" y="37030"/>
                  <a:pt x="20156" y="37030"/>
                </a:cubicBezTo>
                <a:moveTo>
                  <a:pt x="20156" y="97959"/>
                </a:moveTo>
                <a:cubicBezTo>
                  <a:pt x="12166" y="97959"/>
                  <a:pt x="6808" y="96580"/>
                  <a:pt x="4083" y="93822"/>
                </a:cubicBezTo>
                <a:cubicBezTo>
                  <a:pt x="1361" y="91065"/>
                  <a:pt x="0" y="86228"/>
                  <a:pt x="0" y="79312"/>
                </a:cubicBezTo>
                <a:cubicBezTo>
                  <a:pt x="0" y="72309"/>
                  <a:pt x="1339" y="67472"/>
                  <a:pt x="4017" y="64802"/>
                </a:cubicBezTo>
                <a:cubicBezTo>
                  <a:pt x="6696" y="62132"/>
                  <a:pt x="11856" y="60797"/>
                  <a:pt x="19500" y="60797"/>
                </a:cubicBezTo>
                <a:cubicBezTo>
                  <a:pt x="27491" y="60797"/>
                  <a:pt x="32847" y="62154"/>
                  <a:pt x="35569" y="64868"/>
                </a:cubicBezTo>
                <a:cubicBezTo>
                  <a:pt x="38294" y="67582"/>
                  <a:pt x="39656" y="72440"/>
                  <a:pt x="39656" y="79444"/>
                </a:cubicBezTo>
                <a:cubicBezTo>
                  <a:pt x="39656" y="86360"/>
                  <a:pt x="38317" y="91174"/>
                  <a:pt x="35639" y="93888"/>
                </a:cubicBezTo>
                <a:cubicBezTo>
                  <a:pt x="32961" y="96602"/>
                  <a:pt x="27800" y="97959"/>
                  <a:pt x="20156" y="97959"/>
                </a:cubicBezTo>
                <a:moveTo>
                  <a:pt x="20156" y="158756"/>
                </a:moveTo>
                <a:cubicBezTo>
                  <a:pt x="12166" y="158756"/>
                  <a:pt x="6808" y="157399"/>
                  <a:pt x="4083" y="154686"/>
                </a:cubicBezTo>
                <a:cubicBezTo>
                  <a:pt x="1361" y="151972"/>
                  <a:pt x="0" y="147113"/>
                  <a:pt x="0" y="140110"/>
                </a:cubicBezTo>
                <a:cubicBezTo>
                  <a:pt x="0" y="133194"/>
                  <a:pt x="1339" y="128401"/>
                  <a:pt x="4017" y="125731"/>
                </a:cubicBezTo>
                <a:cubicBezTo>
                  <a:pt x="6696" y="123061"/>
                  <a:pt x="11856" y="121726"/>
                  <a:pt x="19500" y="121726"/>
                </a:cubicBezTo>
                <a:cubicBezTo>
                  <a:pt x="27491" y="121726"/>
                  <a:pt x="32847" y="123083"/>
                  <a:pt x="35569" y="125797"/>
                </a:cubicBezTo>
                <a:cubicBezTo>
                  <a:pt x="38294" y="128511"/>
                  <a:pt x="39656" y="133325"/>
                  <a:pt x="39656" y="140241"/>
                </a:cubicBezTo>
                <a:cubicBezTo>
                  <a:pt x="39656" y="147245"/>
                  <a:pt x="38317" y="152081"/>
                  <a:pt x="35639" y="154751"/>
                </a:cubicBezTo>
                <a:cubicBezTo>
                  <a:pt x="32961" y="157421"/>
                  <a:pt x="27800" y="158756"/>
                  <a:pt x="20156" y="15875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2FB42B-B5E3-4518-AFFF-2676E96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223" y="1278779"/>
            <a:ext cx="1404656" cy="790119"/>
          </a:xfrm>
          <a:custGeom xmlns:a="http://schemas.openxmlformats.org/drawingml/2006/main">
            <a:pathLst>
              <a:path w="1404656" h="790119">
                <a:moveTo>
                  <a:pt x="0" y="790119"/>
                </a:moveTo>
                <a:lnTo>
                  <a:pt x="0" y="0"/>
                </a:lnTo>
                <a:lnTo>
                  <a:pt x="1404656" y="0"/>
                </a:lnTo>
                <a:lnTo>
                  <a:pt x="1404656" y="790119"/>
                </a:lnTo>
                <a:lnTo>
                  <a:pt x="0" y="79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80aa75c5c34eae"/>
          <a:stretch xmlns:a="http://schemas.openxmlformats.org/drawingml/2006/main"/>
        </p:blipFill>
        <p:spPr>
          <a:xfrm xmlns:a="http://schemas.openxmlformats.org/drawingml/2006/main">
            <a:off x="2138223" y="1278779"/>
            <a:ext cx="1404655" cy="790118"/>
          </a:xfrm>
          <a:prstGeom xmlns:a="http://schemas.openxmlformats.org/drawingml/2006/main" prst="rect">
            <a:avLst/>
          </a:prstGeom>
        </p:spPr>
      </p:pic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DF5EA-5928-4D45-985A-259D3B115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2624" y="1273180"/>
            <a:ext cx="1415853" cy="801317"/>
          </a:xfrm>
          <a:custGeom xmlns:a="http://schemas.openxmlformats.org/drawingml/2006/main">
            <a:pathLst>
              <a:path w="1415853" h="801317" fill="none">
                <a:moveTo>
                  <a:pt x="0" y="801317"/>
                </a:moveTo>
                <a:lnTo>
                  <a:pt x="1415853" y="801317"/>
                </a:lnTo>
                <a:lnTo>
                  <a:pt x="1415853" y="0"/>
                </a:lnTo>
                <a:lnTo>
                  <a:pt x="0" y="0"/>
                </a:lnTo>
                <a:lnTo>
                  <a:pt x="0" y="801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85F79C-6B32-4ADF-954A-6E553842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4724" y="1492882"/>
            <a:ext cx="1404656" cy="790119"/>
          </a:xfrm>
          <a:custGeom xmlns:a="http://schemas.openxmlformats.org/drawingml/2006/main">
            <a:pathLst>
              <a:path w="1404656" h="790119">
                <a:moveTo>
                  <a:pt x="0" y="790119"/>
                </a:moveTo>
                <a:lnTo>
                  <a:pt x="0" y="0"/>
                </a:lnTo>
                <a:lnTo>
                  <a:pt x="1404656" y="0"/>
                </a:lnTo>
                <a:lnTo>
                  <a:pt x="1404656" y="790119"/>
                </a:lnTo>
                <a:lnTo>
                  <a:pt x="0" y="79011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01290b6e2b4be4"/>
          <a:stretch xmlns:a="http://schemas.openxmlformats.org/drawingml/2006/main"/>
        </p:blipFill>
        <p:spPr>
          <a:xfrm xmlns:a="http://schemas.openxmlformats.org/drawingml/2006/main">
            <a:off x="1944725" y="1492882"/>
            <a:ext cx="1404655" cy="790119"/>
          </a:xfrm>
          <a:prstGeom xmlns:a="http://schemas.openxmlformats.org/drawingml/2006/main" prst="rect">
            <a:avLst/>
          </a:prstGeom>
        </p:spPr>
      </p:pic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4A68C7-B306-4C11-948E-243440B4A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9126" y="1487283"/>
            <a:ext cx="1415853" cy="801317"/>
          </a:xfrm>
          <a:custGeom xmlns:a="http://schemas.openxmlformats.org/drawingml/2006/main">
            <a:pathLst>
              <a:path w="1415853" h="801317" fill="none">
                <a:moveTo>
                  <a:pt x="0" y="801317"/>
                </a:moveTo>
                <a:lnTo>
                  <a:pt x="1415853" y="801317"/>
                </a:lnTo>
                <a:lnTo>
                  <a:pt x="1415853" y="0"/>
                </a:lnTo>
                <a:lnTo>
                  <a:pt x="0" y="0"/>
                </a:lnTo>
                <a:lnTo>
                  <a:pt x="0" y="80131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EFE68-1904-4227-8ADE-1345F20E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9526" y="701418"/>
            <a:ext cx="417455" cy="1295365"/>
          </a:xfrm>
          <a:custGeom xmlns:a="http://schemas.openxmlformats.org/drawingml/2006/main">
            <a:pathLst>
              <a:path w="417455" h="1295365" fill="none">
                <a:moveTo>
                  <a:pt x="0" y="1295365"/>
                </a:moveTo>
                <a:lnTo>
                  <a:pt x="417455" y="1295365"/>
                </a:lnTo>
                <a:lnTo>
                  <a:pt x="417455" y="0"/>
                </a:lnTo>
                <a:lnTo>
                  <a:pt x="0" y="0"/>
                </a:lnTo>
                <a:lnTo>
                  <a:pt x="0" y="129536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FF0000"/>
            </a:solidFill>
            <a:custDash>
              <a:ds d="400000" sp="300000"/>
            </a:custDash>
            <a:miter/>
          </a:ln>
        </p:spPr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0793de6b5942a5"/>
          <a:stretch xmlns:a="http://schemas.openxmlformats.org/drawingml/2006/main"/>
        </p:blipFill>
        <p:spPr>
          <a:xfrm xmlns:a="http://schemas.openxmlformats.org/drawingml/2006/main">
            <a:off x="8653567" y="3971885"/>
            <a:ext cx="249040" cy="285264"/>
          </a:xfrm>
          <a:prstGeom xmlns:a="http://schemas.openxmlformats.org/drawingml/2006/main" prst="rect">
            <a:avLst/>
          </a:prstGeom>
        </p:spPr>
      </p:pic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217F17-2E80-48B3-9834-5F7D070B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2906" y="2779736"/>
            <a:ext cx="2853729" cy="5748"/>
          </a:xfrm>
          <a:custGeom xmlns:a="http://schemas.openxmlformats.org/drawingml/2006/main">
            <a:pathLst>
              <a:path w="2853729" h="5748" fill="none">
                <a:moveTo>
                  <a:pt x="0" y="5748"/>
                </a:moveTo>
                <a:lnTo>
                  <a:pt x="2853729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4A7A50-0D3B-458B-A2FA-85B6D3A0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7822" y="1830160"/>
            <a:ext cx="10451" cy="867757"/>
          </a:xfrm>
          <a:custGeom xmlns:a="http://schemas.openxmlformats.org/drawingml/2006/main">
            <a:pathLst>
              <a:path w="10451" h="867757" fill="none">
                <a:moveTo>
                  <a:pt x="0" y="0"/>
                </a:moveTo>
                <a:lnTo>
                  <a:pt x="10451" y="867757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4D961A-636E-472A-99BC-765696EEC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385" y="1796567"/>
            <a:ext cx="129820" cy="67187"/>
          </a:xfrm>
          <a:custGeom xmlns:a="http://schemas.openxmlformats.org/drawingml/2006/main">
            <a:pathLst>
              <a:path w="129820" h="67187">
                <a:moveTo>
                  <a:pt x="0" y="22396"/>
                </a:moveTo>
                <a:lnTo>
                  <a:pt x="0" y="44791"/>
                </a:lnTo>
                <a:lnTo>
                  <a:pt x="17842" y="44791"/>
                </a:lnTo>
                <a:lnTo>
                  <a:pt x="17842" y="67187"/>
                </a:lnTo>
                <a:lnTo>
                  <a:pt x="129820" y="33593"/>
                </a:lnTo>
                <a:lnTo>
                  <a:pt x="17842" y="0"/>
                </a:lnTo>
                <a:lnTo>
                  <a:pt x="17842" y="22396"/>
                </a:lnTo>
                <a:lnTo>
                  <a:pt x="0" y="2239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67C36-7498-44DB-B8A1-5F5FF4D12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0697" y="1884805"/>
            <a:ext cx="123101" cy="10"/>
          </a:xfrm>
          <a:custGeom xmlns:a="http://schemas.openxmlformats.org/drawingml/2006/main">
            <a:pathLst>
              <a:path w="123101" h="1" fill="none">
                <a:moveTo>
                  <a:pt x="0" y="0"/>
                </a:moveTo>
                <a:lnTo>
                  <a:pt x="123101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BEAD1-ABC6-4045-8058-0E048BAAE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6862" y="1888389"/>
            <a:ext cx="10" cy="798405"/>
          </a:xfrm>
          <a:custGeom xmlns:a="http://schemas.openxmlformats.org/drawingml/2006/main">
            <a:pathLst>
              <a:path w="1" h="798405" fill="none">
                <a:moveTo>
                  <a:pt x="0" y="0"/>
                </a:moveTo>
                <a:lnTo>
                  <a:pt x="0" y="798405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custDash>
              <a:ds d="400000" sp="300000"/>
            </a:custDash>
            <a:miter/>
          </a:ln>
        </p:spPr>
      </p:sp>
      <p:sp>
        <p:nvSpPr>
          <p:cNvPr id="70" name="Text Iterativedenoising">
            <a:extLst xmlns:a="http://schemas.openxmlformats.org/drawingml/2006/main">
              <a:ext uri="{FF2B5EF4-FFF2-40B4-BE49-F238E27FC236}">
                <a16:creationId xmlns:a16="http://schemas.microsoft.com/office/drawing/2014/main" id="{AA11C50A-43E6-4DCD-9AC4-D5AB86B0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829" y="2486058"/>
            <a:ext cx="2337168" cy="249064"/>
          </a:xfrm>
          <a:custGeom xmlns:a="http://schemas.openxmlformats.org/drawingml/2006/main">
            <a:pathLst>
              <a:path w="2337168" h="249064">
                <a:moveTo>
                  <a:pt x="0" y="192375"/>
                </a:moveTo>
                <a:lnTo>
                  <a:pt x="0" y="0"/>
                </a:lnTo>
                <a:lnTo>
                  <a:pt x="38842" y="0"/>
                </a:lnTo>
                <a:lnTo>
                  <a:pt x="38842" y="192375"/>
                </a:lnTo>
                <a:lnTo>
                  <a:pt x="0" y="192375"/>
                </a:lnTo>
                <a:close/>
                <a:moveTo>
                  <a:pt x="139536" y="53015"/>
                </a:moveTo>
                <a:lnTo>
                  <a:pt x="139536" y="82409"/>
                </a:lnTo>
                <a:lnTo>
                  <a:pt x="114341" y="82409"/>
                </a:lnTo>
                <a:lnTo>
                  <a:pt x="114341" y="138483"/>
                </a:lnTo>
                <a:cubicBezTo>
                  <a:pt x="114341" y="149839"/>
                  <a:pt x="114582" y="156457"/>
                  <a:pt x="115063" y="158335"/>
                </a:cubicBezTo>
                <a:cubicBezTo>
                  <a:pt x="115544" y="160210"/>
                  <a:pt x="116638" y="161760"/>
                  <a:pt x="118343" y="162985"/>
                </a:cubicBezTo>
                <a:cubicBezTo>
                  <a:pt x="120049" y="164207"/>
                  <a:pt x="122127" y="164818"/>
                  <a:pt x="124577" y="164818"/>
                </a:cubicBezTo>
                <a:cubicBezTo>
                  <a:pt x="127989" y="164818"/>
                  <a:pt x="132931" y="163637"/>
                  <a:pt x="139405" y="161275"/>
                </a:cubicBezTo>
                <a:lnTo>
                  <a:pt x="142554" y="189989"/>
                </a:lnTo>
                <a:cubicBezTo>
                  <a:pt x="133981" y="193679"/>
                  <a:pt x="124270" y="195525"/>
                  <a:pt x="113423" y="195525"/>
                </a:cubicBezTo>
                <a:cubicBezTo>
                  <a:pt x="106774" y="195525"/>
                  <a:pt x="100781" y="194409"/>
                  <a:pt x="95445" y="192178"/>
                </a:cubicBezTo>
                <a:cubicBezTo>
                  <a:pt x="90108" y="189948"/>
                  <a:pt x="86193" y="187061"/>
                  <a:pt x="83700" y="183518"/>
                </a:cubicBezTo>
                <a:cubicBezTo>
                  <a:pt x="81207" y="179974"/>
                  <a:pt x="79479" y="175185"/>
                  <a:pt x="78517" y="169148"/>
                </a:cubicBezTo>
                <a:cubicBezTo>
                  <a:pt x="77730" y="164862"/>
                  <a:pt x="77336" y="156201"/>
                  <a:pt x="77336" y="143166"/>
                </a:cubicBezTo>
                <a:lnTo>
                  <a:pt x="77336" y="82409"/>
                </a:lnTo>
                <a:lnTo>
                  <a:pt x="60408" y="82409"/>
                </a:lnTo>
                <a:lnTo>
                  <a:pt x="60408" y="53015"/>
                </a:lnTo>
                <a:lnTo>
                  <a:pt x="77336" y="53015"/>
                </a:lnTo>
                <a:lnTo>
                  <a:pt x="77336" y="25195"/>
                </a:lnTo>
                <a:lnTo>
                  <a:pt x="114341" y="3412"/>
                </a:lnTo>
                <a:lnTo>
                  <a:pt x="114341" y="53015"/>
                </a:lnTo>
                <a:lnTo>
                  <a:pt x="139536" y="53015"/>
                </a:lnTo>
                <a:close/>
                <a:moveTo>
                  <a:pt x="245826" y="148021"/>
                </a:moveTo>
                <a:lnTo>
                  <a:pt x="282569" y="154320"/>
                </a:lnTo>
                <a:cubicBezTo>
                  <a:pt x="277845" y="167749"/>
                  <a:pt x="270387" y="177973"/>
                  <a:pt x="260195" y="184994"/>
                </a:cubicBezTo>
                <a:cubicBezTo>
                  <a:pt x="250003" y="192014"/>
                  <a:pt x="237253" y="195525"/>
                  <a:pt x="221943" y="195525"/>
                </a:cubicBezTo>
                <a:cubicBezTo>
                  <a:pt x="197710" y="195525"/>
                  <a:pt x="179776" y="187607"/>
                  <a:pt x="168141" y="171773"/>
                </a:cubicBezTo>
                <a:cubicBezTo>
                  <a:pt x="158955" y="159088"/>
                  <a:pt x="154362" y="143078"/>
                  <a:pt x="154362" y="123745"/>
                </a:cubicBezTo>
                <a:cubicBezTo>
                  <a:pt x="154362" y="100649"/>
                  <a:pt x="160399" y="82562"/>
                  <a:pt x="172471" y="69483"/>
                </a:cubicBezTo>
                <a:cubicBezTo>
                  <a:pt x="184544" y="56405"/>
                  <a:pt x="199810" y="49865"/>
                  <a:pt x="218269" y="49865"/>
                </a:cubicBezTo>
                <a:cubicBezTo>
                  <a:pt x="239002" y="49865"/>
                  <a:pt x="255362" y="56711"/>
                  <a:pt x="267347" y="70402"/>
                </a:cubicBezTo>
                <a:cubicBezTo>
                  <a:pt x="279332" y="84093"/>
                  <a:pt x="285062" y="105067"/>
                  <a:pt x="284537" y="133324"/>
                </a:cubicBezTo>
                <a:lnTo>
                  <a:pt x="192155" y="133324"/>
                </a:lnTo>
                <a:cubicBezTo>
                  <a:pt x="192418" y="144260"/>
                  <a:pt x="195392" y="152767"/>
                  <a:pt x="201078" y="158847"/>
                </a:cubicBezTo>
                <a:cubicBezTo>
                  <a:pt x="206765" y="164927"/>
                  <a:pt x="213851" y="167967"/>
                  <a:pt x="222337" y="167967"/>
                </a:cubicBezTo>
                <a:cubicBezTo>
                  <a:pt x="228111" y="167967"/>
                  <a:pt x="232966" y="166393"/>
                  <a:pt x="236903" y="163243"/>
                </a:cubicBezTo>
                <a:cubicBezTo>
                  <a:pt x="240839" y="160094"/>
                  <a:pt x="243814" y="155020"/>
                  <a:pt x="245826" y="148021"/>
                </a:cubicBezTo>
                <a:moveTo>
                  <a:pt x="247925" y="110754"/>
                </a:moveTo>
                <a:cubicBezTo>
                  <a:pt x="247663" y="100124"/>
                  <a:pt x="244907" y="92043"/>
                  <a:pt x="239658" y="86510"/>
                </a:cubicBezTo>
                <a:cubicBezTo>
                  <a:pt x="234409" y="80976"/>
                  <a:pt x="228023" y="78210"/>
                  <a:pt x="220500" y="78210"/>
                </a:cubicBezTo>
                <a:cubicBezTo>
                  <a:pt x="212451" y="78210"/>
                  <a:pt x="205802" y="81128"/>
                  <a:pt x="200553" y="86965"/>
                </a:cubicBezTo>
                <a:cubicBezTo>
                  <a:pt x="195304" y="92804"/>
                  <a:pt x="192724" y="100734"/>
                  <a:pt x="192811" y="110754"/>
                </a:cubicBezTo>
                <a:lnTo>
                  <a:pt x="247925" y="110754"/>
                </a:lnTo>
                <a:close/>
                <a:moveTo>
                  <a:pt x="349846" y="192375"/>
                </a:moveTo>
                <a:lnTo>
                  <a:pt x="312972" y="192375"/>
                </a:lnTo>
                <a:lnTo>
                  <a:pt x="312972" y="53015"/>
                </a:lnTo>
                <a:lnTo>
                  <a:pt x="347222" y="53015"/>
                </a:lnTo>
                <a:lnTo>
                  <a:pt x="347222" y="72830"/>
                </a:lnTo>
                <a:cubicBezTo>
                  <a:pt x="353083" y="63469"/>
                  <a:pt x="358354" y="57301"/>
                  <a:pt x="363034" y="54327"/>
                </a:cubicBezTo>
                <a:cubicBezTo>
                  <a:pt x="367715" y="51353"/>
                  <a:pt x="373029" y="49865"/>
                  <a:pt x="378978" y="49865"/>
                </a:cubicBezTo>
                <a:cubicBezTo>
                  <a:pt x="387377" y="49865"/>
                  <a:pt x="395469" y="52184"/>
                  <a:pt x="403255" y="56820"/>
                </a:cubicBezTo>
                <a:lnTo>
                  <a:pt x="391838" y="88970"/>
                </a:lnTo>
                <a:cubicBezTo>
                  <a:pt x="385627" y="84946"/>
                  <a:pt x="379853" y="82934"/>
                  <a:pt x="374517" y="82934"/>
                </a:cubicBezTo>
                <a:cubicBezTo>
                  <a:pt x="369355" y="82934"/>
                  <a:pt x="364981" y="84356"/>
                  <a:pt x="361394" y="87199"/>
                </a:cubicBezTo>
                <a:cubicBezTo>
                  <a:pt x="357807" y="90042"/>
                  <a:pt x="354986" y="95182"/>
                  <a:pt x="352930" y="102618"/>
                </a:cubicBezTo>
                <a:cubicBezTo>
                  <a:pt x="350874" y="110054"/>
                  <a:pt x="349846" y="125626"/>
                  <a:pt x="349846" y="149334"/>
                </a:cubicBezTo>
                <a:lnTo>
                  <a:pt x="349846" y="192375"/>
                </a:lnTo>
                <a:close/>
                <a:moveTo>
                  <a:pt x="446647" y="96056"/>
                </a:moveTo>
                <a:lnTo>
                  <a:pt x="413185" y="90020"/>
                </a:lnTo>
                <a:cubicBezTo>
                  <a:pt x="416946" y="76370"/>
                  <a:pt x="423420" y="66266"/>
                  <a:pt x="432606" y="59707"/>
                </a:cubicBezTo>
                <a:cubicBezTo>
                  <a:pt x="441792" y="53146"/>
                  <a:pt x="455439" y="49865"/>
                  <a:pt x="473548" y="49865"/>
                </a:cubicBezTo>
                <a:cubicBezTo>
                  <a:pt x="489995" y="49865"/>
                  <a:pt x="502242" y="51812"/>
                  <a:pt x="510291" y="55705"/>
                </a:cubicBezTo>
                <a:cubicBezTo>
                  <a:pt x="518339" y="59598"/>
                  <a:pt x="524004" y="64541"/>
                  <a:pt x="527284" y="70533"/>
                </a:cubicBezTo>
                <a:cubicBezTo>
                  <a:pt x="530565" y="76526"/>
                  <a:pt x="532205" y="87527"/>
                  <a:pt x="532205" y="103536"/>
                </a:cubicBezTo>
                <a:lnTo>
                  <a:pt x="531812" y="146578"/>
                </a:lnTo>
                <a:cubicBezTo>
                  <a:pt x="531812" y="158825"/>
                  <a:pt x="532402" y="167858"/>
                  <a:pt x="533583" y="173676"/>
                </a:cubicBezTo>
                <a:cubicBezTo>
                  <a:pt x="534764" y="179493"/>
                  <a:pt x="536973" y="185726"/>
                  <a:pt x="540210" y="192375"/>
                </a:cubicBezTo>
                <a:lnTo>
                  <a:pt x="503730" y="192375"/>
                </a:lnTo>
                <a:cubicBezTo>
                  <a:pt x="502767" y="189926"/>
                  <a:pt x="501586" y="186295"/>
                  <a:pt x="500186" y="181484"/>
                </a:cubicBezTo>
                <a:cubicBezTo>
                  <a:pt x="499574" y="179296"/>
                  <a:pt x="499137" y="177853"/>
                  <a:pt x="498874" y="177153"/>
                </a:cubicBezTo>
                <a:cubicBezTo>
                  <a:pt x="492575" y="183277"/>
                  <a:pt x="485839" y="187870"/>
                  <a:pt x="478666" y="190932"/>
                </a:cubicBezTo>
                <a:cubicBezTo>
                  <a:pt x="471492" y="193994"/>
                  <a:pt x="463837" y="195525"/>
                  <a:pt x="455701" y="195525"/>
                </a:cubicBezTo>
                <a:cubicBezTo>
                  <a:pt x="441354" y="195525"/>
                  <a:pt x="430047" y="191648"/>
                  <a:pt x="421780" y="183895"/>
                </a:cubicBezTo>
                <a:cubicBezTo>
                  <a:pt x="413513" y="176142"/>
                  <a:pt x="409379" y="166341"/>
                  <a:pt x="409379" y="154492"/>
                </a:cubicBezTo>
                <a:cubicBezTo>
                  <a:pt x="409379" y="146652"/>
                  <a:pt x="411260" y="139661"/>
                  <a:pt x="415022" y="133521"/>
                </a:cubicBezTo>
                <a:cubicBezTo>
                  <a:pt x="418784" y="127378"/>
                  <a:pt x="424054" y="122673"/>
                  <a:pt x="430834" y="119406"/>
                </a:cubicBezTo>
                <a:cubicBezTo>
                  <a:pt x="437614" y="116139"/>
                  <a:pt x="447390" y="113286"/>
                  <a:pt x="460163" y="110848"/>
                </a:cubicBezTo>
                <a:cubicBezTo>
                  <a:pt x="477397" y="107625"/>
                  <a:pt x="489339" y="104619"/>
                  <a:pt x="495987" y="101830"/>
                </a:cubicBezTo>
                <a:lnTo>
                  <a:pt x="495987" y="98115"/>
                </a:lnTo>
                <a:cubicBezTo>
                  <a:pt x="495987" y="90950"/>
                  <a:pt x="494238" y="85841"/>
                  <a:pt x="490738" y="82790"/>
                </a:cubicBezTo>
                <a:cubicBezTo>
                  <a:pt x="487239" y="79737"/>
                  <a:pt x="480634" y="78210"/>
                  <a:pt x="470923" y="78210"/>
                </a:cubicBezTo>
                <a:cubicBezTo>
                  <a:pt x="464362" y="78210"/>
                  <a:pt x="459244" y="79530"/>
                  <a:pt x="455570" y="82171"/>
                </a:cubicBezTo>
                <a:cubicBezTo>
                  <a:pt x="451896" y="84809"/>
                  <a:pt x="448921" y="89438"/>
                  <a:pt x="446647" y="96056"/>
                </a:cubicBezTo>
                <a:moveTo>
                  <a:pt x="495987" y="125976"/>
                </a:moveTo>
                <a:cubicBezTo>
                  <a:pt x="491263" y="127531"/>
                  <a:pt x="483783" y="129390"/>
                  <a:pt x="473548" y="131553"/>
                </a:cubicBezTo>
                <a:cubicBezTo>
                  <a:pt x="463312" y="133712"/>
                  <a:pt x="456620" y="135830"/>
                  <a:pt x="453471" y="137905"/>
                </a:cubicBezTo>
                <a:cubicBezTo>
                  <a:pt x="448659" y="141276"/>
                  <a:pt x="446253" y="145554"/>
                  <a:pt x="446253" y="150740"/>
                </a:cubicBezTo>
                <a:cubicBezTo>
                  <a:pt x="446253" y="155841"/>
                  <a:pt x="448178" y="160251"/>
                  <a:pt x="452027" y="163969"/>
                </a:cubicBezTo>
                <a:cubicBezTo>
                  <a:pt x="455876" y="167684"/>
                  <a:pt x="460775" y="169542"/>
                  <a:pt x="466724" y="169542"/>
                </a:cubicBezTo>
                <a:cubicBezTo>
                  <a:pt x="473373" y="169542"/>
                  <a:pt x="479715" y="167381"/>
                  <a:pt x="485752" y="163059"/>
                </a:cubicBezTo>
                <a:cubicBezTo>
                  <a:pt x="490213" y="159775"/>
                  <a:pt x="493144" y="155755"/>
                  <a:pt x="494544" y="150998"/>
                </a:cubicBezTo>
                <a:cubicBezTo>
                  <a:pt x="495506" y="147887"/>
                  <a:pt x="495987" y="141967"/>
                  <a:pt x="495987" y="133238"/>
                </a:cubicBezTo>
                <a:lnTo>
                  <a:pt x="495987" y="125976"/>
                </a:lnTo>
                <a:close/>
                <a:moveTo>
                  <a:pt x="632420" y="53015"/>
                </a:moveTo>
                <a:lnTo>
                  <a:pt x="632420" y="82409"/>
                </a:lnTo>
                <a:lnTo>
                  <a:pt x="607225" y="82409"/>
                </a:lnTo>
                <a:lnTo>
                  <a:pt x="607225" y="138483"/>
                </a:lnTo>
                <a:cubicBezTo>
                  <a:pt x="607225" y="149839"/>
                  <a:pt x="607466" y="156457"/>
                  <a:pt x="607947" y="158335"/>
                </a:cubicBezTo>
                <a:cubicBezTo>
                  <a:pt x="608428" y="160210"/>
                  <a:pt x="609521" y="161760"/>
                  <a:pt x="611227" y="162985"/>
                </a:cubicBezTo>
                <a:cubicBezTo>
                  <a:pt x="612933" y="164207"/>
                  <a:pt x="615011" y="164818"/>
                  <a:pt x="617461" y="164818"/>
                </a:cubicBezTo>
                <a:cubicBezTo>
                  <a:pt x="620872" y="164818"/>
                  <a:pt x="625815" y="163637"/>
                  <a:pt x="632289" y="161275"/>
                </a:cubicBezTo>
                <a:lnTo>
                  <a:pt x="635438" y="189989"/>
                </a:lnTo>
                <a:cubicBezTo>
                  <a:pt x="626865" y="193679"/>
                  <a:pt x="617154" y="195525"/>
                  <a:pt x="606306" y="195525"/>
                </a:cubicBezTo>
                <a:cubicBezTo>
                  <a:pt x="599658" y="195525"/>
                  <a:pt x="593665" y="194409"/>
                  <a:pt x="588329" y="192178"/>
                </a:cubicBezTo>
                <a:cubicBezTo>
                  <a:pt x="582992" y="189948"/>
                  <a:pt x="579077" y="187061"/>
                  <a:pt x="576584" y="183518"/>
                </a:cubicBezTo>
                <a:cubicBezTo>
                  <a:pt x="574091" y="179974"/>
                  <a:pt x="572363" y="175185"/>
                  <a:pt x="571401" y="169148"/>
                </a:cubicBezTo>
                <a:cubicBezTo>
                  <a:pt x="570613" y="164862"/>
                  <a:pt x="570220" y="156201"/>
                  <a:pt x="570220" y="143166"/>
                </a:cubicBezTo>
                <a:lnTo>
                  <a:pt x="570220" y="82409"/>
                </a:lnTo>
                <a:lnTo>
                  <a:pt x="553292" y="82409"/>
                </a:lnTo>
                <a:lnTo>
                  <a:pt x="553292" y="53015"/>
                </a:lnTo>
                <a:lnTo>
                  <a:pt x="570220" y="53015"/>
                </a:lnTo>
                <a:lnTo>
                  <a:pt x="570220" y="25195"/>
                </a:lnTo>
                <a:lnTo>
                  <a:pt x="607225" y="3412"/>
                </a:lnTo>
                <a:lnTo>
                  <a:pt x="607225" y="53015"/>
                </a:lnTo>
                <a:lnTo>
                  <a:pt x="632420" y="53015"/>
                </a:lnTo>
                <a:close/>
                <a:moveTo>
                  <a:pt x="658007" y="34118"/>
                </a:moveTo>
                <a:lnTo>
                  <a:pt x="658007" y="0"/>
                </a:lnTo>
                <a:lnTo>
                  <a:pt x="694881" y="0"/>
                </a:lnTo>
                <a:lnTo>
                  <a:pt x="694881" y="34118"/>
                </a:lnTo>
                <a:lnTo>
                  <a:pt x="658007" y="34118"/>
                </a:lnTo>
                <a:moveTo>
                  <a:pt x="658007" y="192375"/>
                </a:moveTo>
                <a:lnTo>
                  <a:pt x="658007" y="53015"/>
                </a:lnTo>
                <a:lnTo>
                  <a:pt x="694881" y="53015"/>
                </a:lnTo>
                <a:lnTo>
                  <a:pt x="694881" y="192375"/>
                </a:lnTo>
                <a:lnTo>
                  <a:pt x="658007" y="192375"/>
                </a:lnTo>
                <a:close/>
                <a:moveTo>
                  <a:pt x="771036" y="192375"/>
                </a:moveTo>
                <a:lnTo>
                  <a:pt x="714872" y="53015"/>
                </a:lnTo>
                <a:lnTo>
                  <a:pt x="753583" y="53015"/>
                </a:lnTo>
                <a:lnTo>
                  <a:pt x="779828" y="124138"/>
                </a:lnTo>
                <a:lnTo>
                  <a:pt x="787439" y="147890"/>
                </a:lnTo>
                <a:cubicBezTo>
                  <a:pt x="789451" y="141854"/>
                  <a:pt x="790720" y="137873"/>
                  <a:pt x="791245" y="135949"/>
                </a:cubicBezTo>
                <a:cubicBezTo>
                  <a:pt x="792470" y="132012"/>
                  <a:pt x="793782" y="128075"/>
                  <a:pt x="795181" y="124138"/>
                </a:cubicBezTo>
                <a:lnTo>
                  <a:pt x="821689" y="53015"/>
                </a:lnTo>
                <a:lnTo>
                  <a:pt x="859613" y="53015"/>
                </a:lnTo>
                <a:lnTo>
                  <a:pt x="804236" y="192375"/>
                </a:lnTo>
                <a:lnTo>
                  <a:pt x="771036" y="192375"/>
                </a:lnTo>
                <a:close/>
                <a:moveTo>
                  <a:pt x="962845" y="148021"/>
                </a:moveTo>
                <a:lnTo>
                  <a:pt x="999588" y="154320"/>
                </a:lnTo>
                <a:cubicBezTo>
                  <a:pt x="994864" y="167749"/>
                  <a:pt x="987406" y="177973"/>
                  <a:pt x="977214" y="184994"/>
                </a:cubicBezTo>
                <a:cubicBezTo>
                  <a:pt x="967022" y="192014"/>
                  <a:pt x="954272" y="195525"/>
                  <a:pt x="938962" y="195525"/>
                </a:cubicBezTo>
                <a:cubicBezTo>
                  <a:pt x="914729" y="195525"/>
                  <a:pt x="896795" y="187607"/>
                  <a:pt x="885160" y="171773"/>
                </a:cubicBezTo>
                <a:cubicBezTo>
                  <a:pt x="875974" y="159088"/>
                  <a:pt x="871381" y="143078"/>
                  <a:pt x="871381" y="123745"/>
                </a:cubicBezTo>
                <a:cubicBezTo>
                  <a:pt x="871381" y="100649"/>
                  <a:pt x="877418" y="82562"/>
                  <a:pt x="889490" y="69483"/>
                </a:cubicBezTo>
                <a:cubicBezTo>
                  <a:pt x="901563" y="56405"/>
                  <a:pt x="916829" y="49865"/>
                  <a:pt x="935288" y="49865"/>
                </a:cubicBezTo>
                <a:cubicBezTo>
                  <a:pt x="956021" y="49865"/>
                  <a:pt x="972381" y="56711"/>
                  <a:pt x="984366" y="70402"/>
                </a:cubicBezTo>
                <a:cubicBezTo>
                  <a:pt x="996351" y="84093"/>
                  <a:pt x="1002081" y="105067"/>
                  <a:pt x="1001556" y="133324"/>
                </a:cubicBezTo>
                <a:lnTo>
                  <a:pt x="909174" y="133324"/>
                </a:lnTo>
                <a:cubicBezTo>
                  <a:pt x="909437" y="144260"/>
                  <a:pt x="912411" y="152767"/>
                  <a:pt x="918097" y="158847"/>
                </a:cubicBezTo>
                <a:cubicBezTo>
                  <a:pt x="923784" y="164927"/>
                  <a:pt x="930870" y="167967"/>
                  <a:pt x="939356" y="167967"/>
                </a:cubicBezTo>
                <a:cubicBezTo>
                  <a:pt x="945130" y="167967"/>
                  <a:pt x="949985" y="166393"/>
                  <a:pt x="953922" y="163243"/>
                </a:cubicBezTo>
                <a:cubicBezTo>
                  <a:pt x="957858" y="160094"/>
                  <a:pt x="960833" y="155020"/>
                  <a:pt x="962845" y="148021"/>
                </a:cubicBezTo>
                <a:moveTo>
                  <a:pt x="964945" y="110754"/>
                </a:moveTo>
                <a:cubicBezTo>
                  <a:pt x="964682" y="100124"/>
                  <a:pt x="961926" y="92043"/>
                  <a:pt x="956677" y="86510"/>
                </a:cubicBezTo>
                <a:cubicBezTo>
                  <a:pt x="951428" y="80976"/>
                  <a:pt x="945042" y="78210"/>
                  <a:pt x="937519" y="78210"/>
                </a:cubicBezTo>
                <a:cubicBezTo>
                  <a:pt x="929470" y="78210"/>
                  <a:pt x="922821" y="81128"/>
                  <a:pt x="917572" y="86965"/>
                </a:cubicBezTo>
                <a:cubicBezTo>
                  <a:pt x="912323" y="92804"/>
                  <a:pt x="909743" y="100734"/>
                  <a:pt x="909830" y="110754"/>
                </a:cubicBezTo>
                <a:lnTo>
                  <a:pt x="964945" y="110754"/>
                </a:lnTo>
                <a:close/>
                <a:moveTo>
                  <a:pt x="1234091" y="192375"/>
                </a:moveTo>
                <a:lnTo>
                  <a:pt x="1199841" y="192375"/>
                </a:lnTo>
                <a:lnTo>
                  <a:pt x="1199841" y="171904"/>
                </a:lnTo>
                <a:cubicBezTo>
                  <a:pt x="1194155" y="179865"/>
                  <a:pt x="1187440" y="185792"/>
                  <a:pt x="1179698" y="189685"/>
                </a:cubicBezTo>
                <a:cubicBezTo>
                  <a:pt x="1171956" y="193578"/>
                  <a:pt x="1164148" y="195525"/>
                  <a:pt x="1156274" y="195525"/>
                </a:cubicBezTo>
                <a:cubicBezTo>
                  <a:pt x="1140265" y="195525"/>
                  <a:pt x="1126552" y="189073"/>
                  <a:pt x="1115136" y="176169"/>
                </a:cubicBezTo>
                <a:cubicBezTo>
                  <a:pt x="1103719" y="163265"/>
                  <a:pt x="1098011" y="145266"/>
                  <a:pt x="1098011" y="122170"/>
                </a:cubicBezTo>
                <a:cubicBezTo>
                  <a:pt x="1098011" y="98550"/>
                  <a:pt x="1103566" y="80594"/>
                  <a:pt x="1114676" y="68302"/>
                </a:cubicBezTo>
                <a:cubicBezTo>
                  <a:pt x="1125787" y="56011"/>
                  <a:pt x="1139828" y="49865"/>
                  <a:pt x="1156799" y="49865"/>
                </a:cubicBezTo>
                <a:cubicBezTo>
                  <a:pt x="1172371" y="49865"/>
                  <a:pt x="1185844" y="56339"/>
                  <a:pt x="1197216" y="69287"/>
                </a:cubicBezTo>
                <a:lnTo>
                  <a:pt x="1197216" y="0"/>
                </a:lnTo>
                <a:lnTo>
                  <a:pt x="1234091" y="0"/>
                </a:lnTo>
                <a:lnTo>
                  <a:pt x="1234091" y="192375"/>
                </a:lnTo>
                <a:moveTo>
                  <a:pt x="1135672" y="119747"/>
                </a:moveTo>
                <a:cubicBezTo>
                  <a:pt x="1135672" y="134597"/>
                  <a:pt x="1137728" y="145341"/>
                  <a:pt x="1141840" y="151979"/>
                </a:cubicBezTo>
                <a:cubicBezTo>
                  <a:pt x="1147789" y="161588"/>
                  <a:pt x="1156099" y="166393"/>
                  <a:pt x="1166772" y="166393"/>
                </a:cubicBezTo>
                <a:cubicBezTo>
                  <a:pt x="1175258" y="166393"/>
                  <a:pt x="1182476" y="162790"/>
                  <a:pt x="1188424" y="155583"/>
                </a:cubicBezTo>
                <a:cubicBezTo>
                  <a:pt x="1194373" y="148377"/>
                  <a:pt x="1197348" y="137611"/>
                  <a:pt x="1197348" y="123285"/>
                </a:cubicBezTo>
                <a:cubicBezTo>
                  <a:pt x="1197348" y="107298"/>
                  <a:pt x="1194461" y="95788"/>
                  <a:pt x="1188687" y="88757"/>
                </a:cubicBezTo>
                <a:cubicBezTo>
                  <a:pt x="1182913" y="81726"/>
                  <a:pt x="1175521" y="78210"/>
                  <a:pt x="1166510" y="78210"/>
                </a:cubicBezTo>
                <a:cubicBezTo>
                  <a:pt x="1157762" y="78210"/>
                  <a:pt x="1150435" y="81682"/>
                  <a:pt x="1144530" y="88626"/>
                </a:cubicBezTo>
                <a:cubicBezTo>
                  <a:pt x="1138625" y="95570"/>
                  <a:pt x="1135672" y="105943"/>
                  <a:pt x="1135672" y="119747"/>
                </a:cubicBezTo>
                <a:close/>
                <a:moveTo>
                  <a:pt x="1350111" y="148021"/>
                </a:moveTo>
                <a:lnTo>
                  <a:pt x="1386854" y="154320"/>
                </a:lnTo>
                <a:cubicBezTo>
                  <a:pt x="1382130" y="167749"/>
                  <a:pt x="1374672" y="177973"/>
                  <a:pt x="1364480" y="184994"/>
                </a:cubicBezTo>
                <a:cubicBezTo>
                  <a:pt x="1354288" y="192014"/>
                  <a:pt x="1341537" y="195525"/>
                  <a:pt x="1326228" y="195525"/>
                </a:cubicBezTo>
                <a:cubicBezTo>
                  <a:pt x="1301995" y="195525"/>
                  <a:pt x="1284061" y="187607"/>
                  <a:pt x="1272426" y="171773"/>
                </a:cubicBezTo>
                <a:cubicBezTo>
                  <a:pt x="1263240" y="159088"/>
                  <a:pt x="1258647" y="143078"/>
                  <a:pt x="1258647" y="123745"/>
                </a:cubicBezTo>
                <a:cubicBezTo>
                  <a:pt x="1258647" y="100649"/>
                  <a:pt x="1264684" y="82562"/>
                  <a:pt x="1276756" y="69483"/>
                </a:cubicBezTo>
                <a:cubicBezTo>
                  <a:pt x="1288829" y="56405"/>
                  <a:pt x="1304095" y="49865"/>
                  <a:pt x="1322554" y="49865"/>
                </a:cubicBezTo>
                <a:cubicBezTo>
                  <a:pt x="1343287" y="49865"/>
                  <a:pt x="1359646" y="56711"/>
                  <a:pt x="1371632" y="70402"/>
                </a:cubicBezTo>
                <a:cubicBezTo>
                  <a:pt x="1383617" y="84093"/>
                  <a:pt x="1389347" y="105067"/>
                  <a:pt x="1388822" y="133324"/>
                </a:cubicBezTo>
                <a:lnTo>
                  <a:pt x="1296440" y="133324"/>
                </a:lnTo>
                <a:cubicBezTo>
                  <a:pt x="1296702" y="144260"/>
                  <a:pt x="1299677" y="152767"/>
                  <a:pt x="1305363" y="158847"/>
                </a:cubicBezTo>
                <a:cubicBezTo>
                  <a:pt x="1311050" y="164927"/>
                  <a:pt x="1318136" y="167967"/>
                  <a:pt x="1326622" y="167967"/>
                </a:cubicBezTo>
                <a:cubicBezTo>
                  <a:pt x="1332395" y="167967"/>
                  <a:pt x="1337251" y="166393"/>
                  <a:pt x="1341188" y="163243"/>
                </a:cubicBezTo>
                <a:cubicBezTo>
                  <a:pt x="1345124" y="160094"/>
                  <a:pt x="1348099" y="155020"/>
                  <a:pt x="1350111" y="148021"/>
                </a:cubicBezTo>
                <a:moveTo>
                  <a:pt x="1352210" y="110754"/>
                </a:moveTo>
                <a:cubicBezTo>
                  <a:pt x="1351948" y="100124"/>
                  <a:pt x="1349192" y="92043"/>
                  <a:pt x="1343943" y="86510"/>
                </a:cubicBezTo>
                <a:cubicBezTo>
                  <a:pt x="1338694" y="80976"/>
                  <a:pt x="1332308" y="78210"/>
                  <a:pt x="1324784" y="78210"/>
                </a:cubicBezTo>
                <a:cubicBezTo>
                  <a:pt x="1316736" y="78210"/>
                  <a:pt x="1310087" y="81128"/>
                  <a:pt x="1304838" y="86965"/>
                </a:cubicBezTo>
                <a:cubicBezTo>
                  <a:pt x="1299589" y="92804"/>
                  <a:pt x="1297009" y="100734"/>
                  <a:pt x="1297096" y="110754"/>
                </a:cubicBezTo>
                <a:lnTo>
                  <a:pt x="1352210" y="110754"/>
                </a:lnTo>
                <a:close/>
                <a:moveTo>
                  <a:pt x="1545594" y="192375"/>
                </a:moveTo>
                <a:lnTo>
                  <a:pt x="1508720" y="192375"/>
                </a:lnTo>
                <a:lnTo>
                  <a:pt x="1508720" y="121333"/>
                </a:lnTo>
                <a:cubicBezTo>
                  <a:pt x="1508720" y="106303"/>
                  <a:pt x="1507932" y="96581"/>
                  <a:pt x="1506358" y="92169"/>
                </a:cubicBezTo>
                <a:cubicBezTo>
                  <a:pt x="1504783" y="87756"/>
                  <a:pt x="1502224" y="84327"/>
                  <a:pt x="1498681" y="81880"/>
                </a:cubicBezTo>
                <a:cubicBezTo>
                  <a:pt x="1495138" y="79433"/>
                  <a:pt x="1490873" y="78210"/>
                  <a:pt x="1485887" y="78210"/>
                </a:cubicBezTo>
                <a:cubicBezTo>
                  <a:pt x="1479500" y="78210"/>
                  <a:pt x="1473770" y="79958"/>
                  <a:pt x="1468696" y="83455"/>
                </a:cubicBezTo>
                <a:cubicBezTo>
                  <a:pt x="1463622" y="86949"/>
                  <a:pt x="1460145" y="91580"/>
                  <a:pt x="1458264" y="97348"/>
                </a:cubicBezTo>
                <a:cubicBezTo>
                  <a:pt x="1456383" y="103114"/>
                  <a:pt x="1455443" y="113774"/>
                  <a:pt x="1455443" y="129330"/>
                </a:cubicBezTo>
                <a:lnTo>
                  <a:pt x="1455443" y="192375"/>
                </a:lnTo>
                <a:lnTo>
                  <a:pt x="1418568" y="192375"/>
                </a:lnTo>
                <a:lnTo>
                  <a:pt x="1418568" y="53015"/>
                </a:lnTo>
                <a:lnTo>
                  <a:pt x="1452818" y="53015"/>
                </a:lnTo>
                <a:lnTo>
                  <a:pt x="1452818" y="73486"/>
                </a:lnTo>
                <a:cubicBezTo>
                  <a:pt x="1464978" y="57739"/>
                  <a:pt x="1480288" y="49865"/>
                  <a:pt x="1498747" y="49865"/>
                </a:cubicBezTo>
                <a:cubicBezTo>
                  <a:pt x="1506883" y="49865"/>
                  <a:pt x="1514319" y="51331"/>
                  <a:pt x="1521055" y="54261"/>
                </a:cubicBezTo>
                <a:cubicBezTo>
                  <a:pt x="1527791" y="57192"/>
                  <a:pt x="1532887" y="60932"/>
                  <a:pt x="1536343" y="65481"/>
                </a:cubicBezTo>
                <a:cubicBezTo>
                  <a:pt x="1539798" y="70030"/>
                  <a:pt x="1542204" y="75192"/>
                  <a:pt x="1543560" y="80966"/>
                </a:cubicBezTo>
                <a:cubicBezTo>
                  <a:pt x="1544916" y="86739"/>
                  <a:pt x="1545594" y="95007"/>
                  <a:pt x="1545594" y="105767"/>
                </a:cubicBezTo>
                <a:lnTo>
                  <a:pt x="1545594" y="192375"/>
                </a:lnTo>
                <a:close/>
                <a:moveTo>
                  <a:pt x="1574506" y="120727"/>
                </a:moveTo>
                <a:cubicBezTo>
                  <a:pt x="1574506" y="108479"/>
                  <a:pt x="1577525" y="96625"/>
                  <a:pt x="1583561" y="85165"/>
                </a:cubicBezTo>
                <a:cubicBezTo>
                  <a:pt x="1589597" y="73704"/>
                  <a:pt x="1598149" y="64956"/>
                  <a:pt x="1609215" y="58920"/>
                </a:cubicBezTo>
                <a:cubicBezTo>
                  <a:pt x="1620282" y="52883"/>
                  <a:pt x="1632639" y="49865"/>
                  <a:pt x="1646286" y="49865"/>
                </a:cubicBezTo>
                <a:cubicBezTo>
                  <a:pt x="1667370" y="49865"/>
                  <a:pt x="1684648" y="56711"/>
                  <a:pt x="1698120" y="70402"/>
                </a:cubicBezTo>
                <a:cubicBezTo>
                  <a:pt x="1711592" y="84093"/>
                  <a:pt x="1718329" y="101393"/>
                  <a:pt x="1718329" y="122301"/>
                </a:cubicBezTo>
                <a:cubicBezTo>
                  <a:pt x="1718329" y="143385"/>
                  <a:pt x="1711527" y="160859"/>
                  <a:pt x="1697923" y="174725"/>
                </a:cubicBezTo>
                <a:cubicBezTo>
                  <a:pt x="1684320" y="188592"/>
                  <a:pt x="1667195" y="195525"/>
                  <a:pt x="1646549" y="195525"/>
                </a:cubicBezTo>
                <a:cubicBezTo>
                  <a:pt x="1633776" y="195525"/>
                  <a:pt x="1621594" y="192638"/>
                  <a:pt x="1610003" y="186864"/>
                </a:cubicBezTo>
                <a:cubicBezTo>
                  <a:pt x="1598411" y="181090"/>
                  <a:pt x="1589597" y="172626"/>
                  <a:pt x="1583561" y="161472"/>
                </a:cubicBezTo>
                <a:cubicBezTo>
                  <a:pt x="1577525" y="150318"/>
                  <a:pt x="1574506" y="136736"/>
                  <a:pt x="1574506" y="120727"/>
                </a:cubicBezTo>
                <a:moveTo>
                  <a:pt x="1612299" y="122695"/>
                </a:moveTo>
                <a:cubicBezTo>
                  <a:pt x="1612299" y="136474"/>
                  <a:pt x="1615580" y="147026"/>
                  <a:pt x="1622141" y="154353"/>
                </a:cubicBezTo>
                <a:cubicBezTo>
                  <a:pt x="1628702" y="161680"/>
                  <a:pt x="1636794" y="165343"/>
                  <a:pt x="1646417" y="165343"/>
                </a:cubicBezTo>
                <a:cubicBezTo>
                  <a:pt x="1656041" y="165343"/>
                  <a:pt x="1664111" y="161680"/>
                  <a:pt x="1670628" y="154353"/>
                </a:cubicBezTo>
                <a:cubicBezTo>
                  <a:pt x="1677146" y="147026"/>
                  <a:pt x="1680405" y="136386"/>
                  <a:pt x="1680405" y="122433"/>
                </a:cubicBezTo>
                <a:cubicBezTo>
                  <a:pt x="1680405" y="108829"/>
                  <a:pt x="1677146" y="98364"/>
                  <a:pt x="1670628" y="91037"/>
                </a:cubicBezTo>
                <a:cubicBezTo>
                  <a:pt x="1664111" y="83710"/>
                  <a:pt x="1656041" y="80047"/>
                  <a:pt x="1646417" y="80047"/>
                </a:cubicBezTo>
                <a:cubicBezTo>
                  <a:pt x="1636794" y="80047"/>
                  <a:pt x="1628702" y="83710"/>
                  <a:pt x="1622141" y="91037"/>
                </a:cubicBezTo>
                <a:cubicBezTo>
                  <a:pt x="1615580" y="98364"/>
                  <a:pt x="1612299" y="108916"/>
                  <a:pt x="1612299" y="122695"/>
                </a:cubicBezTo>
                <a:close/>
                <a:moveTo>
                  <a:pt x="1747241" y="34118"/>
                </a:moveTo>
                <a:lnTo>
                  <a:pt x="1747241" y="0"/>
                </a:lnTo>
                <a:lnTo>
                  <a:pt x="1784115" y="0"/>
                </a:lnTo>
                <a:lnTo>
                  <a:pt x="1784115" y="34118"/>
                </a:lnTo>
                <a:lnTo>
                  <a:pt x="1747241" y="34118"/>
                </a:lnTo>
                <a:moveTo>
                  <a:pt x="1747241" y="192375"/>
                </a:moveTo>
                <a:lnTo>
                  <a:pt x="1747241" y="53015"/>
                </a:lnTo>
                <a:lnTo>
                  <a:pt x="1784115" y="53015"/>
                </a:lnTo>
                <a:lnTo>
                  <a:pt x="1784115" y="192375"/>
                </a:lnTo>
                <a:lnTo>
                  <a:pt x="1747241" y="192375"/>
                </a:lnTo>
                <a:close/>
                <a:moveTo>
                  <a:pt x="1808961" y="152745"/>
                </a:moveTo>
                <a:lnTo>
                  <a:pt x="1845966" y="146971"/>
                </a:lnTo>
                <a:cubicBezTo>
                  <a:pt x="1847541" y="154101"/>
                  <a:pt x="1850734" y="159514"/>
                  <a:pt x="1855546" y="163211"/>
                </a:cubicBezTo>
                <a:cubicBezTo>
                  <a:pt x="1860357" y="166907"/>
                  <a:pt x="1867093" y="168755"/>
                  <a:pt x="1875754" y="168755"/>
                </a:cubicBezTo>
                <a:cubicBezTo>
                  <a:pt x="1885290" y="168755"/>
                  <a:pt x="1892463" y="167008"/>
                  <a:pt x="1897275" y="163514"/>
                </a:cubicBezTo>
                <a:cubicBezTo>
                  <a:pt x="1900512" y="161067"/>
                  <a:pt x="1902130" y="157791"/>
                  <a:pt x="1902130" y="153684"/>
                </a:cubicBezTo>
                <a:cubicBezTo>
                  <a:pt x="1902130" y="150888"/>
                  <a:pt x="1901256" y="148572"/>
                  <a:pt x="1899506" y="146738"/>
                </a:cubicBezTo>
                <a:cubicBezTo>
                  <a:pt x="1897669" y="144991"/>
                  <a:pt x="1893557" y="143375"/>
                  <a:pt x="1887171" y="141891"/>
                </a:cubicBezTo>
                <a:cubicBezTo>
                  <a:pt x="1857427" y="135340"/>
                  <a:pt x="1838574" y="129356"/>
                  <a:pt x="1830613" y="123937"/>
                </a:cubicBezTo>
                <a:cubicBezTo>
                  <a:pt x="1819590" y="116419"/>
                  <a:pt x="1814079" y="105975"/>
                  <a:pt x="1814079" y="92604"/>
                </a:cubicBezTo>
                <a:cubicBezTo>
                  <a:pt x="1814079" y="80542"/>
                  <a:pt x="1818847" y="70403"/>
                  <a:pt x="1828382" y="62188"/>
                </a:cubicBezTo>
                <a:cubicBezTo>
                  <a:pt x="1837918" y="53973"/>
                  <a:pt x="1852702" y="49865"/>
                  <a:pt x="1872736" y="49865"/>
                </a:cubicBezTo>
                <a:cubicBezTo>
                  <a:pt x="1891807" y="49865"/>
                  <a:pt x="1905980" y="52960"/>
                  <a:pt x="1915253" y="59149"/>
                </a:cubicBezTo>
                <a:cubicBezTo>
                  <a:pt x="1924526" y="65339"/>
                  <a:pt x="1930912" y="74492"/>
                  <a:pt x="1934412" y="86608"/>
                </a:cubicBezTo>
                <a:lnTo>
                  <a:pt x="1899637" y="93169"/>
                </a:lnTo>
                <a:cubicBezTo>
                  <a:pt x="1898150" y="87745"/>
                  <a:pt x="1895329" y="83590"/>
                  <a:pt x="1891173" y="80703"/>
                </a:cubicBezTo>
                <a:cubicBezTo>
                  <a:pt x="1887018" y="77816"/>
                  <a:pt x="1881091" y="76373"/>
                  <a:pt x="1873392" y="76373"/>
                </a:cubicBezTo>
                <a:cubicBezTo>
                  <a:pt x="1863682" y="76373"/>
                  <a:pt x="1856727" y="77727"/>
                  <a:pt x="1852527" y="80437"/>
                </a:cubicBezTo>
                <a:cubicBezTo>
                  <a:pt x="1849728" y="82356"/>
                  <a:pt x="1848328" y="84845"/>
                  <a:pt x="1848328" y="87904"/>
                </a:cubicBezTo>
                <a:cubicBezTo>
                  <a:pt x="1848328" y="90523"/>
                  <a:pt x="1849553" y="92750"/>
                  <a:pt x="1852003" y="94584"/>
                </a:cubicBezTo>
                <a:cubicBezTo>
                  <a:pt x="1855327" y="97031"/>
                  <a:pt x="1866809" y="100482"/>
                  <a:pt x="1886449" y="104939"/>
                </a:cubicBezTo>
                <a:cubicBezTo>
                  <a:pt x="1906089" y="109395"/>
                  <a:pt x="1919802" y="114861"/>
                  <a:pt x="1927588" y="121338"/>
                </a:cubicBezTo>
                <a:cubicBezTo>
                  <a:pt x="1935286" y="127904"/>
                  <a:pt x="1939136" y="137052"/>
                  <a:pt x="1939136" y="148780"/>
                </a:cubicBezTo>
                <a:cubicBezTo>
                  <a:pt x="1939136" y="161561"/>
                  <a:pt x="1933799" y="172547"/>
                  <a:pt x="1923126" y="181738"/>
                </a:cubicBezTo>
                <a:cubicBezTo>
                  <a:pt x="1912453" y="190929"/>
                  <a:pt x="1896663" y="195525"/>
                  <a:pt x="1875754" y="195525"/>
                </a:cubicBezTo>
                <a:cubicBezTo>
                  <a:pt x="1856770" y="195525"/>
                  <a:pt x="1841745" y="191688"/>
                  <a:pt x="1830679" y="184014"/>
                </a:cubicBezTo>
                <a:cubicBezTo>
                  <a:pt x="1819612" y="176337"/>
                  <a:pt x="1812373" y="165914"/>
                  <a:pt x="1808961" y="152745"/>
                </a:cubicBezTo>
                <a:close/>
                <a:moveTo>
                  <a:pt x="1971376" y="34118"/>
                </a:moveTo>
                <a:lnTo>
                  <a:pt x="1971376" y="0"/>
                </a:lnTo>
                <a:lnTo>
                  <a:pt x="2008250" y="0"/>
                </a:lnTo>
                <a:lnTo>
                  <a:pt x="2008250" y="34118"/>
                </a:lnTo>
                <a:lnTo>
                  <a:pt x="1971376" y="34118"/>
                </a:lnTo>
                <a:moveTo>
                  <a:pt x="1971376" y="192375"/>
                </a:moveTo>
                <a:lnTo>
                  <a:pt x="1971376" y="53015"/>
                </a:lnTo>
                <a:lnTo>
                  <a:pt x="2008250" y="53015"/>
                </a:lnTo>
                <a:lnTo>
                  <a:pt x="2008250" y="192375"/>
                </a:lnTo>
                <a:lnTo>
                  <a:pt x="1971376" y="192375"/>
                </a:lnTo>
                <a:close/>
                <a:moveTo>
                  <a:pt x="2172046" y="192375"/>
                </a:moveTo>
                <a:lnTo>
                  <a:pt x="2135171" y="192375"/>
                </a:lnTo>
                <a:lnTo>
                  <a:pt x="2135171" y="121333"/>
                </a:lnTo>
                <a:cubicBezTo>
                  <a:pt x="2135171" y="106303"/>
                  <a:pt x="2134384" y="96581"/>
                  <a:pt x="2132809" y="92169"/>
                </a:cubicBezTo>
                <a:cubicBezTo>
                  <a:pt x="2131235" y="87756"/>
                  <a:pt x="2128676" y="84327"/>
                  <a:pt x="2125133" y="81880"/>
                </a:cubicBezTo>
                <a:cubicBezTo>
                  <a:pt x="2121590" y="79433"/>
                  <a:pt x="2117325" y="78210"/>
                  <a:pt x="2112338" y="78210"/>
                </a:cubicBezTo>
                <a:cubicBezTo>
                  <a:pt x="2105952" y="78210"/>
                  <a:pt x="2100222" y="79958"/>
                  <a:pt x="2095148" y="83455"/>
                </a:cubicBezTo>
                <a:cubicBezTo>
                  <a:pt x="2090074" y="86949"/>
                  <a:pt x="2086597" y="91580"/>
                  <a:pt x="2084716" y="97348"/>
                </a:cubicBezTo>
                <a:cubicBezTo>
                  <a:pt x="2082835" y="103114"/>
                  <a:pt x="2081894" y="113774"/>
                  <a:pt x="2081894" y="129330"/>
                </a:cubicBezTo>
                <a:lnTo>
                  <a:pt x="2081894" y="192375"/>
                </a:lnTo>
                <a:lnTo>
                  <a:pt x="2045020" y="192375"/>
                </a:lnTo>
                <a:lnTo>
                  <a:pt x="2045020" y="53015"/>
                </a:lnTo>
                <a:lnTo>
                  <a:pt x="2079270" y="53015"/>
                </a:lnTo>
                <a:lnTo>
                  <a:pt x="2079270" y="73486"/>
                </a:lnTo>
                <a:cubicBezTo>
                  <a:pt x="2091430" y="57739"/>
                  <a:pt x="2106739" y="49865"/>
                  <a:pt x="2125198" y="49865"/>
                </a:cubicBezTo>
                <a:cubicBezTo>
                  <a:pt x="2133334" y="49865"/>
                  <a:pt x="2140770" y="51331"/>
                  <a:pt x="2147507" y="54261"/>
                </a:cubicBezTo>
                <a:cubicBezTo>
                  <a:pt x="2154243" y="57192"/>
                  <a:pt x="2159339" y="60932"/>
                  <a:pt x="2162794" y="65481"/>
                </a:cubicBezTo>
                <a:cubicBezTo>
                  <a:pt x="2166250" y="70030"/>
                  <a:pt x="2168656" y="75192"/>
                  <a:pt x="2170012" y="80966"/>
                </a:cubicBezTo>
                <a:cubicBezTo>
                  <a:pt x="2171368" y="86739"/>
                  <a:pt x="2172046" y="95007"/>
                  <a:pt x="2172046" y="105767"/>
                </a:cubicBezTo>
                <a:lnTo>
                  <a:pt x="2172046" y="192375"/>
                </a:lnTo>
                <a:close/>
                <a:moveTo>
                  <a:pt x="2206075" y="201298"/>
                </a:moveTo>
                <a:lnTo>
                  <a:pt x="2248198" y="206547"/>
                </a:lnTo>
                <a:cubicBezTo>
                  <a:pt x="2248898" y="211493"/>
                  <a:pt x="2250516" y="214892"/>
                  <a:pt x="2253053" y="216746"/>
                </a:cubicBezTo>
                <a:cubicBezTo>
                  <a:pt x="2256553" y="219395"/>
                  <a:pt x="2262064" y="220720"/>
                  <a:pt x="2269588" y="220720"/>
                </a:cubicBezTo>
                <a:cubicBezTo>
                  <a:pt x="2279211" y="220720"/>
                  <a:pt x="2286428" y="219265"/>
                  <a:pt x="2291240" y="216356"/>
                </a:cubicBezTo>
                <a:cubicBezTo>
                  <a:pt x="2294477" y="214418"/>
                  <a:pt x="2296926" y="211291"/>
                  <a:pt x="2298588" y="206974"/>
                </a:cubicBezTo>
                <a:cubicBezTo>
                  <a:pt x="2299726" y="203890"/>
                  <a:pt x="2300294" y="198208"/>
                  <a:pt x="2300294" y="189927"/>
                </a:cubicBezTo>
                <a:lnTo>
                  <a:pt x="2300294" y="169440"/>
                </a:lnTo>
                <a:cubicBezTo>
                  <a:pt x="2289271" y="184730"/>
                  <a:pt x="2275362" y="192375"/>
                  <a:pt x="2258565" y="192375"/>
                </a:cubicBezTo>
                <a:cubicBezTo>
                  <a:pt x="2239844" y="192375"/>
                  <a:pt x="2225015" y="184458"/>
                  <a:pt x="2214080" y="168624"/>
                </a:cubicBezTo>
                <a:cubicBezTo>
                  <a:pt x="2205506" y="156113"/>
                  <a:pt x="2201220" y="140541"/>
                  <a:pt x="2201220" y="121908"/>
                </a:cubicBezTo>
                <a:cubicBezTo>
                  <a:pt x="2201220" y="98550"/>
                  <a:pt x="2206841" y="80703"/>
                  <a:pt x="2218082" y="68368"/>
                </a:cubicBezTo>
                <a:cubicBezTo>
                  <a:pt x="2229324" y="56033"/>
                  <a:pt x="2243299" y="49865"/>
                  <a:pt x="2260008" y="49865"/>
                </a:cubicBezTo>
                <a:cubicBezTo>
                  <a:pt x="2277243" y="49865"/>
                  <a:pt x="2291458" y="57468"/>
                  <a:pt x="2302656" y="72674"/>
                </a:cubicBezTo>
                <a:lnTo>
                  <a:pt x="2302656" y="53015"/>
                </a:lnTo>
                <a:lnTo>
                  <a:pt x="2337168" y="53015"/>
                </a:lnTo>
                <a:lnTo>
                  <a:pt x="2337168" y="178154"/>
                </a:lnTo>
                <a:cubicBezTo>
                  <a:pt x="2337168" y="194611"/>
                  <a:pt x="2335812" y="206911"/>
                  <a:pt x="2333100" y="215052"/>
                </a:cubicBezTo>
                <a:cubicBezTo>
                  <a:pt x="2330388" y="223194"/>
                  <a:pt x="2326583" y="229584"/>
                  <a:pt x="2321684" y="234224"/>
                </a:cubicBezTo>
                <a:cubicBezTo>
                  <a:pt x="2316785" y="238866"/>
                  <a:pt x="2310245" y="242499"/>
                  <a:pt x="2302066" y="245123"/>
                </a:cubicBezTo>
                <a:cubicBezTo>
                  <a:pt x="2293886" y="247751"/>
                  <a:pt x="2283541" y="249064"/>
                  <a:pt x="2271031" y="249064"/>
                </a:cubicBezTo>
                <a:cubicBezTo>
                  <a:pt x="2247411" y="249064"/>
                  <a:pt x="2230658" y="244984"/>
                  <a:pt x="2220772" y="236823"/>
                </a:cubicBezTo>
                <a:cubicBezTo>
                  <a:pt x="2210887" y="228666"/>
                  <a:pt x="2205944" y="218323"/>
                  <a:pt x="2205944" y="205797"/>
                </a:cubicBezTo>
                <a:cubicBezTo>
                  <a:pt x="2205944" y="204561"/>
                  <a:pt x="2205988" y="203062"/>
                  <a:pt x="2206075" y="201298"/>
                </a:cubicBezTo>
                <a:moveTo>
                  <a:pt x="2239012" y="119808"/>
                </a:moveTo>
                <a:cubicBezTo>
                  <a:pt x="2239012" y="134549"/>
                  <a:pt x="2241877" y="145342"/>
                  <a:pt x="2247608" y="152188"/>
                </a:cubicBezTo>
                <a:cubicBezTo>
                  <a:pt x="2253338" y="159033"/>
                  <a:pt x="2260402" y="162456"/>
                  <a:pt x="2268800" y="162456"/>
                </a:cubicBezTo>
                <a:cubicBezTo>
                  <a:pt x="2277811" y="162456"/>
                  <a:pt x="2285422" y="158946"/>
                  <a:pt x="2291633" y="151925"/>
                </a:cubicBezTo>
                <a:cubicBezTo>
                  <a:pt x="2297845" y="144905"/>
                  <a:pt x="2300950" y="134505"/>
                  <a:pt x="2300950" y="120727"/>
                </a:cubicBezTo>
                <a:cubicBezTo>
                  <a:pt x="2300950" y="106336"/>
                  <a:pt x="2297976" y="95652"/>
                  <a:pt x="2292027" y="88675"/>
                </a:cubicBezTo>
                <a:cubicBezTo>
                  <a:pt x="2286078" y="81698"/>
                  <a:pt x="2278555" y="78210"/>
                  <a:pt x="2269457" y="78210"/>
                </a:cubicBezTo>
                <a:cubicBezTo>
                  <a:pt x="2260621" y="78210"/>
                  <a:pt x="2253338" y="81633"/>
                  <a:pt x="2247608" y="88478"/>
                </a:cubicBezTo>
                <a:cubicBezTo>
                  <a:pt x="2241877" y="95324"/>
                  <a:pt x="2239012" y="105767"/>
                  <a:pt x="2239012" y="1198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1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a10ecddbdf4c26"/>
          <a:stretch xmlns:a="http://schemas.openxmlformats.org/drawingml/2006/main"/>
        </p:blipFill>
        <p:spPr>
          <a:xfrm xmlns:a="http://schemas.openxmlformats.org/drawingml/2006/main">
            <a:off x="4465580" y="2945940"/>
            <a:ext cx="2313919" cy="1301579"/>
          </a:xfrm>
          <a:prstGeom xmlns:a="http://schemas.openxmlformats.org/drawingml/2006/main" prst="rect">
            <a:avLst/>
          </a:prstGeom>
        </p:spPr>
      </p:pic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68134-1C89-42EC-914E-ABF03FA5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9981" y="2940313"/>
            <a:ext cx="2325117" cy="1312833"/>
          </a:xfrm>
          <a:custGeom xmlns:a="http://schemas.openxmlformats.org/drawingml/2006/main">
            <a:pathLst>
              <a:path w="2325117" h="1312833" fill="none">
                <a:moveTo>
                  <a:pt x="0" y="1312833"/>
                </a:moveTo>
                <a:lnTo>
                  <a:pt x="2325117" y="1312833"/>
                </a:lnTo>
                <a:lnTo>
                  <a:pt x="2325117" y="0"/>
                </a:lnTo>
                <a:lnTo>
                  <a:pt x="0" y="0"/>
                </a:lnTo>
                <a:lnTo>
                  <a:pt x="0" y="131283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198" cap="flat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71E305-AEE6-4881-B7A8-CE7492369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624" y="3232576"/>
            <a:ext cx="267852" cy="653057"/>
          </a:xfrm>
          <a:custGeom xmlns:a="http://schemas.openxmlformats.org/drawingml/2006/main">
            <a:pathLst>
              <a:path w="267852" h="653057">
                <a:moveTo>
                  <a:pt x="267852" y="0"/>
                </a:moveTo>
                <a:lnTo>
                  <a:pt x="267852" y="653057"/>
                </a:lnTo>
                <a:lnTo>
                  <a:pt x="0" y="522416"/>
                </a:lnTo>
                <a:lnTo>
                  <a:pt x="0" y="130641"/>
                </a:lnTo>
                <a:lnTo>
                  <a:pt x="267852" y="0"/>
                </a:lnTo>
                <a:close/>
              </a:path>
            </a:pathLst>
          </a:custGeom>
          <a:solidFill xmlns:a="http://schemas.openxmlformats.org/drawingml/2006/main">
            <a:srgbClr val="FFC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420A4A-B8B3-42D3-AC33-94B863CD8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624" y="3232576"/>
            <a:ext cx="267852" cy="653057"/>
          </a:xfrm>
          <a:custGeom xmlns:a="http://schemas.openxmlformats.org/drawingml/2006/main">
            <a:pathLst>
              <a:path w="267852" h="653057" fill="none">
                <a:moveTo>
                  <a:pt x="267852" y="0"/>
                </a:moveTo>
                <a:lnTo>
                  <a:pt x="267852" y="653057"/>
                </a:lnTo>
                <a:lnTo>
                  <a:pt x="0" y="522416"/>
                </a:lnTo>
                <a:lnTo>
                  <a:pt x="0" y="130641"/>
                </a:lnTo>
                <a:lnTo>
                  <a:pt x="267852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65" cap="flat">
            <a:solidFill>
              <a:srgbClr val="FFC000"/>
            </a:solidFill>
            <a:miter/>
          </a:ln>
        </p:spPr>
      </p:sp>
      <p:sp>
        <p:nvSpPr>
          <p:cNvPr id="75" name="Text Reshape">
            <a:extLst xmlns:a="http://schemas.openxmlformats.org/drawingml/2006/main">
              <a:ext uri="{FF2B5EF4-FFF2-40B4-BE49-F238E27FC236}">
                <a16:creationId xmlns:a16="http://schemas.microsoft.com/office/drawing/2014/main" id="{96307C9F-B871-41F9-8D8D-21C19CA9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6811" y="3304280"/>
            <a:ext cx="969615" cy="218397"/>
          </a:xfrm>
          <a:custGeom xmlns:a="http://schemas.openxmlformats.org/drawingml/2006/main">
            <a:pathLst>
              <a:path w="969615" h="218397">
                <a:moveTo>
                  <a:pt x="0" y="171214"/>
                </a:moveTo>
                <a:lnTo>
                  <a:pt x="0" y="0"/>
                </a:lnTo>
                <a:lnTo>
                  <a:pt x="72760" y="0"/>
                </a:lnTo>
                <a:cubicBezTo>
                  <a:pt x="91057" y="0"/>
                  <a:pt x="104352" y="1538"/>
                  <a:pt x="112644" y="4613"/>
                </a:cubicBezTo>
                <a:cubicBezTo>
                  <a:pt x="120936" y="7689"/>
                  <a:pt x="127573" y="13158"/>
                  <a:pt x="132556" y="21022"/>
                </a:cubicBezTo>
                <a:cubicBezTo>
                  <a:pt x="137540" y="28886"/>
                  <a:pt x="140031" y="37879"/>
                  <a:pt x="140031" y="48001"/>
                </a:cubicBezTo>
                <a:cubicBezTo>
                  <a:pt x="140031" y="60848"/>
                  <a:pt x="136255" y="71456"/>
                  <a:pt x="128702" y="79826"/>
                </a:cubicBezTo>
                <a:cubicBezTo>
                  <a:pt x="121150" y="88196"/>
                  <a:pt x="109860" y="93471"/>
                  <a:pt x="94833" y="95651"/>
                </a:cubicBezTo>
                <a:cubicBezTo>
                  <a:pt x="102308" y="100011"/>
                  <a:pt x="108478" y="104799"/>
                  <a:pt x="113345" y="110016"/>
                </a:cubicBezTo>
                <a:cubicBezTo>
                  <a:pt x="118211" y="115233"/>
                  <a:pt x="124770" y="124498"/>
                  <a:pt x="133024" y="137812"/>
                </a:cubicBezTo>
                <a:lnTo>
                  <a:pt x="153929" y="171214"/>
                </a:lnTo>
                <a:lnTo>
                  <a:pt x="112585" y="171214"/>
                </a:lnTo>
                <a:lnTo>
                  <a:pt x="87592" y="133947"/>
                </a:lnTo>
                <a:cubicBezTo>
                  <a:pt x="78716" y="120638"/>
                  <a:pt x="72643" y="112252"/>
                  <a:pt x="69373" y="108790"/>
                </a:cubicBezTo>
                <a:cubicBezTo>
                  <a:pt x="66103" y="105325"/>
                  <a:pt x="62638" y="102950"/>
                  <a:pt x="58979" y="101666"/>
                </a:cubicBezTo>
                <a:cubicBezTo>
                  <a:pt x="55319" y="100381"/>
                  <a:pt x="49519" y="99739"/>
                  <a:pt x="41577" y="99739"/>
                </a:cubicBezTo>
                <a:lnTo>
                  <a:pt x="34570" y="99739"/>
                </a:lnTo>
                <a:lnTo>
                  <a:pt x="34570" y="171214"/>
                </a:lnTo>
                <a:lnTo>
                  <a:pt x="0" y="171214"/>
                </a:lnTo>
                <a:moveTo>
                  <a:pt x="34570" y="72410"/>
                </a:moveTo>
                <a:lnTo>
                  <a:pt x="60147" y="72410"/>
                </a:lnTo>
                <a:cubicBezTo>
                  <a:pt x="76731" y="72410"/>
                  <a:pt x="87086" y="71709"/>
                  <a:pt x="91213" y="70307"/>
                </a:cubicBezTo>
                <a:cubicBezTo>
                  <a:pt x="95339" y="68906"/>
                  <a:pt x="98571" y="66492"/>
                  <a:pt x="100906" y="63067"/>
                </a:cubicBezTo>
                <a:cubicBezTo>
                  <a:pt x="103242" y="59641"/>
                  <a:pt x="104410" y="55358"/>
                  <a:pt x="104410" y="50220"/>
                </a:cubicBezTo>
                <a:cubicBezTo>
                  <a:pt x="104410" y="44458"/>
                  <a:pt x="102872" y="39806"/>
                  <a:pt x="99797" y="36263"/>
                </a:cubicBezTo>
                <a:cubicBezTo>
                  <a:pt x="96721" y="32721"/>
                  <a:pt x="92381" y="30482"/>
                  <a:pt x="86775" y="29548"/>
                </a:cubicBezTo>
                <a:cubicBezTo>
                  <a:pt x="83972" y="29159"/>
                  <a:pt x="75563" y="28964"/>
                  <a:pt x="61548" y="28964"/>
                </a:cubicBezTo>
                <a:lnTo>
                  <a:pt x="34570" y="28964"/>
                </a:lnTo>
                <a:lnTo>
                  <a:pt x="34570" y="72410"/>
                </a:lnTo>
                <a:close/>
                <a:moveTo>
                  <a:pt x="244167" y="131739"/>
                </a:moveTo>
                <a:lnTo>
                  <a:pt x="276868" y="137345"/>
                </a:lnTo>
                <a:cubicBezTo>
                  <a:pt x="272664" y="149296"/>
                  <a:pt x="266026" y="158396"/>
                  <a:pt x="256955" y="164644"/>
                </a:cubicBezTo>
                <a:cubicBezTo>
                  <a:pt x="247885" y="170893"/>
                  <a:pt x="236537" y="174017"/>
                  <a:pt x="222911" y="174017"/>
                </a:cubicBezTo>
                <a:cubicBezTo>
                  <a:pt x="201344" y="174017"/>
                  <a:pt x="185383" y="166971"/>
                  <a:pt x="175027" y="152878"/>
                </a:cubicBezTo>
                <a:cubicBezTo>
                  <a:pt x="166852" y="141588"/>
                  <a:pt x="162764" y="127340"/>
                  <a:pt x="162764" y="110133"/>
                </a:cubicBezTo>
                <a:cubicBezTo>
                  <a:pt x="162764" y="89578"/>
                  <a:pt x="168137" y="73480"/>
                  <a:pt x="178881" y="61840"/>
                </a:cubicBezTo>
                <a:cubicBezTo>
                  <a:pt x="189626" y="50200"/>
                  <a:pt x="203213" y="44380"/>
                  <a:pt x="219641" y="44380"/>
                </a:cubicBezTo>
                <a:cubicBezTo>
                  <a:pt x="238094" y="44380"/>
                  <a:pt x="252654" y="50473"/>
                  <a:pt x="263321" y="62658"/>
                </a:cubicBezTo>
                <a:cubicBezTo>
                  <a:pt x="273987" y="74843"/>
                  <a:pt x="279087" y="93510"/>
                  <a:pt x="278620" y="118658"/>
                </a:cubicBezTo>
                <a:lnTo>
                  <a:pt x="196400" y="118658"/>
                </a:lnTo>
                <a:cubicBezTo>
                  <a:pt x="196634" y="128391"/>
                  <a:pt x="199281" y="135963"/>
                  <a:pt x="204342" y="141374"/>
                </a:cubicBezTo>
                <a:cubicBezTo>
                  <a:pt x="209403" y="146785"/>
                  <a:pt x="215709" y="149491"/>
                  <a:pt x="223262" y="149491"/>
                </a:cubicBezTo>
                <a:cubicBezTo>
                  <a:pt x="228400" y="149491"/>
                  <a:pt x="232722" y="148090"/>
                  <a:pt x="236225" y="145287"/>
                </a:cubicBezTo>
                <a:cubicBezTo>
                  <a:pt x="239729" y="142484"/>
                  <a:pt x="242376" y="137968"/>
                  <a:pt x="244167" y="131739"/>
                </a:cubicBezTo>
                <a:moveTo>
                  <a:pt x="246036" y="98571"/>
                </a:moveTo>
                <a:cubicBezTo>
                  <a:pt x="245802" y="89111"/>
                  <a:pt x="243349" y="81918"/>
                  <a:pt x="238678" y="76994"/>
                </a:cubicBezTo>
                <a:cubicBezTo>
                  <a:pt x="234006" y="72069"/>
                  <a:pt x="228322" y="69607"/>
                  <a:pt x="221627" y="69607"/>
                </a:cubicBezTo>
                <a:cubicBezTo>
                  <a:pt x="214463" y="69607"/>
                  <a:pt x="208546" y="72204"/>
                  <a:pt x="203874" y="77399"/>
                </a:cubicBezTo>
                <a:cubicBezTo>
                  <a:pt x="199203" y="82596"/>
                  <a:pt x="196906" y="89653"/>
                  <a:pt x="196984" y="98571"/>
                </a:cubicBezTo>
                <a:lnTo>
                  <a:pt x="246036" y="98571"/>
                </a:lnTo>
                <a:close/>
                <a:moveTo>
                  <a:pt x="293766" y="135943"/>
                </a:moveTo>
                <a:lnTo>
                  <a:pt x="326701" y="130805"/>
                </a:lnTo>
                <a:cubicBezTo>
                  <a:pt x="328102" y="137150"/>
                  <a:pt x="330944" y="141968"/>
                  <a:pt x="335227" y="145257"/>
                </a:cubicBezTo>
                <a:cubicBezTo>
                  <a:pt x="339509" y="148547"/>
                  <a:pt x="345504" y="150192"/>
                  <a:pt x="353212" y="150192"/>
                </a:cubicBezTo>
                <a:cubicBezTo>
                  <a:pt x="361699" y="150192"/>
                  <a:pt x="368083" y="148637"/>
                  <a:pt x="372366" y="145527"/>
                </a:cubicBezTo>
                <a:cubicBezTo>
                  <a:pt x="375247" y="143350"/>
                  <a:pt x="376687" y="140434"/>
                  <a:pt x="376687" y="136779"/>
                </a:cubicBezTo>
                <a:cubicBezTo>
                  <a:pt x="376687" y="134290"/>
                  <a:pt x="375908" y="132229"/>
                  <a:pt x="374351" y="130597"/>
                </a:cubicBezTo>
                <a:cubicBezTo>
                  <a:pt x="372716" y="129042"/>
                  <a:pt x="369057" y="127604"/>
                  <a:pt x="363373" y="126283"/>
                </a:cubicBezTo>
                <a:cubicBezTo>
                  <a:pt x="336901" y="120453"/>
                  <a:pt x="320122" y="115127"/>
                  <a:pt x="313037" y="110304"/>
                </a:cubicBezTo>
                <a:cubicBezTo>
                  <a:pt x="303226" y="103613"/>
                  <a:pt x="298321" y="94318"/>
                  <a:pt x="298321" y="82417"/>
                </a:cubicBezTo>
                <a:cubicBezTo>
                  <a:pt x="298321" y="71682"/>
                  <a:pt x="302564" y="62659"/>
                  <a:pt x="311051" y="55347"/>
                </a:cubicBezTo>
                <a:cubicBezTo>
                  <a:pt x="319538" y="48036"/>
                  <a:pt x="332696" y="44380"/>
                  <a:pt x="350526" y="44380"/>
                </a:cubicBezTo>
                <a:cubicBezTo>
                  <a:pt x="367500" y="44380"/>
                  <a:pt x="380113" y="47134"/>
                  <a:pt x="388366" y="52643"/>
                </a:cubicBezTo>
                <a:cubicBezTo>
                  <a:pt x="396619" y="58152"/>
                  <a:pt x="402303" y="66298"/>
                  <a:pt x="405417" y="77081"/>
                </a:cubicBezTo>
                <a:lnTo>
                  <a:pt x="374468" y="82921"/>
                </a:lnTo>
                <a:cubicBezTo>
                  <a:pt x="373144" y="78093"/>
                  <a:pt x="370633" y="74395"/>
                  <a:pt x="366935" y="71826"/>
                </a:cubicBezTo>
                <a:cubicBezTo>
                  <a:pt x="363237" y="69256"/>
                  <a:pt x="357962" y="67972"/>
                  <a:pt x="351110" y="67972"/>
                </a:cubicBezTo>
                <a:cubicBezTo>
                  <a:pt x="342468" y="67972"/>
                  <a:pt x="336278" y="69177"/>
                  <a:pt x="332540" y="71589"/>
                </a:cubicBezTo>
                <a:cubicBezTo>
                  <a:pt x="330049" y="73297"/>
                  <a:pt x="328803" y="75512"/>
                  <a:pt x="328803" y="78235"/>
                </a:cubicBezTo>
                <a:cubicBezTo>
                  <a:pt x="328803" y="80566"/>
                  <a:pt x="329893" y="82547"/>
                  <a:pt x="332073" y="84180"/>
                </a:cubicBezTo>
                <a:cubicBezTo>
                  <a:pt x="335032" y="86358"/>
                  <a:pt x="345251" y="89429"/>
                  <a:pt x="362731" y="93395"/>
                </a:cubicBezTo>
                <a:cubicBezTo>
                  <a:pt x="380210" y="97361"/>
                  <a:pt x="392415" y="102226"/>
                  <a:pt x="399344" y="107990"/>
                </a:cubicBezTo>
                <a:cubicBezTo>
                  <a:pt x="406196" y="113835"/>
                  <a:pt x="409622" y="121976"/>
                  <a:pt x="409622" y="132414"/>
                </a:cubicBezTo>
                <a:cubicBezTo>
                  <a:pt x="409622" y="143789"/>
                  <a:pt x="404872" y="153566"/>
                  <a:pt x="395373" y="161747"/>
                </a:cubicBezTo>
                <a:cubicBezTo>
                  <a:pt x="385874" y="169927"/>
                  <a:pt x="371821" y="174017"/>
                  <a:pt x="353212" y="174017"/>
                </a:cubicBezTo>
                <a:cubicBezTo>
                  <a:pt x="336317" y="174017"/>
                  <a:pt x="322944" y="170602"/>
                  <a:pt x="313095" y="163772"/>
                </a:cubicBezTo>
                <a:cubicBezTo>
                  <a:pt x="303246" y="156940"/>
                  <a:pt x="296803" y="147664"/>
                  <a:pt x="293766" y="135943"/>
                </a:cubicBezTo>
                <a:close/>
                <a:moveTo>
                  <a:pt x="471016" y="0"/>
                </a:moveTo>
                <a:lnTo>
                  <a:pt x="471016" y="63037"/>
                </a:lnTo>
                <a:cubicBezTo>
                  <a:pt x="481605" y="50599"/>
                  <a:pt x="494258" y="44380"/>
                  <a:pt x="508973" y="44380"/>
                </a:cubicBezTo>
                <a:cubicBezTo>
                  <a:pt x="516526" y="44380"/>
                  <a:pt x="523338" y="45782"/>
                  <a:pt x="529411" y="48585"/>
                </a:cubicBezTo>
                <a:cubicBezTo>
                  <a:pt x="535484" y="51388"/>
                  <a:pt x="540059" y="54969"/>
                  <a:pt x="543134" y="59329"/>
                </a:cubicBezTo>
                <a:cubicBezTo>
                  <a:pt x="546210" y="63689"/>
                  <a:pt x="548312" y="68517"/>
                  <a:pt x="549441" y="73811"/>
                </a:cubicBezTo>
                <a:cubicBezTo>
                  <a:pt x="550570" y="79106"/>
                  <a:pt x="551134" y="87320"/>
                  <a:pt x="551134" y="98454"/>
                </a:cubicBezTo>
                <a:lnTo>
                  <a:pt x="551134" y="171214"/>
                </a:lnTo>
                <a:lnTo>
                  <a:pt x="518316" y="171214"/>
                </a:lnTo>
                <a:lnTo>
                  <a:pt x="518316" y="105771"/>
                </a:lnTo>
                <a:cubicBezTo>
                  <a:pt x="518316" y="92783"/>
                  <a:pt x="517693" y="84540"/>
                  <a:pt x="516448" y="81041"/>
                </a:cubicBezTo>
                <a:cubicBezTo>
                  <a:pt x="515202" y="77540"/>
                  <a:pt x="513002" y="74759"/>
                  <a:pt x="509849" y="72698"/>
                </a:cubicBezTo>
                <a:cubicBezTo>
                  <a:pt x="506696" y="70637"/>
                  <a:pt x="502744" y="69607"/>
                  <a:pt x="497995" y="69607"/>
                </a:cubicBezTo>
                <a:cubicBezTo>
                  <a:pt x="492545" y="69607"/>
                  <a:pt x="487678" y="70929"/>
                  <a:pt x="483396" y="73574"/>
                </a:cubicBezTo>
                <a:cubicBezTo>
                  <a:pt x="479114" y="76219"/>
                  <a:pt x="475980" y="80204"/>
                  <a:pt x="473995" y="85530"/>
                </a:cubicBezTo>
                <a:cubicBezTo>
                  <a:pt x="472009" y="90856"/>
                  <a:pt x="471016" y="98731"/>
                  <a:pt x="471016" y="109155"/>
                </a:cubicBezTo>
                <a:lnTo>
                  <a:pt x="471016" y="171214"/>
                </a:lnTo>
                <a:lnTo>
                  <a:pt x="438199" y="171214"/>
                </a:lnTo>
                <a:lnTo>
                  <a:pt x="438199" y="0"/>
                </a:lnTo>
                <a:lnTo>
                  <a:pt x="471016" y="0"/>
                </a:lnTo>
                <a:close/>
                <a:moveTo>
                  <a:pt x="608267" y="85490"/>
                </a:moveTo>
                <a:lnTo>
                  <a:pt x="578485" y="80118"/>
                </a:lnTo>
                <a:cubicBezTo>
                  <a:pt x="581833" y="67969"/>
                  <a:pt x="587595" y="58976"/>
                  <a:pt x="595770" y="53139"/>
                </a:cubicBezTo>
                <a:cubicBezTo>
                  <a:pt x="603946" y="47300"/>
                  <a:pt x="616092" y="44380"/>
                  <a:pt x="632209" y="44380"/>
                </a:cubicBezTo>
                <a:cubicBezTo>
                  <a:pt x="646846" y="44380"/>
                  <a:pt x="657747" y="46113"/>
                  <a:pt x="664910" y="49577"/>
                </a:cubicBezTo>
                <a:cubicBezTo>
                  <a:pt x="672073" y="53042"/>
                  <a:pt x="677114" y="57441"/>
                  <a:pt x="680034" y="62775"/>
                </a:cubicBezTo>
                <a:cubicBezTo>
                  <a:pt x="682954" y="68108"/>
                  <a:pt x="684414" y="77899"/>
                  <a:pt x="684414" y="92147"/>
                </a:cubicBezTo>
                <a:lnTo>
                  <a:pt x="684063" y="130454"/>
                </a:lnTo>
                <a:cubicBezTo>
                  <a:pt x="684063" y="141355"/>
                  <a:pt x="684589" y="149394"/>
                  <a:pt x="685640" y="154571"/>
                </a:cubicBezTo>
                <a:cubicBezTo>
                  <a:pt x="686691" y="159749"/>
                  <a:pt x="688657" y="165297"/>
                  <a:pt x="691538" y="171214"/>
                </a:cubicBezTo>
                <a:lnTo>
                  <a:pt x="659070" y="171214"/>
                </a:lnTo>
                <a:cubicBezTo>
                  <a:pt x="658214" y="169034"/>
                  <a:pt x="657163" y="165803"/>
                  <a:pt x="655917" y="161520"/>
                </a:cubicBezTo>
                <a:cubicBezTo>
                  <a:pt x="655372" y="159574"/>
                  <a:pt x="654983" y="158289"/>
                  <a:pt x="654749" y="157666"/>
                </a:cubicBezTo>
                <a:cubicBezTo>
                  <a:pt x="649143" y="163116"/>
                  <a:pt x="643148" y="167204"/>
                  <a:pt x="636764" y="169929"/>
                </a:cubicBezTo>
                <a:cubicBezTo>
                  <a:pt x="630379" y="172654"/>
                  <a:pt x="623566" y="174017"/>
                  <a:pt x="616325" y="174017"/>
                </a:cubicBezTo>
                <a:cubicBezTo>
                  <a:pt x="603556" y="174017"/>
                  <a:pt x="593493" y="170567"/>
                  <a:pt x="586135" y="163666"/>
                </a:cubicBezTo>
                <a:cubicBezTo>
                  <a:pt x="578777" y="156766"/>
                  <a:pt x="575098" y="148043"/>
                  <a:pt x="575098" y="137498"/>
                </a:cubicBezTo>
                <a:cubicBezTo>
                  <a:pt x="575098" y="130520"/>
                  <a:pt x="576772" y="124298"/>
                  <a:pt x="580120" y="118834"/>
                </a:cubicBezTo>
                <a:cubicBezTo>
                  <a:pt x="583468" y="113366"/>
                  <a:pt x="588159" y="109179"/>
                  <a:pt x="594194" y="106271"/>
                </a:cubicBezTo>
                <a:cubicBezTo>
                  <a:pt x="600228" y="103364"/>
                  <a:pt x="608929" y="100825"/>
                  <a:pt x="620296" y="98655"/>
                </a:cubicBezTo>
                <a:cubicBezTo>
                  <a:pt x="635635" y="95786"/>
                  <a:pt x="646262" y="93111"/>
                  <a:pt x="652180" y="90629"/>
                </a:cubicBezTo>
                <a:lnTo>
                  <a:pt x="652180" y="87322"/>
                </a:lnTo>
                <a:cubicBezTo>
                  <a:pt x="652180" y="80945"/>
                  <a:pt x="650623" y="76399"/>
                  <a:pt x="647508" y="73683"/>
                </a:cubicBezTo>
                <a:cubicBezTo>
                  <a:pt x="644394" y="70966"/>
                  <a:pt x="638515" y="69607"/>
                  <a:pt x="629873" y="69607"/>
                </a:cubicBezTo>
                <a:cubicBezTo>
                  <a:pt x="624033" y="69607"/>
                  <a:pt x="619479" y="70782"/>
                  <a:pt x="616208" y="73132"/>
                </a:cubicBezTo>
                <a:cubicBezTo>
                  <a:pt x="612938" y="75480"/>
                  <a:pt x="610291" y="79600"/>
                  <a:pt x="608267" y="85490"/>
                </a:cubicBezTo>
                <a:moveTo>
                  <a:pt x="652180" y="112118"/>
                </a:moveTo>
                <a:cubicBezTo>
                  <a:pt x="647975" y="113503"/>
                  <a:pt x="641318" y="115157"/>
                  <a:pt x="632209" y="117082"/>
                </a:cubicBezTo>
                <a:cubicBezTo>
                  <a:pt x="623099" y="119004"/>
                  <a:pt x="617143" y="120888"/>
                  <a:pt x="614340" y="122735"/>
                </a:cubicBezTo>
                <a:cubicBezTo>
                  <a:pt x="610058" y="125735"/>
                  <a:pt x="607916" y="129543"/>
                  <a:pt x="607916" y="134159"/>
                </a:cubicBezTo>
                <a:cubicBezTo>
                  <a:pt x="607916" y="138699"/>
                  <a:pt x="609629" y="142624"/>
                  <a:pt x="613055" y="145933"/>
                </a:cubicBezTo>
                <a:cubicBezTo>
                  <a:pt x="616481" y="149239"/>
                  <a:pt x="620841" y="150892"/>
                  <a:pt x="626136" y="150892"/>
                </a:cubicBezTo>
                <a:cubicBezTo>
                  <a:pt x="632053" y="150892"/>
                  <a:pt x="637698" y="148969"/>
                  <a:pt x="643070" y="145122"/>
                </a:cubicBezTo>
                <a:cubicBezTo>
                  <a:pt x="647041" y="142200"/>
                  <a:pt x="649649" y="138622"/>
                  <a:pt x="650895" y="134389"/>
                </a:cubicBezTo>
                <a:cubicBezTo>
                  <a:pt x="651752" y="131620"/>
                  <a:pt x="652180" y="126351"/>
                  <a:pt x="652180" y="118582"/>
                </a:cubicBezTo>
                <a:lnTo>
                  <a:pt x="652180" y="112118"/>
                </a:lnTo>
                <a:close/>
                <a:moveTo>
                  <a:pt x="715794" y="47183"/>
                </a:moveTo>
                <a:lnTo>
                  <a:pt x="746393" y="47183"/>
                </a:lnTo>
                <a:lnTo>
                  <a:pt x="746393" y="65402"/>
                </a:lnTo>
                <a:cubicBezTo>
                  <a:pt x="750364" y="59174"/>
                  <a:pt x="755736" y="54113"/>
                  <a:pt x="762510" y="50220"/>
                </a:cubicBezTo>
                <a:cubicBezTo>
                  <a:pt x="769284" y="46327"/>
                  <a:pt x="776797" y="44380"/>
                  <a:pt x="785050" y="44380"/>
                </a:cubicBezTo>
                <a:cubicBezTo>
                  <a:pt x="799454" y="44380"/>
                  <a:pt x="811678" y="50025"/>
                  <a:pt x="821722" y="61315"/>
                </a:cubicBezTo>
                <a:cubicBezTo>
                  <a:pt x="831766" y="72604"/>
                  <a:pt x="836788" y="88332"/>
                  <a:pt x="836788" y="108498"/>
                </a:cubicBezTo>
                <a:cubicBezTo>
                  <a:pt x="836788" y="129208"/>
                  <a:pt x="831727" y="145306"/>
                  <a:pt x="821605" y="156790"/>
                </a:cubicBezTo>
                <a:cubicBezTo>
                  <a:pt x="811484" y="168275"/>
                  <a:pt x="799221" y="174017"/>
                  <a:pt x="784817" y="174017"/>
                </a:cubicBezTo>
                <a:cubicBezTo>
                  <a:pt x="777965" y="174017"/>
                  <a:pt x="771756" y="172654"/>
                  <a:pt x="766189" y="169929"/>
                </a:cubicBezTo>
                <a:cubicBezTo>
                  <a:pt x="760622" y="167204"/>
                  <a:pt x="754763" y="162533"/>
                  <a:pt x="748612" y="155914"/>
                </a:cubicBezTo>
                <a:lnTo>
                  <a:pt x="748612" y="218397"/>
                </a:lnTo>
                <a:lnTo>
                  <a:pt x="715794" y="218397"/>
                </a:lnTo>
                <a:lnTo>
                  <a:pt x="715794" y="47183"/>
                </a:lnTo>
                <a:moveTo>
                  <a:pt x="748261" y="107042"/>
                </a:moveTo>
                <a:cubicBezTo>
                  <a:pt x="748261" y="120957"/>
                  <a:pt x="751025" y="131238"/>
                  <a:pt x="756553" y="137885"/>
                </a:cubicBezTo>
                <a:cubicBezTo>
                  <a:pt x="762082" y="144532"/>
                  <a:pt x="768816" y="147856"/>
                  <a:pt x="776758" y="147856"/>
                </a:cubicBezTo>
                <a:cubicBezTo>
                  <a:pt x="784388" y="147856"/>
                  <a:pt x="790734" y="144805"/>
                  <a:pt x="795795" y="138703"/>
                </a:cubicBezTo>
                <a:cubicBezTo>
                  <a:pt x="800856" y="132600"/>
                  <a:pt x="803386" y="122590"/>
                  <a:pt x="803386" y="108673"/>
                </a:cubicBezTo>
                <a:cubicBezTo>
                  <a:pt x="803386" y="95690"/>
                  <a:pt x="800778" y="86050"/>
                  <a:pt x="795561" y="79753"/>
                </a:cubicBezTo>
                <a:cubicBezTo>
                  <a:pt x="790345" y="73456"/>
                  <a:pt x="783882" y="70307"/>
                  <a:pt x="776174" y="70307"/>
                </a:cubicBezTo>
                <a:cubicBezTo>
                  <a:pt x="768155" y="70307"/>
                  <a:pt x="761498" y="73398"/>
                  <a:pt x="756203" y="79578"/>
                </a:cubicBezTo>
                <a:cubicBezTo>
                  <a:pt x="750909" y="85758"/>
                  <a:pt x="748261" y="94912"/>
                  <a:pt x="748261" y="107042"/>
                </a:cubicBezTo>
                <a:close/>
                <a:moveTo>
                  <a:pt x="934695" y="131739"/>
                </a:moveTo>
                <a:lnTo>
                  <a:pt x="967396" y="137345"/>
                </a:lnTo>
                <a:cubicBezTo>
                  <a:pt x="963192" y="149296"/>
                  <a:pt x="956554" y="158396"/>
                  <a:pt x="947484" y="164644"/>
                </a:cubicBezTo>
                <a:cubicBezTo>
                  <a:pt x="938413" y="170893"/>
                  <a:pt x="927065" y="174017"/>
                  <a:pt x="913440" y="174017"/>
                </a:cubicBezTo>
                <a:cubicBezTo>
                  <a:pt x="891872" y="174017"/>
                  <a:pt x="875911" y="166971"/>
                  <a:pt x="865556" y="152878"/>
                </a:cubicBezTo>
                <a:cubicBezTo>
                  <a:pt x="857380" y="141588"/>
                  <a:pt x="853293" y="127340"/>
                  <a:pt x="853293" y="110133"/>
                </a:cubicBezTo>
                <a:cubicBezTo>
                  <a:pt x="853293" y="89578"/>
                  <a:pt x="858665" y="73480"/>
                  <a:pt x="869410" y="61840"/>
                </a:cubicBezTo>
                <a:cubicBezTo>
                  <a:pt x="880154" y="50200"/>
                  <a:pt x="893741" y="44380"/>
                  <a:pt x="910169" y="44380"/>
                </a:cubicBezTo>
                <a:cubicBezTo>
                  <a:pt x="928622" y="44380"/>
                  <a:pt x="943182" y="50473"/>
                  <a:pt x="953849" y="62658"/>
                </a:cubicBezTo>
                <a:cubicBezTo>
                  <a:pt x="964516" y="74843"/>
                  <a:pt x="969615" y="93510"/>
                  <a:pt x="969148" y="118658"/>
                </a:cubicBezTo>
                <a:lnTo>
                  <a:pt x="886928" y="118658"/>
                </a:lnTo>
                <a:cubicBezTo>
                  <a:pt x="887162" y="128391"/>
                  <a:pt x="889809" y="135963"/>
                  <a:pt x="894870" y="141374"/>
                </a:cubicBezTo>
                <a:cubicBezTo>
                  <a:pt x="899931" y="146785"/>
                  <a:pt x="906237" y="149491"/>
                  <a:pt x="913790" y="149491"/>
                </a:cubicBezTo>
                <a:cubicBezTo>
                  <a:pt x="918929" y="149491"/>
                  <a:pt x="923250" y="148090"/>
                  <a:pt x="926754" y="145287"/>
                </a:cubicBezTo>
                <a:cubicBezTo>
                  <a:pt x="930257" y="142484"/>
                  <a:pt x="932905" y="137968"/>
                  <a:pt x="934695" y="131739"/>
                </a:cubicBezTo>
                <a:moveTo>
                  <a:pt x="936564" y="98571"/>
                </a:moveTo>
                <a:cubicBezTo>
                  <a:pt x="936330" y="89111"/>
                  <a:pt x="933878" y="81918"/>
                  <a:pt x="929206" y="76994"/>
                </a:cubicBezTo>
                <a:cubicBezTo>
                  <a:pt x="924535" y="72069"/>
                  <a:pt x="918851" y="69607"/>
                  <a:pt x="912155" y="69607"/>
                </a:cubicBezTo>
                <a:cubicBezTo>
                  <a:pt x="904992" y="69607"/>
                  <a:pt x="899074" y="72204"/>
                  <a:pt x="894403" y="77399"/>
                </a:cubicBezTo>
                <a:cubicBezTo>
                  <a:pt x="889731" y="82596"/>
                  <a:pt x="887434" y="89653"/>
                  <a:pt x="887512" y="98571"/>
                </a:cubicBezTo>
                <a:lnTo>
                  <a:pt x="936564" y="9857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4B9135-AEF9-4B55-98AA-7A945977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14" y="97632"/>
            <a:ext cx="3521493" cy="4150363"/>
          </a:xfrm>
          <a:custGeom xmlns:a="http://schemas.openxmlformats.org/drawingml/2006/main">
            <a:pathLst>
              <a:path w="3521493" h="4150363" fill="none">
                <a:moveTo>
                  <a:pt x="0" y="4150363"/>
                </a:moveTo>
                <a:lnTo>
                  <a:pt x="3521493" y="4150363"/>
                </a:lnTo>
                <a:lnTo>
                  <a:pt x="3521493" y="0"/>
                </a:lnTo>
                <a:lnTo>
                  <a:pt x="0" y="0"/>
                </a:lnTo>
                <a:lnTo>
                  <a:pt x="0" y="4150363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FF0000"/>
            </a:solidFill>
            <a:custDash>
              <a:ds d="400000" sp="300000"/>
            </a:custDash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2ED4E-9A77-4520-8CD7-F6392589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983" y="714856"/>
            <a:ext cx="2546835" cy="361914"/>
          </a:xfrm>
          <a:custGeom xmlns:a="http://schemas.openxmlformats.org/drawingml/2006/main">
            <a:pathLst>
              <a:path w="2546835" h="361914">
                <a:moveTo>
                  <a:pt x="0" y="361914"/>
                </a:moveTo>
                <a:lnTo>
                  <a:pt x="0" y="0"/>
                </a:lnTo>
                <a:lnTo>
                  <a:pt x="2546835" y="0"/>
                </a:lnTo>
                <a:lnTo>
                  <a:pt x="2546835" y="361914"/>
                </a:lnTo>
                <a:lnTo>
                  <a:pt x="0" y="361914"/>
                </a:lnTo>
                <a:close/>
              </a:path>
            </a:pathLst>
          </a:custGeom>
          <a:solidFill xmlns:a="http://schemas.openxmlformats.org/drawingml/2006/main">
            <a:srgbClr val="E7E6E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19814-539F-4E91-B840-460589B13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983" y="714856"/>
            <a:ext cx="2546835" cy="361914"/>
          </a:xfrm>
          <a:custGeom xmlns:a="http://schemas.openxmlformats.org/drawingml/2006/main">
            <a:pathLst>
              <a:path w="2546835" h="361914" fill="none">
                <a:moveTo>
                  <a:pt x="0" y="361914"/>
                </a:moveTo>
                <a:lnTo>
                  <a:pt x="2546835" y="361914"/>
                </a:lnTo>
                <a:lnTo>
                  <a:pt x="2546835" y="0"/>
                </a:lnTo>
                <a:lnTo>
                  <a:pt x="0" y="0"/>
                </a:lnTo>
                <a:lnTo>
                  <a:pt x="0" y="3619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E7E6E6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4AEAF3-B119-4979-81D4-4F9A4F0C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983" y="2117720"/>
            <a:ext cx="2551313" cy="451496"/>
          </a:xfrm>
          <a:custGeom xmlns:a="http://schemas.openxmlformats.org/drawingml/2006/main">
            <a:pathLst>
              <a:path w="2551313" h="451496">
                <a:moveTo>
                  <a:pt x="0" y="451496"/>
                </a:moveTo>
                <a:lnTo>
                  <a:pt x="0" y="0"/>
                </a:lnTo>
                <a:lnTo>
                  <a:pt x="2551313" y="0"/>
                </a:lnTo>
                <a:lnTo>
                  <a:pt x="2551313" y="451496"/>
                </a:lnTo>
                <a:lnTo>
                  <a:pt x="0" y="451496"/>
                </a:lnTo>
                <a:close/>
              </a:path>
            </a:pathLst>
          </a:custGeom>
          <a:solidFill xmlns:a="http://schemas.openxmlformats.org/drawingml/2006/main">
            <a:srgbClr val="13C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FC9C01-C808-4D72-BDD3-9A58B569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5983" y="2117720"/>
            <a:ext cx="2551313" cy="451496"/>
          </a:xfrm>
          <a:custGeom xmlns:a="http://schemas.openxmlformats.org/drawingml/2006/main">
            <a:pathLst>
              <a:path w="2551313" h="451496" fill="none">
                <a:moveTo>
                  <a:pt x="0" y="451496"/>
                </a:moveTo>
                <a:lnTo>
                  <a:pt x="2551313" y="451496"/>
                </a:lnTo>
                <a:lnTo>
                  <a:pt x="2551313" y="0"/>
                </a:lnTo>
                <a:lnTo>
                  <a:pt x="0" y="0"/>
                </a:lnTo>
                <a:lnTo>
                  <a:pt x="0" y="4514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6797" cap="flat">
            <a:solidFill>
              <a:srgbClr val="12C8D6"/>
            </a:solidFill>
            <a:miter/>
          </a:ln>
        </p:spPr>
      </p:sp>
      <p:sp>
        <p:nvSpPr>
          <p:cNvPr id="81" name="Text Spatiallayer">
            <a:extLst xmlns:a="http://schemas.openxmlformats.org/drawingml/2006/main">
              <a:ext uri="{FF2B5EF4-FFF2-40B4-BE49-F238E27FC236}">
                <a16:creationId xmlns:a16="http://schemas.microsoft.com/office/drawing/2014/main" id="{F14545BD-40EC-4623-A625-A6F1CF8DE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7652" y="795618"/>
            <a:ext cx="1400523" cy="224704"/>
          </a:xfrm>
          <a:custGeom xmlns:a="http://schemas.openxmlformats.org/drawingml/2006/main">
            <a:pathLst>
              <a:path w="1400523" h="224704">
                <a:moveTo>
                  <a:pt x="0" y="118658"/>
                </a:moveTo>
                <a:lnTo>
                  <a:pt x="33635" y="115388"/>
                </a:lnTo>
                <a:cubicBezTo>
                  <a:pt x="35660" y="126719"/>
                  <a:pt x="39767" y="135042"/>
                  <a:pt x="45957" y="140356"/>
                </a:cubicBezTo>
                <a:cubicBezTo>
                  <a:pt x="52147" y="145667"/>
                  <a:pt x="60497" y="148323"/>
                  <a:pt x="71008" y="148323"/>
                </a:cubicBezTo>
                <a:cubicBezTo>
                  <a:pt x="82142" y="148323"/>
                  <a:pt x="90532" y="145961"/>
                  <a:pt x="96176" y="141235"/>
                </a:cubicBezTo>
                <a:cubicBezTo>
                  <a:pt x="101821" y="136510"/>
                  <a:pt x="104644" y="130983"/>
                  <a:pt x="104644" y="124655"/>
                </a:cubicBezTo>
                <a:cubicBezTo>
                  <a:pt x="104644" y="120594"/>
                  <a:pt x="103456" y="117139"/>
                  <a:pt x="101082" y="114290"/>
                </a:cubicBezTo>
                <a:cubicBezTo>
                  <a:pt x="98707" y="111438"/>
                  <a:pt x="94561" y="108958"/>
                  <a:pt x="88643" y="106848"/>
                </a:cubicBezTo>
                <a:cubicBezTo>
                  <a:pt x="84595" y="105444"/>
                  <a:pt x="75368" y="102948"/>
                  <a:pt x="60964" y="99359"/>
                </a:cubicBezTo>
                <a:cubicBezTo>
                  <a:pt x="42434" y="94755"/>
                  <a:pt x="29431" y="89098"/>
                  <a:pt x="21956" y="82388"/>
                </a:cubicBezTo>
                <a:cubicBezTo>
                  <a:pt x="11445" y="72947"/>
                  <a:pt x="6190" y="61440"/>
                  <a:pt x="6190" y="47866"/>
                </a:cubicBezTo>
                <a:cubicBezTo>
                  <a:pt x="6190" y="39128"/>
                  <a:pt x="8662" y="30957"/>
                  <a:pt x="13606" y="23351"/>
                </a:cubicBezTo>
                <a:cubicBezTo>
                  <a:pt x="18550" y="15742"/>
                  <a:pt x="25674" y="9949"/>
                  <a:pt x="34979" y="5971"/>
                </a:cubicBezTo>
                <a:cubicBezTo>
                  <a:pt x="44283" y="1990"/>
                  <a:pt x="55514" y="0"/>
                  <a:pt x="68672" y="0"/>
                </a:cubicBezTo>
                <a:cubicBezTo>
                  <a:pt x="90162" y="0"/>
                  <a:pt x="106337" y="4732"/>
                  <a:pt x="117199" y="14197"/>
                </a:cubicBezTo>
                <a:cubicBezTo>
                  <a:pt x="128060" y="23660"/>
                  <a:pt x="133763" y="36290"/>
                  <a:pt x="134308" y="52088"/>
                </a:cubicBezTo>
                <a:lnTo>
                  <a:pt x="99739" y="53490"/>
                </a:lnTo>
                <a:cubicBezTo>
                  <a:pt x="98259" y="44692"/>
                  <a:pt x="95086" y="38365"/>
                  <a:pt x="90220" y="34511"/>
                </a:cubicBezTo>
                <a:cubicBezTo>
                  <a:pt x="85354" y="30657"/>
                  <a:pt x="78055" y="28730"/>
                  <a:pt x="68322" y="28730"/>
                </a:cubicBezTo>
                <a:cubicBezTo>
                  <a:pt x="58278" y="28730"/>
                  <a:pt x="50414" y="30795"/>
                  <a:pt x="44731" y="34924"/>
                </a:cubicBezTo>
                <a:cubicBezTo>
                  <a:pt x="41071" y="37571"/>
                  <a:pt x="39241" y="41115"/>
                  <a:pt x="39241" y="45555"/>
                </a:cubicBezTo>
                <a:cubicBezTo>
                  <a:pt x="39241" y="49606"/>
                  <a:pt x="40954" y="53072"/>
                  <a:pt x="44380" y="55953"/>
                </a:cubicBezTo>
                <a:cubicBezTo>
                  <a:pt x="48740" y="59615"/>
                  <a:pt x="59329" y="63435"/>
                  <a:pt x="76147" y="67413"/>
                </a:cubicBezTo>
                <a:cubicBezTo>
                  <a:pt x="92965" y="71391"/>
                  <a:pt x="105403" y="75507"/>
                  <a:pt x="113461" y="79760"/>
                </a:cubicBezTo>
                <a:cubicBezTo>
                  <a:pt x="121520" y="84011"/>
                  <a:pt x="127826" y="89822"/>
                  <a:pt x="132381" y="97195"/>
                </a:cubicBezTo>
                <a:cubicBezTo>
                  <a:pt x="136936" y="104565"/>
                  <a:pt x="139214" y="113672"/>
                  <a:pt x="139214" y="124516"/>
                </a:cubicBezTo>
                <a:cubicBezTo>
                  <a:pt x="139214" y="134344"/>
                  <a:pt x="136488" y="143548"/>
                  <a:pt x="131038" y="152130"/>
                </a:cubicBezTo>
                <a:cubicBezTo>
                  <a:pt x="125588" y="160711"/>
                  <a:pt x="117880" y="167089"/>
                  <a:pt x="107914" y="171261"/>
                </a:cubicBezTo>
                <a:cubicBezTo>
                  <a:pt x="97948" y="175434"/>
                  <a:pt x="85529" y="177521"/>
                  <a:pt x="70658" y="177521"/>
                </a:cubicBezTo>
                <a:cubicBezTo>
                  <a:pt x="49013" y="177521"/>
                  <a:pt x="32390" y="172508"/>
                  <a:pt x="20789" y="162484"/>
                </a:cubicBezTo>
                <a:cubicBezTo>
                  <a:pt x="9187" y="152459"/>
                  <a:pt x="2258" y="137851"/>
                  <a:pt x="0" y="118658"/>
                </a:cubicBezTo>
                <a:close/>
                <a:moveTo>
                  <a:pt x="167049" y="50220"/>
                </a:moveTo>
                <a:lnTo>
                  <a:pt x="197648" y="50220"/>
                </a:lnTo>
                <a:lnTo>
                  <a:pt x="197648" y="68439"/>
                </a:lnTo>
                <a:cubicBezTo>
                  <a:pt x="201619" y="62210"/>
                  <a:pt x="206991" y="57149"/>
                  <a:pt x="213765" y="53256"/>
                </a:cubicBezTo>
                <a:cubicBezTo>
                  <a:pt x="220539" y="49363"/>
                  <a:pt x="228052" y="47417"/>
                  <a:pt x="236305" y="47417"/>
                </a:cubicBezTo>
                <a:cubicBezTo>
                  <a:pt x="250709" y="47417"/>
                  <a:pt x="262933" y="53062"/>
                  <a:pt x="272977" y="64351"/>
                </a:cubicBezTo>
                <a:cubicBezTo>
                  <a:pt x="283021" y="75641"/>
                  <a:pt x="288043" y="91369"/>
                  <a:pt x="288043" y="111534"/>
                </a:cubicBezTo>
                <a:cubicBezTo>
                  <a:pt x="288043" y="132245"/>
                  <a:pt x="282982" y="148343"/>
                  <a:pt x="272861" y="159827"/>
                </a:cubicBezTo>
                <a:cubicBezTo>
                  <a:pt x="262739" y="171311"/>
                  <a:pt x="250476" y="177053"/>
                  <a:pt x="236072" y="177053"/>
                </a:cubicBezTo>
                <a:cubicBezTo>
                  <a:pt x="229220" y="177053"/>
                  <a:pt x="223011" y="175691"/>
                  <a:pt x="217444" y="172966"/>
                </a:cubicBezTo>
                <a:cubicBezTo>
                  <a:pt x="211877" y="170241"/>
                  <a:pt x="206018" y="165569"/>
                  <a:pt x="199867" y="158951"/>
                </a:cubicBezTo>
                <a:lnTo>
                  <a:pt x="199867" y="221434"/>
                </a:lnTo>
                <a:lnTo>
                  <a:pt x="167049" y="221434"/>
                </a:lnTo>
                <a:lnTo>
                  <a:pt x="167049" y="50220"/>
                </a:lnTo>
                <a:moveTo>
                  <a:pt x="199517" y="110078"/>
                </a:moveTo>
                <a:cubicBezTo>
                  <a:pt x="199517" y="123993"/>
                  <a:pt x="202281" y="134274"/>
                  <a:pt x="207809" y="140922"/>
                </a:cubicBezTo>
                <a:cubicBezTo>
                  <a:pt x="213337" y="147569"/>
                  <a:pt x="220072" y="150892"/>
                  <a:pt x="228013" y="150892"/>
                </a:cubicBezTo>
                <a:cubicBezTo>
                  <a:pt x="235644" y="150892"/>
                  <a:pt x="241989" y="147841"/>
                  <a:pt x="247050" y="141739"/>
                </a:cubicBezTo>
                <a:cubicBezTo>
                  <a:pt x="252111" y="135637"/>
                  <a:pt x="254641" y="125627"/>
                  <a:pt x="254641" y="111709"/>
                </a:cubicBezTo>
                <a:cubicBezTo>
                  <a:pt x="254641" y="98726"/>
                  <a:pt x="252033" y="89086"/>
                  <a:pt x="246816" y="82789"/>
                </a:cubicBezTo>
                <a:cubicBezTo>
                  <a:pt x="241600" y="76492"/>
                  <a:pt x="235137" y="73344"/>
                  <a:pt x="227429" y="73344"/>
                </a:cubicBezTo>
                <a:cubicBezTo>
                  <a:pt x="219410" y="73344"/>
                  <a:pt x="212753" y="76434"/>
                  <a:pt x="207458" y="82614"/>
                </a:cubicBezTo>
                <a:cubicBezTo>
                  <a:pt x="202164" y="88794"/>
                  <a:pt x="199517" y="97949"/>
                  <a:pt x="199517" y="110078"/>
                </a:cubicBezTo>
                <a:close/>
                <a:moveTo>
                  <a:pt x="338650" y="88527"/>
                </a:moveTo>
                <a:lnTo>
                  <a:pt x="308869" y="83154"/>
                </a:lnTo>
                <a:cubicBezTo>
                  <a:pt x="312217" y="71006"/>
                  <a:pt x="317978" y="62013"/>
                  <a:pt x="326154" y="56176"/>
                </a:cubicBezTo>
                <a:cubicBezTo>
                  <a:pt x="334329" y="50336"/>
                  <a:pt x="346475" y="47417"/>
                  <a:pt x="362592" y="47417"/>
                </a:cubicBezTo>
                <a:cubicBezTo>
                  <a:pt x="377230" y="47417"/>
                  <a:pt x="388130" y="49149"/>
                  <a:pt x="395293" y="52614"/>
                </a:cubicBezTo>
                <a:cubicBezTo>
                  <a:pt x="402456" y="56079"/>
                  <a:pt x="407498" y="60478"/>
                  <a:pt x="410418" y="65811"/>
                </a:cubicBezTo>
                <a:cubicBezTo>
                  <a:pt x="413337" y="71144"/>
                  <a:pt x="414797" y="80935"/>
                  <a:pt x="414797" y="95184"/>
                </a:cubicBezTo>
                <a:lnTo>
                  <a:pt x="414447" y="133491"/>
                </a:lnTo>
                <a:cubicBezTo>
                  <a:pt x="414447" y="144391"/>
                  <a:pt x="414972" y="152430"/>
                  <a:pt x="416024" y="157608"/>
                </a:cubicBezTo>
                <a:cubicBezTo>
                  <a:pt x="417075" y="162786"/>
                  <a:pt x="419041" y="168333"/>
                  <a:pt x="421921" y="174250"/>
                </a:cubicBezTo>
                <a:lnTo>
                  <a:pt x="389454" y="174250"/>
                </a:lnTo>
                <a:cubicBezTo>
                  <a:pt x="388597" y="172070"/>
                  <a:pt x="387546" y="168839"/>
                  <a:pt x="386301" y="164557"/>
                </a:cubicBezTo>
                <a:cubicBezTo>
                  <a:pt x="385756" y="162610"/>
                  <a:pt x="385366" y="161326"/>
                  <a:pt x="385133" y="160703"/>
                </a:cubicBezTo>
                <a:cubicBezTo>
                  <a:pt x="379527" y="166153"/>
                  <a:pt x="373532" y="170241"/>
                  <a:pt x="367147" y="172966"/>
                </a:cubicBezTo>
                <a:cubicBezTo>
                  <a:pt x="360762" y="175691"/>
                  <a:pt x="353950" y="177053"/>
                  <a:pt x="346709" y="177053"/>
                </a:cubicBezTo>
                <a:cubicBezTo>
                  <a:pt x="333940" y="177053"/>
                  <a:pt x="323876" y="173603"/>
                  <a:pt x="316519" y="166703"/>
                </a:cubicBezTo>
                <a:cubicBezTo>
                  <a:pt x="309161" y="159803"/>
                  <a:pt x="305482" y="151080"/>
                  <a:pt x="305482" y="140535"/>
                </a:cubicBezTo>
                <a:cubicBezTo>
                  <a:pt x="305482" y="133556"/>
                  <a:pt x="307156" y="127335"/>
                  <a:pt x="310504" y="121870"/>
                </a:cubicBezTo>
                <a:cubicBezTo>
                  <a:pt x="313852" y="116403"/>
                  <a:pt x="318543" y="112216"/>
                  <a:pt x="324577" y="109308"/>
                </a:cubicBezTo>
                <a:cubicBezTo>
                  <a:pt x="330611" y="106400"/>
                  <a:pt x="339312" y="103861"/>
                  <a:pt x="350680" y="101691"/>
                </a:cubicBezTo>
                <a:cubicBezTo>
                  <a:pt x="366018" y="98822"/>
                  <a:pt x="376646" y="96147"/>
                  <a:pt x="382563" y="93665"/>
                </a:cubicBezTo>
                <a:lnTo>
                  <a:pt x="382563" y="90359"/>
                </a:lnTo>
                <a:cubicBezTo>
                  <a:pt x="382563" y="83982"/>
                  <a:pt x="381006" y="79435"/>
                  <a:pt x="377892" y="76720"/>
                </a:cubicBezTo>
                <a:cubicBezTo>
                  <a:pt x="374777" y="74002"/>
                  <a:pt x="368899" y="72643"/>
                  <a:pt x="360256" y="72643"/>
                </a:cubicBezTo>
                <a:cubicBezTo>
                  <a:pt x="354417" y="72643"/>
                  <a:pt x="349862" y="73818"/>
                  <a:pt x="346592" y="76169"/>
                </a:cubicBezTo>
                <a:cubicBezTo>
                  <a:pt x="343322" y="78517"/>
                  <a:pt x="340675" y="82636"/>
                  <a:pt x="338650" y="88527"/>
                </a:cubicBezTo>
                <a:moveTo>
                  <a:pt x="382563" y="115155"/>
                </a:moveTo>
                <a:cubicBezTo>
                  <a:pt x="378359" y="116539"/>
                  <a:pt x="371702" y="118194"/>
                  <a:pt x="362592" y="120118"/>
                </a:cubicBezTo>
                <a:cubicBezTo>
                  <a:pt x="353483" y="122041"/>
                  <a:pt x="347526" y="123925"/>
                  <a:pt x="344723" y="125772"/>
                </a:cubicBezTo>
                <a:cubicBezTo>
                  <a:pt x="340441" y="128772"/>
                  <a:pt x="338300" y="132580"/>
                  <a:pt x="338300" y="137195"/>
                </a:cubicBezTo>
                <a:cubicBezTo>
                  <a:pt x="338300" y="141735"/>
                  <a:pt x="340013" y="145660"/>
                  <a:pt x="343439" y="148969"/>
                </a:cubicBezTo>
                <a:cubicBezTo>
                  <a:pt x="346865" y="152276"/>
                  <a:pt x="351225" y="153929"/>
                  <a:pt x="356519" y="153929"/>
                </a:cubicBezTo>
                <a:cubicBezTo>
                  <a:pt x="362436" y="153929"/>
                  <a:pt x="368081" y="152006"/>
                  <a:pt x="373454" y="148159"/>
                </a:cubicBezTo>
                <a:cubicBezTo>
                  <a:pt x="377425" y="145237"/>
                  <a:pt x="380033" y="141659"/>
                  <a:pt x="381279" y="137425"/>
                </a:cubicBezTo>
                <a:cubicBezTo>
                  <a:pt x="382135" y="134656"/>
                  <a:pt x="382563" y="129387"/>
                  <a:pt x="382563" y="121618"/>
                </a:cubicBezTo>
                <a:lnTo>
                  <a:pt x="382563" y="115155"/>
                </a:lnTo>
                <a:close/>
                <a:moveTo>
                  <a:pt x="503989" y="50220"/>
                </a:moveTo>
                <a:lnTo>
                  <a:pt x="503989" y="76381"/>
                </a:lnTo>
                <a:lnTo>
                  <a:pt x="481565" y="76381"/>
                </a:lnTo>
                <a:lnTo>
                  <a:pt x="481565" y="126286"/>
                </a:lnTo>
                <a:cubicBezTo>
                  <a:pt x="481565" y="136394"/>
                  <a:pt x="481779" y="142283"/>
                  <a:pt x="482207" y="143954"/>
                </a:cubicBezTo>
                <a:cubicBezTo>
                  <a:pt x="482635" y="145624"/>
                  <a:pt x="483609" y="147003"/>
                  <a:pt x="485127" y="148093"/>
                </a:cubicBezTo>
                <a:cubicBezTo>
                  <a:pt x="486645" y="149181"/>
                  <a:pt x="488494" y="149725"/>
                  <a:pt x="490675" y="149725"/>
                </a:cubicBezTo>
                <a:cubicBezTo>
                  <a:pt x="493711" y="149725"/>
                  <a:pt x="498110" y="148673"/>
                  <a:pt x="503872" y="146571"/>
                </a:cubicBezTo>
                <a:lnTo>
                  <a:pt x="506675" y="172126"/>
                </a:lnTo>
                <a:cubicBezTo>
                  <a:pt x="499044" y="175411"/>
                  <a:pt x="490402" y="177053"/>
                  <a:pt x="480747" y="177053"/>
                </a:cubicBezTo>
                <a:cubicBezTo>
                  <a:pt x="474830" y="177053"/>
                  <a:pt x="469497" y="176061"/>
                  <a:pt x="464747" y="174075"/>
                </a:cubicBezTo>
                <a:cubicBezTo>
                  <a:pt x="459998" y="172090"/>
                  <a:pt x="456513" y="169520"/>
                  <a:pt x="454294" y="166367"/>
                </a:cubicBezTo>
                <a:cubicBezTo>
                  <a:pt x="452075" y="163214"/>
                  <a:pt x="450538" y="158951"/>
                  <a:pt x="449681" y="153579"/>
                </a:cubicBezTo>
                <a:cubicBezTo>
                  <a:pt x="448981" y="149764"/>
                  <a:pt x="448630" y="142055"/>
                  <a:pt x="448630" y="130454"/>
                </a:cubicBezTo>
                <a:lnTo>
                  <a:pt x="448630" y="76381"/>
                </a:lnTo>
                <a:lnTo>
                  <a:pt x="433564" y="76381"/>
                </a:lnTo>
                <a:lnTo>
                  <a:pt x="433564" y="50220"/>
                </a:lnTo>
                <a:lnTo>
                  <a:pt x="448630" y="50220"/>
                </a:lnTo>
                <a:lnTo>
                  <a:pt x="448630" y="25460"/>
                </a:lnTo>
                <a:lnTo>
                  <a:pt x="481565" y="6073"/>
                </a:lnTo>
                <a:lnTo>
                  <a:pt x="481565" y="50220"/>
                </a:lnTo>
                <a:lnTo>
                  <a:pt x="503989" y="50220"/>
                </a:lnTo>
                <a:close/>
                <a:moveTo>
                  <a:pt x="526760" y="33402"/>
                </a:moveTo>
                <a:lnTo>
                  <a:pt x="526760" y="3037"/>
                </a:lnTo>
                <a:lnTo>
                  <a:pt x="559578" y="3037"/>
                </a:lnTo>
                <a:lnTo>
                  <a:pt x="559578" y="33402"/>
                </a:lnTo>
                <a:lnTo>
                  <a:pt x="526760" y="33402"/>
                </a:lnTo>
                <a:moveTo>
                  <a:pt x="526760" y="174250"/>
                </a:moveTo>
                <a:lnTo>
                  <a:pt x="526760" y="50220"/>
                </a:lnTo>
                <a:lnTo>
                  <a:pt x="559578" y="50220"/>
                </a:lnTo>
                <a:lnTo>
                  <a:pt x="559578" y="174250"/>
                </a:lnTo>
                <a:lnTo>
                  <a:pt x="526760" y="174250"/>
                </a:lnTo>
                <a:close/>
                <a:moveTo>
                  <a:pt x="617780" y="88527"/>
                </a:moveTo>
                <a:lnTo>
                  <a:pt x="587999" y="83154"/>
                </a:lnTo>
                <a:cubicBezTo>
                  <a:pt x="591347" y="71006"/>
                  <a:pt x="597109" y="62013"/>
                  <a:pt x="605284" y="56176"/>
                </a:cubicBezTo>
                <a:cubicBezTo>
                  <a:pt x="613459" y="50336"/>
                  <a:pt x="625605" y="47417"/>
                  <a:pt x="641722" y="47417"/>
                </a:cubicBezTo>
                <a:cubicBezTo>
                  <a:pt x="656360" y="47417"/>
                  <a:pt x="667260" y="49149"/>
                  <a:pt x="674423" y="52614"/>
                </a:cubicBezTo>
                <a:cubicBezTo>
                  <a:pt x="681587" y="56079"/>
                  <a:pt x="686628" y="60478"/>
                  <a:pt x="689548" y="65811"/>
                </a:cubicBezTo>
                <a:cubicBezTo>
                  <a:pt x="692467" y="71144"/>
                  <a:pt x="693927" y="80935"/>
                  <a:pt x="693927" y="95184"/>
                </a:cubicBezTo>
                <a:lnTo>
                  <a:pt x="693577" y="133491"/>
                </a:lnTo>
                <a:cubicBezTo>
                  <a:pt x="693577" y="144391"/>
                  <a:pt x="694102" y="152430"/>
                  <a:pt x="695154" y="157608"/>
                </a:cubicBezTo>
                <a:cubicBezTo>
                  <a:pt x="696205" y="162786"/>
                  <a:pt x="698171" y="168333"/>
                  <a:pt x="701051" y="174250"/>
                </a:cubicBezTo>
                <a:lnTo>
                  <a:pt x="668584" y="174250"/>
                </a:lnTo>
                <a:cubicBezTo>
                  <a:pt x="667727" y="172070"/>
                  <a:pt x="666676" y="168839"/>
                  <a:pt x="665431" y="164557"/>
                </a:cubicBezTo>
                <a:cubicBezTo>
                  <a:pt x="664886" y="162610"/>
                  <a:pt x="664496" y="161326"/>
                  <a:pt x="664263" y="160703"/>
                </a:cubicBezTo>
                <a:cubicBezTo>
                  <a:pt x="658657" y="166153"/>
                  <a:pt x="652662" y="170241"/>
                  <a:pt x="646277" y="172966"/>
                </a:cubicBezTo>
                <a:cubicBezTo>
                  <a:pt x="639893" y="175691"/>
                  <a:pt x="633080" y="177053"/>
                  <a:pt x="625839" y="177053"/>
                </a:cubicBezTo>
                <a:cubicBezTo>
                  <a:pt x="613070" y="177053"/>
                  <a:pt x="603006" y="173603"/>
                  <a:pt x="595649" y="166703"/>
                </a:cubicBezTo>
                <a:cubicBezTo>
                  <a:pt x="588291" y="159803"/>
                  <a:pt x="584612" y="151080"/>
                  <a:pt x="584612" y="140535"/>
                </a:cubicBezTo>
                <a:cubicBezTo>
                  <a:pt x="584612" y="133556"/>
                  <a:pt x="586286" y="127335"/>
                  <a:pt x="589634" y="121870"/>
                </a:cubicBezTo>
                <a:cubicBezTo>
                  <a:pt x="592982" y="116403"/>
                  <a:pt x="597673" y="112216"/>
                  <a:pt x="603707" y="109308"/>
                </a:cubicBezTo>
                <a:cubicBezTo>
                  <a:pt x="609741" y="106400"/>
                  <a:pt x="618442" y="103861"/>
                  <a:pt x="629810" y="101691"/>
                </a:cubicBezTo>
                <a:cubicBezTo>
                  <a:pt x="645148" y="98822"/>
                  <a:pt x="655776" y="96147"/>
                  <a:pt x="661693" y="93665"/>
                </a:cubicBezTo>
                <a:lnTo>
                  <a:pt x="661693" y="90359"/>
                </a:lnTo>
                <a:cubicBezTo>
                  <a:pt x="661693" y="83982"/>
                  <a:pt x="660136" y="79435"/>
                  <a:pt x="657022" y="76720"/>
                </a:cubicBezTo>
                <a:cubicBezTo>
                  <a:pt x="653907" y="74002"/>
                  <a:pt x="648029" y="72643"/>
                  <a:pt x="639386" y="72643"/>
                </a:cubicBezTo>
                <a:cubicBezTo>
                  <a:pt x="633547" y="72643"/>
                  <a:pt x="628992" y="73818"/>
                  <a:pt x="625722" y="76169"/>
                </a:cubicBezTo>
                <a:cubicBezTo>
                  <a:pt x="622452" y="78517"/>
                  <a:pt x="619805" y="82636"/>
                  <a:pt x="617780" y="88527"/>
                </a:cubicBezTo>
                <a:moveTo>
                  <a:pt x="661693" y="115155"/>
                </a:moveTo>
                <a:cubicBezTo>
                  <a:pt x="657489" y="116539"/>
                  <a:pt x="650832" y="118194"/>
                  <a:pt x="641722" y="120118"/>
                </a:cubicBezTo>
                <a:cubicBezTo>
                  <a:pt x="632613" y="122041"/>
                  <a:pt x="626656" y="123925"/>
                  <a:pt x="623853" y="125772"/>
                </a:cubicBezTo>
                <a:cubicBezTo>
                  <a:pt x="619571" y="128772"/>
                  <a:pt x="617430" y="132580"/>
                  <a:pt x="617430" y="137195"/>
                </a:cubicBezTo>
                <a:cubicBezTo>
                  <a:pt x="617430" y="141735"/>
                  <a:pt x="619143" y="145660"/>
                  <a:pt x="622569" y="148969"/>
                </a:cubicBezTo>
                <a:cubicBezTo>
                  <a:pt x="625995" y="152276"/>
                  <a:pt x="630355" y="153929"/>
                  <a:pt x="635649" y="153929"/>
                </a:cubicBezTo>
                <a:cubicBezTo>
                  <a:pt x="641567" y="153929"/>
                  <a:pt x="647211" y="152006"/>
                  <a:pt x="652584" y="148159"/>
                </a:cubicBezTo>
                <a:cubicBezTo>
                  <a:pt x="656555" y="145237"/>
                  <a:pt x="659163" y="141659"/>
                  <a:pt x="660409" y="137425"/>
                </a:cubicBezTo>
                <a:cubicBezTo>
                  <a:pt x="661265" y="134656"/>
                  <a:pt x="661693" y="129387"/>
                  <a:pt x="661693" y="121618"/>
                </a:cubicBezTo>
                <a:lnTo>
                  <a:pt x="661693" y="115155"/>
                </a:lnTo>
                <a:close/>
                <a:moveTo>
                  <a:pt x="725284" y="174250"/>
                </a:moveTo>
                <a:lnTo>
                  <a:pt x="725284" y="3037"/>
                </a:lnTo>
                <a:lnTo>
                  <a:pt x="758102" y="3037"/>
                </a:lnTo>
                <a:lnTo>
                  <a:pt x="758102" y="174250"/>
                </a:lnTo>
                <a:lnTo>
                  <a:pt x="725284" y="174250"/>
                </a:lnTo>
                <a:close/>
                <a:moveTo>
                  <a:pt x="857076" y="174250"/>
                </a:moveTo>
                <a:lnTo>
                  <a:pt x="857076" y="3037"/>
                </a:lnTo>
                <a:lnTo>
                  <a:pt x="889894" y="3037"/>
                </a:lnTo>
                <a:lnTo>
                  <a:pt x="889894" y="174250"/>
                </a:lnTo>
                <a:lnTo>
                  <a:pt x="857076" y="174250"/>
                </a:lnTo>
                <a:close/>
                <a:moveTo>
                  <a:pt x="948095" y="88527"/>
                </a:moveTo>
                <a:lnTo>
                  <a:pt x="918314" y="83154"/>
                </a:lnTo>
                <a:cubicBezTo>
                  <a:pt x="921662" y="71006"/>
                  <a:pt x="927423" y="62013"/>
                  <a:pt x="935599" y="56176"/>
                </a:cubicBezTo>
                <a:cubicBezTo>
                  <a:pt x="943774" y="50336"/>
                  <a:pt x="955920" y="47417"/>
                  <a:pt x="972037" y="47417"/>
                </a:cubicBezTo>
                <a:cubicBezTo>
                  <a:pt x="986675" y="47417"/>
                  <a:pt x="997575" y="49149"/>
                  <a:pt x="1004738" y="52614"/>
                </a:cubicBezTo>
                <a:cubicBezTo>
                  <a:pt x="1011901" y="56079"/>
                  <a:pt x="1016943" y="60478"/>
                  <a:pt x="1019862" y="65811"/>
                </a:cubicBezTo>
                <a:cubicBezTo>
                  <a:pt x="1022782" y="71144"/>
                  <a:pt x="1024242" y="80935"/>
                  <a:pt x="1024242" y="95184"/>
                </a:cubicBezTo>
                <a:lnTo>
                  <a:pt x="1023892" y="133491"/>
                </a:lnTo>
                <a:cubicBezTo>
                  <a:pt x="1023892" y="144391"/>
                  <a:pt x="1024417" y="152430"/>
                  <a:pt x="1025468" y="157608"/>
                </a:cubicBezTo>
                <a:cubicBezTo>
                  <a:pt x="1026519" y="162786"/>
                  <a:pt x="1028485" y="168333"/>
                  <a:pt x="1031366" y="174250"/>
                </a:cubicBezTo>
                <a:lnTo>
                  <a:pt x="998899" y="174250"/>
                </a:lnTo>
                <a:cubicBezTo>
                  <a:pt x="998042" y="172070"/>
                  <a:pt x="996991" y="168839"/>
                  <a:pt x="995745" y="164557"/>
                </a:cubicBezTo>
                <a:cubicBezTo>
                  <a:pt x="995200" y="162610"/>
                  <a:pt x="994811" y="161326"/>
                  <a:pt x="994577" y="160703"/>
                </a:cubicBezTo>
                <a:cubicBezTo>
                  <a:pt x="988971" y="166153"/>
                  <a:pt x="982976" y="170241"/>
                  <a:pt x="976592" y="172966"/>
                </a:cubicBezTo>
                <a:cubicBezTo>
                  <a:pt x="970207" y="175691"/>
                  <a:pt x="963395" y="177053"/>
                  <a:pt x="956154" y="177053"/>
                </a:cubicBezTo>
                <a:cubicBezTo>
                  <a:pt x="943385" y="177053"/>
                  <a:pt x="933321" y="173603"/>
                  <a:pt x="925963" y="166703"/>
                </a:cubicBezTo>
                <a:cubicBezTo>
                  <a:pt x="918606" y="159803"/>
                  <a:pt x="914927" y="151080"/>
                  <a:pt x="914927" y="140535"/>
                </a:cubicBezTo>
                <a:cubicBezTo>
                  <a:pt x="914927" y="133556"/>
                  <a:pt x="916601" y="127335"/>
                  <a:pt x="919949" y="121870"/>
                </a:cubicBezTo>
                <a:cubicBezTo>
                  <a:pt x="923297" y="116403"/>
                  <a:pt x="927988" y="112216"/>
                  <a:pt x="934022" y="109308"/>
                </a:cubicBezTo>
                <a:cubicBezTo>
                  <a:pt x="940056" y="106400"/>
                  <a:pt x="948757" y="103861"/>
                  <a:pt x="960124" y="101691"/>
                </a:cubicBezTo>
                <a:cubicBezTo>
                  <a:pt x="975463" y="98822"/>
                  <a:pt x="986091" y="96147"/>
                  <a:pt x="992008" y="93665"/>
                </a:cubicBezTo>
                <a:lnTo>
                  <a:pt x="992008" y="90359"/>
                </a:lnTo>
                <a:cubicBezTo>
                  <a:pt x="992008" y="83982"/>
                  <a:pt x="990451" y="79435"/>
                  <a:pt x="987336" y="76720"/>
                </a:cubicBezTo>
                <a:cubicBezTo>
                  <a:pt x="984222" y="74002"/>
                  <a:pt x="978344" y="72643"/>
                  <a:pt x="969701" y="72643"/>
                </a:cubicBezTo>
                <a:cubicBezTo>
                  <a:pt x="963862" y="72643"/>
                  <a:pt x="959307" y="73818"/>
                  <a:pt x="956037" y="76169"/>
                </a:cubicBezTo>
                <a:cubicBezTo>
                  <a:pt x="952767" y="78517"/>
                  <a:pt x="950119" y="82636"/>
                  <a:pt x="948095" y="88527"/>
                </a:cubicBezTo>
                <a:moveTo>
                  <a:pt x="992008" y="115155"/>
                </a:moveTo>
                <a:cubicBezTo>
                  <a:pt x="987804" y="116539"/>
                  <a:pt x="981147" y="118194"/>
                  <a:pt x="972037" y="120118"/>
                </a:cubicBezTo>
                <a:cubicBezTo>
                  <a:pt x="962927" y="122041"/>
                  <a:pt x="956971" y="123925"/>
                  <a:pt x="954168" y="125772"/>
                </a:cubicBezTo>
                <a:cubicBezTo>
                  <a:pt x="949886" y="128772"/>
                  <a:pt x="947745" y="132580"/>
                  <a:pt x="947745" y="137195"/>
                </a:cubicBezTo>
                <a:cubicBezTo>
                  <a:pt x="947745" y="141735"/>
                  <a:pt x="949458" y="145660"/>
                  <a:pt x="952883" y="148969"/>
                </a:cubicBezTo>
                <a:cubicBezTo>
                  <a:pt x="956309" y="152276"/>
                  <a:pt x="960669" y="153929"/>
                  <a:pt x="965964" y="153929"/>
                </a:cubicBezTo>
                <a:cubicBezTo>
                  <a:pt x="971881" y="153929"/>
                  <a:pt x="977526" y="152006"/>
                  <a:pt x="982898" y="148159"/>
                </a:cubicBezTo>
                <a:cubicBezTo>
                  <a:pt x="986869" y="145237"/>
                  <a:pt x="989478" y="141659"/>
                  <a:pt x="990723" y="137425"/>
                </a:cubicBezTo>
                <a:cubicBezTo>
                  <a:pt x="991580" y="134656"/>
                  <a:pt x="992008" y="129387"/>
                  <a:pt x="992008" y="121618"/>
                </a:cubicBezTo>
                <a:lnTo>
                  <a:pt x="992008" y="115155"/>
                </a:lnTo>
                <a:close/>
                <a:moveTo>
                  <a:pt x="1041023" y="50220"/>
                </a:moveTo>
                <a:lnTo>
                  <a:pt x="1075943" y="50220"/>
                </a:lnTo>
                <a:lnTo>
                  <a:pt x="1105608" y="138363"/>
                </a:lnTo>
                <a:lnTo>
                  <a:pt x="1134572" y="50220"/>
                </a:lnTo>
                <a:lnTo>
                  <a:pt x="1168558" y="50220"/>
                </a:lnTo>
                <a:lnTo>
                  <a:pt x="1124761" y="169619"/>
                </a:lnTo>
                <a:lnTo>
                  <a:pt x="1116936" y="191302"/>
                </a:lnTo>
                <a:cubicBezTo>
                  <a:pt x="1114056" y="198543"/>
                  <a:pt x="1111311" y="204071"/>
                  <a:pt x="1108703" y="207886"/>
                </a:cubicBezTo>
                <a:cubicBezTo>
                  <a:pt x="1106094" y="211701"/>
                  <a:pt x="1103097" y="214796"/>
                  <a:pt x="1099710" y="217171"/>
                </a:cubicBezTo>
                <a:cubicBezTo>
                  <a:pt x="1096323" y="219545"/>
                  <a:pt x="1092158" y="221395"/>
                  <a:pt x="1087213" y="222718"/>
                </a:cubicBezTo>
                <a:cubicBezTo>
                  <a:pt x="1082269" y="224042"/>
                  <a:pt x="1076683" y="224704"/>
                  <a:pt x="1070454" y="224704"/>
                </a:cubicBezTo>
                <a:cubicBezTo>
                  <a:pt x="1064147" y="224704"/>
                  <a:pt x="1057958" y="224042"/>
                  <a:pt x="1051884" y="222718"/>
                </a:cubicBezTo>
                <a:lnTo>
                  <a:pt x="1048965" y="197024"/>
                </a:lnTo>
                <a:cubicBezTo>
                  <a:pt x="1054103" y="198037"/>
                  <a:pt x="1058736" y="198543"/>
                  <a:pt x="1062863" y="198543"/>
                </a:cubicBezTo>
                <a:cubicBezTo>
                  <a:pt x="1070493" y="198543"/>
                  <a:pt x="1076138" y="196304"/>
                  <a:pt x="1079797" y="191827"/>
                </a:cubicBezTo>
                <a:cubicBezTo>
                  <a:pt x="1083457" y="187350"/>
                  <a:pt x="1086260" y="181647"/>
                  <a:pt x="1088206" y="174718"/>
                </a:cubicBezTo>
                <a:lnTo>
                  <a:pt x="1041023" y="50220"/>
                </a:lnTo>
                <a:close/>
                <a:moveTo>
                  <a:pt x="1260412" y="134775"/>
                </a:moveTo>
                <a:lnTo>
                  <a:pt x="1293113" y="140381"/>
                </a:lnTo>
                <a:cubicBezTo>
                  <a:pt x="1288909" y="152333"/>
                  <a:pt x="1282271" y="161433"/>
                  <a:pt x="1273201" y="167681"/>
                </a:cubicBezTo>
                <a:cubicBezTo>
                  <a:pt x="1264130" y="173929"/>
                  <a:pt x="1252782" y="177053"/>
                  <a:pt x="1239156" y="177053"/>
                </a:cubicBezTo>
                <a:cubicBezTo>
                  <a:pt x="1217589" y="177053"/>
                  <a:pt x="1201628" y="170007"/>
                  <a:pt x="1191272" y="155914"/>
                </a:cubicBezTo>
                <a:cubicBezTo>
                  <a:pt x="1183097" y="144625"/>
                  <a:pt x="1179010" y="130376"/>
                  <a:pt x="1179010" y="113169"/>
                </a:cubicBezTo>
                <a:cubicBezTo>
                  <a:pt x="1179010" y="92614"/>
                  <a:pt x="1184382" y="76517"/>
                  <a:pt x="1195127" y="64877"/>
                </a:cubicBezTo>
                <a:cubicBezTo>
                  <a:pt x="1205871" y="53237"/>
                  <a:pt x="1219458" y="47417"/>
                  <a:pt x="1235886" y="47417"/>
                </a:cubicBezTo>
                <a:cubicBezTo>
                  <a:pt x="1254339" y="47417"/>
                  <a:pt x="1268899" y="53509"/>
                  <a:pt x="1279566" y="65694"/>
                </a:cubicBezTo>
                <a:cubicBezTo>
                  <a:pt x="1290232" y="77879"/>
                  <a:pt x="1295332" y="96546"/>
                  <a:pt x="1294865" y="121695"/>
                </a:cubicBezTo>
                <a:lnTo>
                  <a:pt x="1212645" y="121695"/>
                </a:lnTo>
                <a:cubicBezTo>
                  <a:pt x="1212879" y="131428"/>
                  <a:pt x="1215526" y="138999"/>
                  <a:pt x="1220587" y="144411"/>
                </a:cubicBezTo>
                <a:cubicBezTo>
                  <a:pt x="1225648" y="149822"/>
                  <a:pt x="1231954" y="152528"/>
                  <a:pt x="1239507" y="152528"/>
                </a:cubicBezTo>
                <a:cubicBezTo>
                  <a:pt x="1244645" y="152528"/>
                  <a:pt x="1248967" y="151126"/>
                  <a:pt x="1252470" y="148323"/>
                </a:cubicBezTo>
                <a:cubicBezTo>
                  <a:pt x="1255974" y="145520"/>
                  <a:pt x="1258621" y="141004"/>
                  <a:pt x="1260412" y="134775"/>
                </a:cubicBezTo>
                <a:moveTo>
                  <a:pt x="1262281" y="101607"/>
                </a:moveTo>
                <a:cubicBezTo>
                  <a:pt x="1262047" y="92147"/>
                  <a:pt x="1259595" y="84955"/>
                  <a:pt x="1254923" y="80030"/>
                </a:cubicBezTo>
                <a:cubicBezTo>
                  <a:pt x="1250251" y="75106"/>
                  <a:pt x="1244568" y="72643"/>
                  <a:pt x="1237872" y="72643"/>
                </a:cubicBezTo>
                <a:cubicBezTo>
                  <a:pt x="1230708" y="72643"/>
                  <a:pt x="1224791" y="75241"/>
                  <a:pt x="1220120" y="80435"/>
                </a:cubicBezTo>
                <a:cubicBezTo>
                  <a:pt x="1215448" y="85632"/>
                  <a:pt x="1213151" y="92690"/>
                  <a:pt x="1213229" y="101607"/>
                </a:cubicBezTo>
                <a:lnTo>
                  <a:pt x="1262281" y="101607"/>
                </a:lnTo>
                <a:close/>
                <a:moveTo>
                  <a:pt x="1352990" y="174250"/>
                </a:moveTo>
                <a:lnTo>
                  <a:pt x="1320172" y="174250"/>
                </a:lnTo>
                <a:lnTo>
                  <a:pt x="1320172" y="50220"/>
                </a:lnTo>
                <a:lnTo>
                  <a:pt x="1350654" y="50220"/>
                </a:lnTo>
                <a:lnTo>
                  <a:pt x="1350654" y="67855"/>
                </a:lnTo>
                <a:cubicBezTo>
                  <a:pt x="1355870" y="59524"/>
                  <a:pt x="1360562" y="54035"/>
                  <a:pt x="1364727" y="51388"/>
                </a:cubicBezTo>
                <a:cubicBezTo>
                  <a:pt x="1368893" y="48740"/>
                  <a:pt x="1373623" y="47417"/>
                  <a:pt x="1378917" y="47417"/>
                </a:cubicBezTo>
                <a:cubicBezTo>
                  <a:pt x="1386392" y="47417"/>
                  <a:pt x="1393594" y="49480"/>
                  <a:pt x="1400523" y="53607"/>
                </a:cubicBezTo>
                <a:lnTo>
                  <a:pt x="1390362" y="82220"/>
                </a:lnTo>
                <a:cubicBezTo>
                  <a:pt x="1384834" y="78638"/>
                  <a:pt x="1379696" y="76848"/>
                  <a:pt x="1374946" y="76848"/>
                </a:cubicBezTo>
                <a:cubicBezTo>
                  <a:pt x="1370352" y="76848"/>
                  <a:pt x="1366459" y="78113"/>
                  <a:pt x="1363267" y="80643"/>
                </a:cubicBezTo>
                <a:cubicBezTo>
                  <a:pt x="1360075" y="83174"/>
                  <a:pt x="1357564" y="87748"/>
                  <a:pt x="1355734" y="94366"/>
                </a:cubicBezTo>
                <a:cubicBezTo>
                  <a:pt x="1353905" y="100984"/>
                  <a:pt x="1352990" y="114843"/>
                  <a:pt x="1352990" y="135943"/>
                </a:cubicBezTo>
                <a:lnTo>
                  <a:pt x="1352990" y="17425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FrequencyAttention">
            <a:extLst xmlns:a="http://schemas.openxmlformats.org/drawingml/2006/main">
              <a:ext uri="{FF2B5EF4-FFF2-40B4-BE49-F238E27FC236}">
                <a16:creationId xmlns:a16="http://schemas.microsoft.com/office/drawing/2014/main" id="{F69BDFAE-3FD7-4212-B753-8F2D79F1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5672" y="2245638"/>
            <a:ext cx="2278769" cy="221667"/>
          </a:xfrm>
          <a:custGeom xmlns:a="http://schemas.openxmlformats.org/drawingml/2006/main">
            <a:pathLst>
              <a:path w="2278769" h="221667">
                <a:moveTo>
                  <a:pt x="0" y="171214"/>
                </a:moveTo>
                <a:lnTo>
                  <a:pt x="0" y="0"/>
                </a:lnTo>
                <a:lnTo>
                  <a:pt x="117374" y="0"/>
                </a:lnTo>
                <a:lnTo>
                  <a:pt x="117374" y="28964"/>
                </a:lnTo>
                <a:lnTo>
                  <a:pt x="34570" y="28964"/>
                </a:lnTo>
                <a:lnTo>
                  <a:pt x="34570" y="69373"/>
                </a:lnTo>
                <a:lnTo>
                  <a:pt x="106045" y="69373"/>
                </a:lnTo>
                <a:lnTo>
                  <a:pt x="106045" y="98337"/>
                </a:lnTo>
                <a:lnTo>
                  <a:pt x="34570" y="98337"/>
                </a:lnTo>
                <a:lnTo>
                  <a:pt x="34570" y="171214"/>
                </a:lnTo>
                <a:lnTo>
                  <a:pt x="0" y="171214"/>
                </a:lnTo>
                <a:close/>
                <a:moveTo>
                  <a:pt x="176969" y="171214"/>
                </a:moveTo>
                <a:lnTo>
                  <a:pt x="144151" y="171214"/>
                </a:lnTo>
                <a:lnTo>
                  <a:pt x="144151" y="47183"/>
                </a:lnTo>
                <a:lnTo>
                  <a:pt x="174633" y="47183"/>
                </a:lnTo>
                <a:lnTo>
                  <a:pt x="174633" y="64818"/>
                </a:lnTo>
                <a:cubicBezTo>
                  <a:pt x="179850" y="56487"/>
                  <a:pt x="184541" y="50998"/>
                  <a:pt x="188706" y="48351"/>
                </a:cubicBezTo>
                <a:cubicBezTo>
                  <a:pt x="192872" y="45704"/>
                  <a:pt x="197602" y="44380"/>
                  <a:pt x="202896" y="44380"/>
                </a:cubicBezTo>
                <a:cubicBezTo>
                  <a:pt x="210371" y="44380"/>
                  <a:pt x="217573" y="46443"/>
                  <a:pt x="224502" y="50570"/>
                </a:cubicBezTo>
                <a:lnTo>
                  <a:pt x="214342" y="79184"/>
                </a:lnTo>
                <a:cubicBezTo>
                  <a:pt x="208814" y="75602"/>
                  <a:pt x="203675" y="73811"/>
                  <a:pt x="198925" y="73811"/>
                </a:cubicBezTo>
                <a:cubicBezTo>
                  <a:pt x="194332" y="73811"/>
                  <a:pt x="190439" y="75076"/>
                  <a:pt x="187246" y="77607"/>
                </a:cubicBezTo>
                <a:cubicBezTo>
                  <a:pt x="184054" y="80137"/>
                  <a:pt x="181543" y="84712"/>
                  <a:pt x="179714" y="91330"/>
                </a:cubicBezTo>
                <a:cubicBezTo>
                  <a:pt x="177884" y="97948"/>
                  <a:pt x="176969" y="111807"/>
                  <a:pt x="176969" y="132907"/>
                </a:cubicBezTo>
                <a:lnTo>
                  <a:pt x="176969" y="171214"/>
                </a:lnTo>
                <a:close/>
                <a:moveTo>
                  <a:pt x="310420" y="131739"/>
                </a:moveTo>
                <a:lnTo>
                  <a:pt x="343121" y="137345"/>
                </a:lnTo>
                <a:cubicBezTo>
                  <a:pt x="338917" y="149296"/>
                  <a:pt x="332279" y="158396"/>
                  <a:pt x="323208" y="164644"/>
                </a:cubicBezTo>
                <a:cubicBezTo>
                  <a:pt x="314138" y="170893"/>
                  <a:pt x="302790" y="174017"/>
                  <a:pt x="289164" y="174017"/>
                </a:cubicBezTo>
                <a:cubicBezTo>
                  <a:pt x="267597" y="174017"/>
                  <a:pt x="251636" y="166971"/>
                  <a:pt x="241280" y="152878"/>
                </a:cubicBezTo>
                <a:cubicBezTo>
                  <a:pt x="233105" y="141588"/>
                  <a:pt x="229017" y="127340"/>
                  <a:pt x="229017" y="110133"/>
                </a:cubicBezTo>
                <a:cubicBezTo>
                  <a:pt x="229017" y="89578"/>
                  <a:pt x="234390" y="73480"/>
                  <a:pt x="245134" y="61840"/>
                </a:cubicBezTo>
                <a:cubicBezTo>
                  <a:pt x="255879" y="50200"/>
                  <a:pt x="269466" y="44380"/>
                  <a:pt x="285894" y="44380"/>
                </a:cubicBezTo>
                <a:cubicBezTo>
                  <a:pt x="304347" y="44380"/>
                  <a:pt x="318907" y="50473"/>
                  <a:pt x="329573" y="62658"/>
                </a:cubicBezTo>
                <a:cubicBezTo>
                  <a:pt x="340240" y="74843"/>
                  <a:pt x="345340" y="93510"/>
                  <a:pt x="344873" y="118658"/>
                </a:cubicBezTo>
                <a:lnTo>
                  <a:pt x="262653" y="118658"/>
                </a:lnTo>
                <a:cubicBezTo>
                  <a:pt x="262886" y="128391"/>
                  <a:pt x="265534" y="135963"/>
                  <a:pt x="270595" y="141374"/>
                </a:cubicBezTo>
                <a:cubicBezTo>
                  <a:pt x="275655" y="146785"/>
                  <a:pt x="281962" y="149491"/>
                  <a:pt x="289515" y="149491"/>
                </a:cubicBezTo>
                <a:cubicBezTo>
                  <a:pt x="294653" y="149491"/>
                  <a:pt x="298975" y="148090"/>
                  <a:pt x="302478" y="145287"/>
                </a:cubicBezTo>
                <a:cubicBezTo>
                  <a:pt x="305982" y="142484"/>
                  <a:pt x="308629" y="137968"/>
                  <a:pt x="310420" y="131739"/>
                </a:cubicBezTo>
                <a:moveTo>
                  <a:pt x="312289" y="98571"/>
                </a:moveTo>
                <a:cubicBezTo>
                  <a:pt x="312055" y="89111"/>
                  <a:pt x="309602" y="81918"/>
                  <a:pt x="304931" y="76994"/>
                </a:cubicBezTo>
                <a:cubicBezTo>
                  <a:pt x="300259" y="72069"/>
                  <a:pt x="294575" y="69607"/>
                  <a:pt x="287879" y="69607"/>
                </a:cubicBezTo>
                <a:cubicBezTo>
                  <a:pt x="280716" y="69607"/>
                  <a:pt x="274799" y="72204"/>
                  <a:pt x="270127" y="77399"/>
                </a:cubicBezTo>
                <a:cubicBezTo>
                  <a:pt x="265456" y="82596"/>
                  <a:pt x="263159" y="89653"/>
                  <a:pt x="263237" y="98571"/>
                </a:cubicBezTo>
                <a:lnTo>
                  <a:pt x="312289" y="98571"/>
                </a:lnTo>
                <a:close/>
                <a:moveTo>
                  <a:pt x="452634" y="218397"/>
                </a:moveTo>
                <a:lnTo>
                  <a:pt x="452634" y="156031"/>
                </a:lnTo>
                <a:cubicBezTo>
                  <a:pt x="448351" y="161559"/>
                  <a:pt x="443018" y="165939"/>
                  <a:pt x="436634" y="169170"/>
                </a:cubicBezTo>
                <a:cubicBezTo>
                  <a:pt x="430249" y="172401"/>
                  <a:pt x="423358" y="174017"/>
                  <a:pt x="415962" y="174017"/>
                </a:cubicBezTo>
                <a:cubicBezTo>
                  <a:pt x="401869" y="174017"/>
                  <a:pt x="390268" y="168722"/>
                  <a:pt x="381158" y="158133"/>
                </a:cubicBezTo>
                <a:cubicBezTo>
                  <a:pt x="370414" y="145754"/>
                  <a:pt x="365041" y="128975"/>
                  <a:pt x="365041" y="107797"/>
                </a:cubicBezTo>
                <a:cubicBezTo>
                  <a:pt x="365041" y="87865"/>
                  <a:pt x="370083" y="72312"/>
                  <a:pt x="380166" y="61139"/>
                </a:cubicBezTo>
                <a:cubicBezTo>
                  <a:pt x="390249" y="49967"/>
                  <a:pt x="402765" y="44380"/>
                  <a:pt x="417714" y="44380"/>
                </a:cubicBezTo>
                <a:cubicBezTo>
                  <a:pt x="425967" y="44380"/>
                  <a:pt x="433110" y="46132"/>
                  <a:pt x="439145" y="49636"/>
                </a:cubicBezTo>
                <a:cubicBezTo>
                  <a:pt x="445179" y="53139"/>
                  <a:pt x="450532" y="58434"/>
                  <a:pt x="455203" y="65519"/>
                </a:cubicBezTo>
                <a:lnTo>
                  <a:pt x="455203" y="47183"/>
                </a:lnTo>
                <a:lnTo>
                  <a:pt x="485452" y="47183"/>
                </a:lnTo>
                <a:lnTo>
                  <a:pt x="485452" y="218397"/>
                </a:lnTo>
                <a:lnTo>
                  <a:pt x="452634" y="218397"/>
                </a:lnTo>
                <a:moveTo>
                  <a:pt x="453685" y="107680"/>
                </a:moveTo>
                <a:cubicBezTo>
                  <a:pt x="453685" y="94989"/>
                  <a:pt x="451096" y="85549"/>
                  <a:pt x="445918" y="79359"/>
                </a:cubicBezTo>
                <a:cubicBezTo>
                  <a:pt x="440741" y="73169"/>
                  <a:pt x="434259" y="70074"/>
                  <a:pt x="426473" y="70074"/>
                </a:cubicBezTo>
                <a:cubicBezTo>
                  <a:pt x="418531" y="70074"/>
                  <a:pt x="411894" y="73227"/>
                  <a:pt x="406560" y="79534"/>
                </a:cubicBezTo>
                <a:cubicBezTo>
                  <a:pt x="401227" y="85841"/>
                  <a:pt x="398560" y="95846"/>
                  <a:pt x="398560" y="109549"/>
                </a:cubicBezTo>
                <a:cubicBezTo>
                  <a:pt x="398560" y="123174"/>
                  <a:pt x="401129" y="133004"/>
                  <a:pt x="406268" y="139038"/>
                </a:cubicBezTo>
                <a:cubicBezTo>
                  <a:pt x="411407" y="145072"/>
                  <a:pt x="417753" y="148090"/>
                  <a:pt x="425305" y="148090"/>
                </a:cubicBezTo>
                <a:cubicBezTo>
                  <a:pt x="432857" y="148090"/>
                  <a:pt x="439475" y="144703"/>
                  <a:pt x="445159" y="137929"/>
                </a:cubicBezTo>
                <a:cubicBezTo>
                  <a:pt x="450843" y="131155"/>
                  <a:pt x="453685" y="121072"/>
                  <a:pt x="453685" y="107680"/>
                </a:cubicBezTo>
                <a:close/>
                <a:moveTo>
                  <a:pt x="599360" y="171214"/>
                </a:moveTo>
                <a:lnTo>
                  <a:pt x="599360" y="152644"/>
                </a:lnTo>
                <a:cubicBezTo>
                  <a:pt x="594844" y="159262"/>
                  <a:pt x="588908" y="164479"/>
                  <a:pt x="581550" y="168294"/>
                </a:cubicBezTo>
                <a:cubicBezTo>
                  <a:pt x="574192" y="172109"/>
                  <a:pt x="566426" y="174017"/>
                  <a:pt x="558250" y="174017"/>
                </a:cubicBezTo>
                <a:cubicBezTo>
                  <a:pt x="549919" y="174017"/>
                  <a:pt x="542445" y="172187"/>
                  <a:pt x="535827" y="168528"/>
                </a:cubicBezTo>
                <a:cubicBezTo>
                  <a:pt x="529209" y="164868"/>
                  <a:pt x="524420" y="159730"/>
                  <a:pt x="521461" y="153111"/>
                </a:cubicBezTo>
                <a:cubicBezTo>
                  <a:pt x="518503" y="146493"/>
                  <a:pt x="517023" y="137345"/>
                  <a:pt x="517023" y="125666"/>
                </a:cubicBezTo>
                <a:lnTo>
                  <a:pt x="517023" y="47183"/>
                </a:lnTo>
                <a:lnTo>
                  <a:pt x="549841" y="47183"/>
                </a:lnTo>
                <a:lnTo>
                  <a:pt x="549841" y="104045"/>
                </a:lnTo>
                <a:cubicBezTo>
                  <a:pt x="549841" y="121447"/>
                  <a:pt x="550445" y="132109"/>
                  <a:pt x="551652" y="136031"/>
                </a:cubicBezTo>
                <a:cubicBezTo>
                  <a:pt x="552858" y="139953"/>
                  <a:pt x="555058" y="143060"/>
                  <a:pt x="558250" y="145352"/>
                </a:cubicBezTo>
                <a:cubicBezTo>
                  <a:pt x="561443" y="147644"/>
                  <a:pt x="565491" y="148790"/>
                  <a:pt x="570396" y="148790"/>
                </a:cubicBezTo>
                <a:cubicBezTo>
                  <a:pt x="576002" y="148790"/>
                  <a:pt x="581024" y="147256"/>
                  <a:pt x="585462" y="144188"/>
                </a:cubicBezTo>
                <a:cubicBezTo>
                  <a:pt x="589900" y="141120"/>
                  <a:pt x="592937" y="137313"/>
                  <a:pt x="594572" y="132768"/>
                </a:cubicBezTo>
                <a:cubicBezTo>
                  <a:pt x="596207" y="128223"/>
                  <a:pt x="597024" y="117095"/>
                  <a:pt x="597024" y="99385"/>
                </a:cubicBezTo>
                <a:lnTo>
                  <a:pt x="597024" y="47183"/>
                </a:lnTo>
                <a:lnTo>
                  <a:pt x="629842" y="47183"/>
                </a:lnTo>
                <a:lnTo>
                  <a:pt x="629842" y="171214"/>
                </a:lnTo>
                <a:lnTo>
                  <a:pt x="599360" y="171214"/>
                </a:lnTo>
                <a:close/>
                <a:moveTo>
                  <a:pt x="735692" y="131739"/>
                </a:moveTo>
                <a:lnTo>
                  <a:pt x="768393" y="137345"/>
                </a:lnTo>
                <a:cubicBezTo>
                  <a:pt x="764188" y="149296"/>
                  <a:pt x="757551" y="158396"/>
                  <a:pt x="748480" y="164644"/>
                </a:cubicBezTo>
                <a:cubicBezTo>
                  <a:pt x="739409" y="170893"/>
                  <a:pt x="728061" y="174017"/>
                  <a:pt x="714436" y="174017"/>
                </a:cubicBezTo>
                <a:cubicBezTo>
                  <a:pt x="692869" y="174017"/>
                  <a:pt x="676907" y="166971"/>
                  <a:pt x="666552" y="152878"/>
                </a:cubicBezTo>
                <a:cubicBezTo>
                  <a:pt x="658377" y="141588"/>
                  <a:pt x="654289" y="127340"/>
                  <a:pt x="654289" y="110133"/>
                </a:cubicBezTo>
                <a:cubicBezTo>
                  <a:pt x="654289" y="89578"/>
                  <a:pt x="659661" y="73480"/>
                  <a:pt x="670406" y="61840"/>
                </a:cubicBezTo>
                <a:cubicBezTo>
                  <a:pt x="681151" y="50200"/>
                  <a:pt x="694737" y="44380"/>
                  <a:pt x="711166" y="44380"/>
                </a:cubicBezTo>
                <a:cubicBezTo>
                  <a:pt x="729619" y="44380"/>
                  <a:pt x="744178" y="50473"/>
                  <a:pt x="754845" y="62658"/>
                </a:cubicBezTo>
                <a:cubicBezTo>
                  <a:pt x="765512" y="74843"/>
                  <a:pt x="770612" y="93510"/>
                  <a:pt x="770145" y="118658"/>
                </a:cubicBezTo>
                <a:lnTo>
                  <a:pt x="687925" y="118658"/>
                </a:lnTo>
                <a:cubicBezTo>
                  <a:pt x="688158" y="128391"/>
                  <a:pt x="690805" y="135963"/>
                  <a:pt x="695866" y="141374"/>
                </a:cubicBezTo>
                <a:cubicBezTo>
                  <a:pt x="700927" y="146785"/>
                  <a:pt x="707234" y="149491"/>
                  <a:pt x="714786" y="149491"/>
                </a:cubicBezTo>
                <a:cubicBezTo>
                  <a:pt x="719925" y="149491"/>
                  <a:pt x="724246" y="148090"/>
                  <a:pt x="727750" y="145287"/>
                </a:cubicBezTo>
                <a:cubicBezTo>
                  <a:pt x="731254" y="142484"/>
                  <a:pt x="733901" y="137968"/>
                  <a:pt x="735692" y="131739"/>
                </a:cubicBezTo>
                <a:moveTo>
                  <a:pt x="737560" y="98571"/>
                </a:moveTo>
                <a:cubicBezTo>
                  <a:pt x="737327" y="89111"/>
                  <a:pt x="734874" y="81918"/>
                  <a:pt x="730203" y="76994"/>
                </a:cubicBezTo>
                <a:cubicBezTo>
                  <a:pt x="725531" y="72069"/>
                  <a:pt x="719847" y="69607"/>
                  <a:pt x="713151" y="69607"/>
                </a:cubicBezTo>
                <a:cubicBezTo>
                  <a:pt x="705988" y="69607"/>
                  <a:pt x="700071" y="72204"/>
                  <a:pt x="695399" y="77399"/>
                </a:cubicBezTo>
                <a:cubicBezTo>
                  <a:pt x="690728" y="82596"/>
                  <a:pt x="688431" y="89653"/>
                  <a:pt x="688509" y="98571"/>
                </a:cubicBezTo>
                <a:lnTo>
                  <a:pt x="737560" y="98571"/>
                </a:lnTo>
                <a:close/>
                <a:moveTo>
                  <a:pt x="908715" y="171214"/>
                </a:moveTo>
                <a:lnTo>
                  <a:pt x="875897" y="171214"/>
                </a:lnTo>
                <a:lnTo>
                  <a:pt x="875897" y="107987"/>
                </a:lnTo>
                <a:cubicBezTo>
                  <a:pt x="875897" y="94610"/>
                  <a:pt x="875196" y="85957"/>
                  <a:pt x="873795" y="82030"/>
                </a:cubicBezTo>
                <a:cubicBezTo>
                  <a:pt x="872393" y="78103"/>
                  <a:pt x="870116" y="75051"/>
                  <a:pt x="866963" y="72873"/>
                </a:cubicBezTo>
                <a:cubicBezTo>
                  <a:pt x="863809" y="70696"/>
                  <a:pt x="860014" y="69607"/>
                  <a:pt x="855576" y="69607"/>
                </a:cubicBezTo>
                <a:cubicBezTo>
                  <a:pt x="849892" y="69607"/>
                  <a:pt x="844792" y="71163"/>
                  <a:pt x="840276" y="74275"/>
                </a:cubicBezTo>
                <a:cubicBezTo>
                  <a:pt x="835760" y="77384"/>
                  <a:pt x="832665" y="81506"/>
                  <a:pt x="830991" y="86640"/>
                </a:cubicBezTo>
                <a:cubicBezTo>
                  <a:pt x="829317" y="91771"/>
                  <a:pt x="828480" y="101259"/>
                  <a:pt x="828480" y="115104"/>
                </a:cubicBezTo>
                <a:lnTo>
                  <a:pt x="828480" y="171214"/>
                </a:lnTo>
                <a:lnTo>
                  <a:pt x="795663" y="171214"/>
                </a:lnTo>
                <a:lnTo>
                  <a:pt x="795663" y="47183"/>
                </a:lnTo>
                <a:lnTo>
                  <a:pt x="826145" y="47183"/>
                </a:lnTo>
                <a:lnTo>
                  <a:pt x="826145" y="65402"/>
                </a:lnTo>
                <a:cubicBezTo>
                  <a:pt x="836967" y="51388"/>
                  <a:pt x="850593" y="44380"/>
                  <a:pt x="867021" y="44380"/>
                </a:cubicBezTo>
                <a:cubicBezTo>
                  <a:pt x="874262" y="44380"/>
                  <a:pt x="880880" y="45684"/>
                  <a:pt x="886875" y="48293"/>
                </a:cubicBezTo>
                <a:cubicBezTo>
                  <a:pt x="892871" y="50901"/>
                  <a:pt x="897406" y="54229"/>
                  <a:pt x="900481" y="58278"/>
                </a:cubicBezTo>
                <a:cubicBezTo>
                  <a:pt x="903557" y="62327"/>
                  <a:pt x="905698" y="66921"/>
                  <a:pt x="906905" y="72059"/>
                </a:cubicBezTo>
                <a:cubicBezTo>
                  <a:pt x="908112" y="77198"/>
                  <a:pt x="908715" y="84556"/>
                  <a:pt x="908715" y="94133"/>
                </a:cubicBezTo>
                <a:lnTo>
                  <a:pt x="908715" y="171214"/>
                </a:lnTo>
                <a:close/>
                <a:moveTo>
                  <a:pt x="1050186" y="83855"/>
                </a:moveTo>
                <a:lnTo>
                  <a:pt x="1017835" y="89695"/>
                </a:lnTo>
                <a:cubicBezTo>
                  <a:pt x="1016745" y="83271"/>
                  <a:pt x="1014273" y="78434"/>
                  <a:pt x="1010419" y="75183"/>
                </a:cubicBezTo>
                <a:cubicBezTo>
                  <a:pt x="1006565" y="71933"/>
                  <a:pt x="1001563" y="70307"/>
                  <a:pt x="995412" y="70307"/>
                </a:cubicBezTo>
                <a:cubicBezTo>
                  <a:pt x="987236" y="70307"/>
                  <a:pt x="980716" y="73121"/>
                  <a:pt x="975849" y="78749"/>
                </a:cubicBezTo>
                <a:cubicBezTo>
                  <a:pt x="970983" y="84377"/>
                  <a:pt x="968550" y="93788"/>
                  <a:pt x="968550" y="106983"/>
                </a:cubicBezTo>
                <a:cubicBezTo>
                  <a:pt x="968550" y="121655"/>
                  <a:pt x="971022" y="132019"/>
                  <a:pt x="975966" y="138075"/>
                </a:cubicBezTo>
                <a:cubicBezTo>
                  <a:pt x="980910" y="144128"/>
                  <a:pt x="987548" y="147155"/>
                  <a:pt x="995879" y="147155"/>
                </a:cubicBezTo>
                <a:cubicBezTo>
                  <a:pt x="1002108" y="147155"/>
                  <a:pt x="1007207" y="145384"/>
                  <a:pt x="1011178" y="141841"/>
                </a:cubicBezTo>
                <a:cubicBezTo>
                  <a:pt x="1015149" y="138299"/>
                  <a:pt x="1017952" y="132206"/>
                  <a:pt x="1019587" y="123564"/>
                </a:cubicBezTo>
                <a:lnTo>
                  <a:pt x="1051821" y="129170"/>
                </a:lnTo>
                <a:cubicBezTo>
                  <a:pt x="1048473" y="143963"/>
                  <a:pt x="1042050" y="155136"/>
                  <a:pt x="1032551" y="162688"/>
                </a:cubicBezTo>
                <a:cubicBezTo>
                  <a:pt x="1023052" y="170241"/>
                  <a:pt x="1010322" y="174017"/>
                  <a:pt x="994360" y="174017"/>
                </a:cubicBezTo>
                <a:cubicBezTo>
                  <a:pt x="976219" y="174017"/>
                  <a:pt x="961757" y="168294"/>
                  <a:pt x="950973" y="156849"/>
                </a:cubicBezTo>
                <a:cubicBezTo>
                  <a:pt x="940189" y="145403"/>
                  <a:pt x="934798" y="129559"/>
                  <a:pt x="934798" y="109315"/>
                </a:cubicBezTo>
                <a:cubicBezTo>
                  <a:pt x="934798" y="88838"/>
                  <a:pt x="940209" y="72896"/>
                  <a:pt x="951031" y="61490"/>
                </a:cubicBezTo>
                <a:cubicBezTo>
                  <a:pt x="961854" y="50083"/>
                  <a:pt x="976492" y="44380"/>
                  <a:pt x="994944" y="44380"/>
                </a:cubicBezTo>
                <a:cubicBezTo>
                  <a:pt x="1010049" y="44380"/>
                  <a:pt x="1022059" y="47631"/>
                  <a:pt x="1030974" y="54132"/>
                </a:cubicBezTo>
                <a:cubicBezTo>
                  <a:pt x="1039889" y="60633"/>
                  <a:pt x="1046293" y="70541"/>
                  <a:pt x="1050186" y="83855"/>
                </a:cubicBezTo>
                <a:close/>
                <a:moveTo>
                  <a:pt x="1059492" y="47183"/>
                </a:moveTo>
                <a:lnTo>
                  <a:pt x="1094413" y="47183"/>
                </a:lnTo>
                <a:lnTo>
                  <a:pt x="1124077" y="135327"/>
                </a:lnTo>
                <a:lnTo>
                  <a:pt x="1153041" y="47183"/>
                </a:lnTo>
                <a:lnTo>
                  <a:pt x="1187027" y="47183"/>
                </a:lnTo>
                <a:lnTo>
                  <a:pt x="1143231" y="166582"/>
                </a:lnTo>
                <a:lnTo>
                  <a:pt x="1135406" y="188265"/>
                </a:lnTo>
                <a:cubicBezTo>
                  <a:pt x="1132525" y="195506"/>
                  <a:pt x="1129781" y="201034"/>
                  <a:pt x="1127172" y="204849"/>
                </a:cubicBezTo>
                <a:cubicBezTo>
                  <a:pt x="1124564" y="208665"/>
                  <a:pt x="1121566" y="211759"/>
                  <a:pt x="1118179" y="214134"/>
                </a:cubicBezTo>
                <a:cubicBezTo>
                  <a:pt x="1114792" y="216509"/>
                  <a:pt x="1110627" y="218358"/>
                  <a:pt x="1105683" y="219682"/>
                </a:cubicBezTo>
                <a:cubicBezTo>
                  <a:pt x="1100739" y="221005"/>
                  <a:pt x="1095152" y="221667"/>
                  <a:pt x="1088924" y="221667"/>
                </a:cubicBezTo>
                <a:cubicBezTo>
                  <a:pt x="1082617" y="221667"/>
                  <a:pt x="1076427" y="221005"/>
                  <a:pt x="1070354" y="219682"/>
                </a:cubicBezTo>
                <a:lnTo>
                  <a:pt x="1067434" y="193988"/>
                </a:lnTo>
                <a:cubicBezTo>
                  <a:pt x="1072573" y="195000"/>
                  <a:pt x="1077206" y="195506"/>
                  <a:pt x="1081332" y="195506"/>
                </a:cubicBezTo>
                <a:cubicBezTo>
                  <a:pt x="1088962" y="195506"/>
                  <a:pt x="1094607" y="193268"/>
                  <a:pt x="1098267" y="188791"/>
                </a:cubicBezTo>
                <a:cubicBezTo>
                  <a:pt x="1101926" y="184314"/>
                  <a:pt x="1104729" y="178611"/>
                  <a:pt x="1106676" y="171681"/>
                </a:cubicBezTo>
                <a:lnTo>
                  <a:pt x="1059492" y="47183"/>
                </a:lnTo>
                <a:close/>
                <a:moveTo>
                  <a:pt x="1417176" y="171214"/>
                </a:moveTo>
                <a:lnTo>
                  <a:pt x="1379570" y="171214"/>
                </a:lnTo>
                <a:lnTo>
                  <a:pt x="1364621" y="132206"/>
                </a:lnTo>
                <a:lnTo>
                  <a:pt x="1296182" y="132206"/>
                </a:lnTo>
                <a:lnTo>
                  <a:pt x="1282050" y="171214"/>
                </a:lnTo>
                <a:lnTo>
                  <a:pt x="1245378" y="171214"/>
                </a:lnTo>
                <a:lnTo>
                  <a:pt x="1312065" y="0"/>
                </a:lnTo>
                <a:lnTo>
                  <a:pt x="1348621" y="0"/>
                </a:lnTo>
                <a:lnTo>
                  <a:pt x="1417176" y="171214"/>
                </a:lnTo>
                <a:moveTo>
                  <a:pt x="1353526" y="103242"/>
                </a:moveTo>
                <a:lnTo>
                  <a:pt x="1329934" y="39942"/>
                </a:lnTo>
                <a:lnTo>
                  <a:pt x="1306810" y="103242"/>
                </a:lnTo>
                <a:lnTo>
                  <a:pt x="1353526" y="103242"/>
                </a:lnTo>
                <a:close/>
                <a:moveTo>
                  <a:pt x="1492115" y="47183"/>
                </a:moveTo>
                <a:lnTo>
                  <a:pt x="1492115" y="73344"/>
                </a:lnTo>
                <a:lnTo>
                  <a:pt x="1469691" y="73344"/>
                </a:lnTo>
                <a:lnTo>
                  <a:pt x="1469691" y="123250"/>
                </a:lnTo>
                <a:cubicBezTo>
                  <a:pt x="1469691" y="133357"/>
                  <a:pt x="1469905" y="139246"/>
                  <a:pt x="1470333" y="140918"/>
                </a:cubicBezTo>
                <a:cubicBezTo>
                  <a:pt x="1470762" y="142587"/>
                  <a:pt x="1471735" y="143967"/>
                  <a:pt x="1473253" y="145057"/>
                </a:cubicBezTo>
                <a:cubicBezTo>
                  <a:pt x="1474771" y="146144"/>
                  <a:pt x="1476621" y="146688"/>
                  <a:pt x="1478801" y="146688"/>
                </a:cubicBezTo>
                <a:cubicBezTo>
                  <a:pt x="1481837" y="146688"/>
                  <a:pt x="1486236" y="145637"/>
                  <a:pt x="1491998" y="143535"/>
                </a:cubicBezTo>
                <a:lnTo>
                  <a:pt x="1494801" y="169090"/>
                </a:lnTo>
                <a:cubicBezTo>
                  <a:pt x="1487171" y="172375"/>
                  <a:pt x="1478528" y="174017"/>
                  <a:pt x="1468873" y="174017"/>
                </a:cubicBezTo>
                <a:cubicBezTo>
                  <a:pt x="1462956" y="174017"/>
                  <a:pt x="1457623" y="173024"/>
                  <a:pt x="1452873" y="171039"/>
                </a:cubicBezTo>
                <a:cubicBezTo>
                  <a:pt x="1448124" y="169053"/>
                  <a:pt x="1444640" y="166484"/>
                  <a:pt x="1442421" y="163331"/>
                </a:cubicBezTo>
                <a:cubicBezTo>
                  <a:pt x="1440202" y="160177"/>
                  <a:pt x="1438664" y="155914"/>
                  <a:pt x="1437807" y="150542"/>
                </a:cubicBezTo>
                <a:cubicBezTo>
                  <a:pt x="1437107" y="146727"/>
                  <a:pt x="1436756" y="139019"/>
                  <a:pt x="1436756" y="127418"/>
                </a:cubicBezTo>
                <a:lnTo>
                  <a:pt x="1436756" y="73344"/>
                </a:lnTo>
                <a:lnTo>
                  <a:pt x="1421690" y="73344"/>
                </a:lnTo>
                <a:lnTo>
                  <a:pt x="1421690" y="47183"/>
                </a:lnTo>
                <a:lnTo>
                  <a:pt x="1436756" y="47183"/>
                </a:lnTo>
                <a:lnTo>
                  <a:pt x="1436756" y="22424"/>
                </a:lnTo>
                <a:lnTo>
                  <a:pt x="1469691" y="3037"/>
                </a:lnTo>
                <a:lnTo>
                  <a:pt x="1469691" y="47183"/>
                </a:lnTo>
                <a:lnTo>
                  <a:pt x="1492115" y="47183"/>
                </a:lnTo>
                <a:close/>
                <a:moveTo>
                  <a:pt x="1571764" y="47183"/>
                </a:moveTo>
                <a:lnTo>
                  <a:pt x="1571764" y="73344"/>
                </a:lnTo>
                <a:lnTo>
                  <a:pt x="1549341" y="73344"/>
                </a:lnTo>
                <a:lnTo>
                  <a:pt x="1549341" y="123250"/>
                </a:lnTo>
                <a:cubicBezTo>
                  <a:pt x="1549341" y="133357"/>
                  <a:pt x="1549555" y="139246"/>
                  <a:pt x="1549983" y="140918"/>
                </a:cubicBezTo>
                <a:cubicBezTo>
                  <a:pt x="1550411" y="142587"/>
                  <a:pt x="1551384" y="143967"/>
                  <a:pt x="1552903" y="145057"/>
                </a:cubicBezTo>
                <a:cubicBezTo>
                  <a:pt x="1554421" y="146144"/>
                  <a:pt x="1556270" y="146688"/>
                  <a:pt x="1558450" y="146688"/>
                </a:cubicBezTo>
                <a:cubicBezTo>
                  <a:pt x="1561487" y="146688"/>
                  <a:pt x="1565886" y="145637"/>
                  <a:pt x="1571648" y="143535"/>
                </a:cubicBezTo>
                <a:lnTo>
                  <a:pt x="1574450" y="169090"/>
                </a:lnTo>
                <a:cubicBezTo>
                  <a:pt x="1566820" y="172375"/>
                  <a:pt x="1558178" y="174017"/>
                  <a:pt x="1548523" y="174017"/>
                </a:cubicBezTo>
                <a:cubicBezTo>
                  <a:pt x="1542606" y="174017"/>
                  <a:pt x="1537272" y="173024"/>
                  <a:pt x="1532523" y="171039"/>
                </a:cubicBezTo>
                <a:cubicBezTo>
                  <a:pt x="1527773" y="169053"/>
                  <a:pt x="1524289" y="166484"/>
                  <a:pt x="1522070" y="163331"/>
                </a:cubicBezTo>
                <a:cubicBezTo>
                  <a:pt x="1519851" y="160177"/>
                  <a:pt x="1518314" y="155914"/>
                  <a:pt x="1517457" y="150542"/>
                </a:cubicBezTo>
                <a:cubicBezTo>
                  <a:pt x="1516756" y="146727"/>
                  <a:pt x="1516406" y="139019"/>
                  <a:pt x="1516406" y="127418"/>
                </a:cubicBezTo>
                <a:lnTo>
                  <a:pt x="1516406" y="73344"/>
                </a:lnTo>
                <a:lnTo>
                  <a:pt x="1501340" y="73344"/>
                </a:lnTo>
                <a:lnTo>
                  <a:pt x="1501340" y="47183"/>
                </a:lnTo>
                <a:lnTo>
                  <a:pt x="1516406" y="47183"/>
                </a:lnTo>
                <a:lnTo>
                  <a:pt x="1516406" y="22424"/>
                </a:lnTo>
                <a:lnTo>
                  <a:pt x="1549341" y="3037"/>
                </a:lnTo>
                <a:lnTo>
                  <a:pt x="1549341" y="47183"/>
                </a:lnTo>
                <a:lnTo>
                  <a:pt x="1571764" y="47183"/>
                </a:lnTo>
                <a:close/>
                <a:moveTo>
                  <a:pt x="1666362" y="131739"/>
                </a:moveTo>
                <a:lnTo>
                  <a:pt x="1699063" y="137345"/>
                </a:lnTo>
                <a:cubicBezTo>
                  <a:pt x="1694859" y="149296"/>
                  <a:pt x="1688221" y="158396"/>
                  <a:pt x="1679151" y="164644"/>
                </a:cubicBezTo>
                <a:cubicBezTo>
                  <a:pt x="1670080" y="170893"/>
                  <a:pt x="1658732" y="174017"/>
                  <a:pt x="1645106" y="174017"/>
                </a:cubicBezTo>
                <a:cubicBezTo>
                  <a:pt x="1623539" y="174017"/>
                  <a:pt x="1607578" y="166971"/>
                  <a:pt x="1597223" y="152878"/>
                </a:cubicBezTo>
                <a:cubicBezTo>
                  <a:pt x="1589047" y="141588"/>
                  <a:pt x="1584960" y="127340"/>
                  <a:pt x="1584960" y="110133"/>
                </a:cubicBezTo>
                <a:cubicBezTo>
                  <a:pt x="1584960" y="89578"/>
                  <a:pt x="1590332" y="73480"/>
                  <a:pt x="1601077" y="61840"/>
                </a:cubicBezTo>
                <a:cubicBezTo>
                  <a:pt x="1611821" y="50200"/>
                  <a:pt x="1625408" y="44380"/>
                  <a:pt x="1641836" y="44380"/>
                </a:cubicBezTo>
                <a:cubicBezTo>
                  <a:pt x="1660289" y="44380"/>
                  <a:pt x="1674849" y="50473"/>
                  <a:pt x="1685516" y="62658"/>
                </a:cubicBezTo>
                <a:cubicBezTo>
                  <a:pt x="1696183" y="74843"/>
                  <a:pt x="1701282" y="93510"/>
                  <a:pt x="1700815" y="118658"/>
                </a:cubicBezTo>
                <a:lnTo>
                  <a:pt x="1618595" y="118658"/>
                </a:lnTo>
                <a:cubicBezTo>
                  <a:pt x="1618829" y="128391"/>
                  <a:pt x="1621476" y="135963"/>
                  <a:pt x="1626537" y="141374"/>
                </a:cubicBezTo>
                <a:cubicBezTo>
                  <a:pt x="1631598" y="146785"/>
                  <a:pt x="1637904" y="149491"/>
                  <a:pt x="1645457" y="149491"/>
                </a:cubicBezTo>
                <a:cubicBezTo>
                  <a:pt x="1650596" y="149491"/>
                  <a:pt x="1654917" y="148090"/>
                  <a:pt x="1658421" y="145287"/>
                </a:cubicBezTo>
                <a:cubicBezTo>
                  <a:pt x="1661924" y="142484"/>
                  <a:pt x="1664571" y="137968"/>
                  <a:pt x="1666362" y="131739"/>
                </a:cubicBezTo>
                <a:moveTo>
                  <a:pt x="1668231" y="98571"/>
                </a:moveTo>
                <a:cubicBezTo>
                  <a:pt x="1667997" y="89111"/>
                  <a:pt x="1665545" y="81918"/>
                  <a:pt x="1660873" y="76994"/>
                </a:cubicBezTo>
                <a:cubicBezTo>
                  <a:pt x="1656202" y="72069"/>
                  <a:pt x="1650518" y="69607"/>
                  <a:pt x="1643822" y="69607"/>
                </a:cubicBezTo>
                <a:cubicBezTo>
                  <a:pt x="1636659" y="69607"/>
                  <a:pt x="1630741" y="72204"/>
                  <a:pt x="1626070" y="77399"/>
                </a:cubicBezTo>
                <a:cubicBezTo>
                  <a:pt x="1621398" y="82596"/>
                  <a:pt x="1619101" y="89653"/>
                  <a:pt x="1619179" y="98571"/>
                </a:cubicBezTo>
                <a:lnTo>
                  <a:pt x="1668231" y="98571"/>
                </a:lnTo>
                <a:close/>
                <a:moveTo>
                  <a:pt x="1840342" y="171214"/>
                </a:moveTo>
                <a:lnTo>
                  <a:pt x="1807524" y="171214"/>
                </a:lnTo>
                <a:lnTo>
                  <a:pt x="1807524" y="107987"/>
                </a:lnTo>
                <a:cubicBezTo>
                  <a:pt x="1807524" y="94610"/>
                  <a:pt x="1806823" y="85957"/>
                  <a:pt x="1805422" y="82030"/>
                </a:cubicBezTo>
                <a:cubicBezTo>
                  <a:pt x="1804020" y="78103"/>
                  <a:pt x="1801743" y="75051"/>
                  <a:pt x="1798590" y="72873"/>
                </a:cubicBezTo>
                <a:cubicBezTo>
                  <a:pt x="1795436" y="70696"/>
                  <a:pt x="1791641" y="69607"/>
                  <a:pt x="1787203" y="69607"/>
                </a:cubicBezTo>
                <a:cubicBezTo>
                  <a:pt x="1781519" y="69607"/>
                  <a:pt x="1776419" y="71163"/>
                  <a:pt x="1771903" y="74275"/>
                </a:cubicBezTo>
                <a:cubicBezTo>
                  <a:pt x="1767387" y="77384"/>
                  <a:pt x="1764292" y="81506"/>
                  <a:pt x="1762618" y="86640"/>
                </a:cubicBezTo>
                <a:cubicBezTo>
                  <a:pt x="1760944" y="91771"/>
                  <a:pt x="1760107" y="101259"/>
                  <a:pt x="1760107" y="115104"/>
                </a:cubicBezTo>
                <a:lnTo>
                  <a:pt x="1760107" y="171214"/>
                </a:lnTo>
                <a:lnTo>
                  <a:pt x="1727290" y="171214"/>
                </a:lnTo>
                <a:lnTo>
                  <a:pt x="1727290" y="47183"/>
                </a:lnTo>
                <a:lnTo>
                  <a:pt x="1757772" y="47183"/>
                </a:lnTo>
                <a:lnTo>
                  <a:pt x="1757772" y="65402"/>
                </a:lnTo>
                <a:cubicBezTo>
                  <a:pt x="1768594" y="51388"/>
                  <a:pt x="1782220" y="44380"/>
                  <a:pt x="1798648" y="44380"/>
                </a:cubicBezTo>
                <a:cubicBezTo>
                  <a:pt x="1805889" y="44380"/>
                  <a:pt x="1812507" y="45684"/>
                  <a:pt x="1818502" y="48293"/>
                </a:cubicBezTo>
                <a:cubicBezTo>
                  <a:pt x="1824498" y="50901"/>
                  <a:pt x="1829033" y="54229"/>
                  <a:pt x="1832108" y="58278"/>
                </a:cubicBezTo>
                <a:cubicBezTo>
                  <a:pt x="1835184" y="62327"/>
                  <a:pt x="1837325" y="66921"/>
                  <a:pt x="1838532" y="72059"/>
                </a:cubicBezTo>
                <a:cubicBezTo>
                  <a:pt x="1839739" y="77198"/>
                  <a:pt x="1840342" y="84556"/>
                  <a:pt x="1840342" y="94133"/>
                </a:cubicBezTo>
                <a:lnTo>
                  <a:pt x="1840342" y="171214"/>
                </a:lnTo>
                <a:close/>
                <a:moveTo>
                  <a:pt x="1930542" y="47183"/>
                </a:moveTo>
                <a:lnTo>
                  <a:pt x="1930542" y="73344"/>
                </a:lnTo>
                <a:lnTo>
                  <a:pt x="1908118" y="73344"/>
                </a:lnTo>
                <a:lnTo>
                  <a:pt x="1908118" y="123250"/>
                </a:lnTo>
                <a:cubicBezTo>
                  <a:pt x="1908118" y="133357"/>
                  <a:pt x="1908332" y="139246"/>
                  <a:pt x="1908760" y="140918"/>
                </a:cubicBezTo>
                <a:cubicBezTo>
                  <a:pt x="1909189" y="142587"/>
                  <a:pt x="1910162" y="143967"/>
                  <a:pt x="1911680" y="145057"/>
                </a:cubicBezTo>
                <a:cubicBezTo>
                  <a:pt x="1913198" y="146144"/>
                  <a:pt x="1915048" y="146688"/>
                  <a:pt x="1917228" y="146688"/>
                </a:cubicBezTo>
                <a:cubicBezTo>
                  <a:pt x="1920264" y="146688"/>
                  <a:pt x="1924663" y="145637"/>
                  <a:pt x="1930425" y="143535"/>
                </a:cubicBezTo>
                <a:lnTo>
                  <a:pt x="1933228" y="169090"/>
                </a:lnTo>
                <a:cubicBezTo>
                  <a:pt x="1925598" y="172375"/>
                  <a:pt x="1916955" y="174017"/>
                  <a:pt x="1907301" y="174017"/>
                </a:cubicBezTo>
                <a:cubicBezTo>
                  <a:pt x="1901383" y="174017"/>
                  <a:pt x="1896050" y="173024"/>
                  <a:pt x="1891300" y="171039"/>
                </a:cubicBezTo>
                <a:cubicBezTo>
                  <a:pt x="1886551" y="169053"/>
                  <a:pt x="1883067" y="166484"/>
                  <a:pt x="1880848" y="163331"/>
                </a:cubicBezTo>
                <a:cubicBezTo>
                  <a:pt x="1878629" y="160177"/>
                  <a:pt x="1877091" y="155914"/>
                  <a:pt x="1876234" y="150542"/>
                </a:cubicBezTo>
                <a:cubicBezTo>
                  <a:pt x="1875534" y="146727"/>
                  <a:pt x="1875183" y="139019"/>
                  <a:pt x="1875183" y="127418"/>
                </a:cubicBezTo>
                <a:lnTo>
                  <a:pt x="1875183" y="73344"/>
                </a:lnTo>
                <a:lnTo>
                  <a:pt x="1860117" y="73344"/>
                </a:lnTo>
                <a:lnTo>
                  <a:pt x="1860117" y="47183"/>
                </a:lnTo>
                <a:lnTo>
                  <a:pt x="1875183" y="47183"/>
                </a:lnTo>
                <a:lnTo>
                  <a:pt x="1875183" y="22424"/>
                </a:lnTo>
                <a:lnTo>
                  <a:pt x="1908118" y="3037"/>
                </a:lnTo>
                <a:lnTo>
                  <a:pt x="1908118" y="47183"/>
                </a:lnTo>
                <a:lnTo>
                  <a:pt x="1930542" y="47183"/>
                </a:lnTo>
                <a:close/>
                <a:moveTo>
                  <a:pt x="1953314" y="30365"/>
                </a:moveTo>
                <a:lnTo>
                  <a:pt x="1953314" y="0"/>
                </a:lnTo>
                <a:lnTo>
                  <a:pt x="1986132" y="0"/>
                </a:lnTo>
                <a:lnTo>
                  <a:pt x="1986132" y="30365"/>
                </a:lnTo>
                <a:lnTo>
                  <a:pt x="1953314" y="30365"/>
                </a:lnTo>
                <a:moveTo>
                  <a:pt x="1953314" y="171214"/>
                </a:moveTo>
                <a:lnTo>
                  <a:pt x="1953314" y="47183"/>
                </a:lnTo>
                <a:lnTo>
                  <a:pt x="1986132" y="47183"/>
                </a:lnTo>
                <a:lnTo>
                  <a:pt x="1986132" y="171214"/>
                </a:lnTo>
                <a:lnTo>
                  <a:pt x="1953314" y="171214"/>
                </a:lnTo>
                <a:close/>
                <a:moveTo>
                  <a:pt x="2012216" y="107447"/>
                </a:moveTo>
                <a:cubicBezTo>
                  <a:pt x="2012216" y="96546"/>
                  <a:pt x="2014902" y="85996"/>
                  <a:pt x="2020275" y="75797"/>
                </a:cubicBezTo>
                <a:cubicBezTo>
                  <a:pt x="2025647" y="65597"/>
                  <a:pt x="2033258" y="57811"/>
                  <a:pt x="2043107" y="52439"/>
                </a:cubicBezTo>
                <a:cubicBezTo>
                  <a:pt x="2052956" y="47066"/>
                  <a:pt x="2063954" y="44380"/>
                  <a:pt x="2076100" y="44380"/>
                </a:cubicBezTo>
                <a:cubicBezTo>
                  <a:pt x="2094865" y="44380"/>
                  <a:pt x="2110242" y="50473"/>
                  <a:pt x="2122232" y="62658"/>
                </a:cubicBezTo>
                <a:cubicBezTo>
                  <a:pt x="2134223" y="74843"/>
                  <a:pt x="2140218" y="90240"/>
                  <a:pt x="2140218" y="108848"/>
                </a:cubicBezTo>
                <a:cubicBezTo>
                  <a:pt x="2140218" y="127612"/>
                  <a:pt x="2134164" y="143165"/>
                  <a:pt x="2122057" y="155506"/>
                </a:cubicBezTo>
                <a:cubicBezTo>
                  <a:pt x="2109950" y="167846"/>
                  <a:pt x="2094709" y="174017"/>
                  <a:pt x="2076334" y="174017"/>
                </a:cubicBezTo>
                <a:cubicBezTo>
                  <a:pt x="2064966" y="174017"/>
                  <a:pt x="2054124" y="171447"/>
                  <a:pt x="2043808" y="166309"/>
                </a:cubicBezTo>
                <a:cubicBezTo>
                  <a:pt x="2033492" y="161170"/>
                  <a:pt x="2025647" y="153637"/>
                  <a:pt x="2020275" y="143710"/>
                </a:cubicBezTo>
                <a:cubicBezTo>
                  <a:pt x="2014902" y="133783"/>
                  <a:pt x="2012216" y="121695"/>
                  <a:pt x="2012216" y="107447"/>
                </a:cubicBezTo>
                <a:moveTo>
                  <a:pt x="2045852" y="109199"/>
                </a:moveTo>
                <a:cubicBezTo>
                  <a:pt x="2045852" y="121461"/>
                  <a:pt x="2048772" y="130853"/>
                  <a:pt x="2054611" y="137374"/>
                </a:cubicBezTo>
                <a:cubicBezTo>
                  <a:pt x="2060450" y="143895"/>
                  <a:pt x="2067653" y="147155"/>
                  <a:pt x="2076217" y="147155"/>
                </a:cubicBezTo>
                <a:cubicBezTo>
                  <a:pt x="2084782" y="147155"/>
                  <a:pt x="2091964" y="143895"/>
                  <a:pt x="2097765" y="137374"/>
                </a:cubicBezTo>
                <a:cubicBezTo>
                  <a:pt x="2103565" y="130853"/>
                  <a:pt x="2106466" y="121384"/>
                  <a:pt x="2106466" y="108965"/>
                </a:cubicBezTo>
                <a:cubicBezTo>
                  <a:pt x="2106466" y="96858"/>
                  <a:pt x="2103565" y="87544"/>
                  <a:pt x="2097765" y="81023"/>
                </a:cubicBezTo>
                <a:cubicBezTo>
                  <a:pt x="2091964" y="74502"/>
                  <a:pt x="2084782" y="71242"/>
                  <a:pt x="2076217" y="71242"/>
                </a:cubicBezTo>
                <a:cubicBezTo>
                  <a:pt x="2067653" y="71242"/>
                  <a:pt x="2060450" y="74502"/>
                  <a:pt x="2054611" y="81023"/>
                </a:cubicBezTo>
                <a:cubicBezTo>
                  <a:pt x="2048772" y="87544"/>
                  <a:pt x="2045852" y="96936"/>
                  <a:pt x="2045852" y="109199"/>
                </a:cubicBezTo>
                <a:close/>
                <a:moveTo>
                  <a:pt x="2278769" y="171214"/>
                </a:moveTo>
                <a:lnTo>
                  <a:pt x="2245951" y="171214"/>
                </a:lnTo>
                <a:lnTo>
                  <a:pt x="2245951" y="107987"/>
                </a:lnTo>
                <a:cubicBezTo>
                  <a:pt x="2245951" y="94610"/>
                  <a:pt x="2245250" y="85957"/>
                  <a:pt x="2243849" y="82030"/>
                </a:cubicBezTo>
                <a:cubicBezTo>
                  <a:pt x="2242448" y="78103"/>
                  <a:pt x="2240170" y="75051"/>
                  <a:pt x="2237017" y="72873"/>
                </a:cubicBezTo>
                <a:cubicBezTo>
                  <a:pt x="2233863" y="70696"/>
                  <a:pt x="2230068" y="69607"/>
                  <a:pt x="2225630" y="69607"/>
                </a:cubicBezTo>
                <a:cubicBezTo>
                  <a:pt x="2219946" y="69607"/>
                  <a:pt x="2214846" y="71163"/>
                  <a:pt x="2210330" y="74275"/>
                </a:cubicBezTo>
                <a:cubicBezTo>
                  <a:pt x="2205814" y="77384"/>
                  <a:pt x="2202720" y="81506"/>
                  <a:pt x="2201046" y="86640"/>
                </a:cubicBezTo>
                <a:cubicBezTo>
                  <a:pt x="2199372" y="91771"/>
                  <a:pt x="2198535" y="101259"/>
                  <a:pt x="2198535" y="115104"/>
                </a:cubicBezTo>
                <a:lnTo>
                  <a:pt x="2198535" y="171214"/>
                </a:lnTo>
                <a:lnTo>
                  <a:pt x="2165717" y="171214"/>
                </a:lnTo>
                <a:lnTo>
                  <a:pt x="2165717" y="47183"/>
                </a:lnTo>
                <a:lnTo>
                  <a:pt x="2196199" y="47183"/>
                </a:lnTo>
                <a:lnTo>
                  <a:pt x="2196199" y="65402"/>
                </a:lnTo>
                <a:cubicBezTo>
                  <a:pt x="2207021" y="51388"/>
                  <a:pt x="2220647" y="44380"/>
                  <a:pt x="2237075" y="44380"/>
                </a:cubicBezTo>
                <a:cubicBezTo>
                  <a:pt x="2244316" y="44380"/>
                  <a:pt x="2250934" y="45684"/>
                  <a:pt x="2256929" y="48293"/>
                </a:cubicBezTo>
                <a:cubicBezTo>
                  <a:pt x="2262925" y="50901"/>
                  <a:pt x="2267460" y="54229"/>
                  <a:pt x="2270535" y="58278"/>
                </a:cubicBezTo>
                <a:cubicBezTo>
                  <a:pt x="2273611" y="62327"/>
                  <a:pt x="2275752" y="66921"/>
                  <a:pt x="2276959" y="72059"/>
                </a:cubicBezTo>
                <a:cubicBezTo>
                  <a:pt x="2278166" y="77198"/>
                  <a:pt x="2278769" y="84556"/>
                  <a:pt x="2278769" y="94133"/>
                </a:cubicBezTo>
                <a:lnTo>
                  <a:pt x="2278769" y="1712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E280C-1E42-42FA-AC4F-3DFF021C4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5" y="465667"/>
            <a:ext cx="67187" cy="223807"/>
          </a:xfrm>
          <a:custGeom xmlns:a="http://schemas.openxmlformats.org/drawingml/2006/main">
            <a:pathLst>
              <a:path w="67187" h="223807">
                <a:moveTo>
                  <a:pt x="43074" y="0"/>
                </a:moveTo>
                <a:lnTo>
                  <a:pt x="20679" y="299"/>
                </a:lnTo>
                <a:lnTo>
                  <a:pt x="22420" y="156744"/>
                </a:lnTo>
                <a:lnTo>
                  <a:pt x="0" y="156994"/>
                </a:lnTo>
                <a:lnTo>
                  <a:pt x="34340" y="223807"/>
                </a:lnTo>
                <a:lnTo>
                  <a:pt x="67187" y="156247"/>
                </a:lnTo>
                <a:lnTo>
                  <a:pt x="44815" y="156496"/>
                </a:lnTo>
                <a:lnTo>
                  <a:pt x="43074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D416AD-EF75-4D50-8920-F1D5DA33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2963" y="1117978"/>
            <a:ext cx="67187" cy="311673"/>
          </a:xfrm>
          <a:custGeom xmlns:a="http://schemas.openxmlformats.org/drawingml/2006/main">
            <a:pathLst>
              <a:path w="67187" h="311673">
                <a:moveTo>
                  <a:pt x="44791" y="0"/>
                </a:moveTo>
                <a:lnTo>
                  <a:pt x="22396" y="0"/>
                </a:lnTo>
                <a:lnTo>
                  <a:pt x="22396" y="244486"/>
                </a:lnTo>
                <a:lnTo>
                  <a:pt x="0" y="244486"/>
                </a:lnTo>
                <a:lnTo>
                  <a:pt x="33593" y="311673"/>
                </a:lnTo>
                <a:lnTo>
                  <a:pt x="67187" y="244486"/>
                </a:lnTo>
                <a:lnTo>
                  <a:pt x="44791" y="244486"/>
                </a:lnTo>
                <a:lnTo>
                  <a:pt x="447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F28AFB-B2E6-4747-A279-D38C2339F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26713" y="1858453"/>
            <a:ext cx="1450343" cy="1169650"/>
          </a:xfrm>
          <a:custGeom xmlns:a="http://schemas.openxmlformats.org/drawingml/2006/main">
            <a:pathLst>
              <a:path w="1450343" h="1169650">
                <a:moveTo>
                  <a:pt x="1427947" y="1124859"/>
                </a:moveTo>
                <a:lnTo>
                  <a:pt x="236274" y="1124859"/>
                </a:lnTo>
                <a:lnTo>
                  <a:pt x="236274" y="1102464"/>
                </a:lnTo>
                <a:lnTo>
                  <a:pt x="169087" y="1136057"/>
                </a:lnTo>
                <a:lnTo>
                  <a:pt x="236274" y="1169650"/>
                </a:lnTo>
                <a:lnTo>
                  <a:pt x="236274" y="1147255"/>
                </a:lnTo>
                <a:lnTo>
                  <a:pt x="1450343" y="1147255"/>
                </a:lnTo>
                <a:lnTo>
                  <a:pt x="1450343" y="0"/>
                </a:lnTo>
                <a:lnTo>
                  <a:pt x="11198" y="0"/>
                </a:lnTo>
                <a:lnTo>
                  <a:pt x="11571" y="373"/>
                </a:lnTo>
                <a:lnTo>
                  <a:pt x="0" y="373"/>
                </a:lnTo>
                <a:lnTo>
                  <a:pt x="0" y="22396"/>
                </a:lnTo>
                <a:lnTo>
                  <a:pt x="1427947" y="22396"/>
                </a:lnTo>
                <a:lnTo>
                  <a:pt x="1427947" y="112485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C04424-F862-40DE-AB25-B0E9CEFE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6543" y="1732291"/>
            <a:ext cx="67187" cy="330187"/>
          </a:xfrm>
          <a:custGeom xmlns:a="http://schemas.openxmlformats.org/drawingml/2006/main">
            <a:pathLst>
              <a:path w="67187" h="330187">
                <a:moveTo>
                  <a:pt x="39566" y="0"/>
                </a:moveTo>
                <a:lnTo>
                  <a:pt x="17170" y="448"/>
                </a:lnTo>
                <a:lnTo>
                  <a:pt x="22397" y="263224"/>
                </a:lnTo>
                <a:lnTo>
                  <a:pt x="0" y="263672"/>
                </a:lnTo>
                <a:lnTo>
                  <a:pt x="34937" y="330187"/>
                </a:lnTo>
                <a:lnTo>
                  <a:pt x="67187" y="262328"/>
                </a:lnTo>
                <a:lnTo>
                  <a:pt x="44793" y="262776"/>
                </a:lnTo>
                <a:lnTo>
                  <a:pt x="39566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Text Reshape">
            <a:extLst xmlns:a="http://schemas.openxmlformats.org/drawingml/2006/main">
              <a:ext uri="{FF2B5EF4-FFF2-40B4-BE49-F238E27FC236}">
                <a16:creationId xmlns:a16="http://schemas.microsoft.com/office/drawing/2014/main" id="{C05C926C-E5BD-485D-8A21-E2C064FAF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077" y="1142524"/>
            <a:ext cx="969386" cy="218561"/>
          </a:xfrm>
          <a:custGeom xmlns:a="http://schemas.openxmlformats.org/drawingml/2006/main">
            <a:pathLst>
              <a:path w="969386" h="218561">
                <a:moveTo>
                  <a:pt x="0" y="171342"/>
                </a:moveTo>
                <a:lnTo>
                  <a:pt x="0" y="0"/>
                </a:lnTo>
                <a:lnTo>
                  <a:pt x="72815" y="0"/>
                </a:lnTo>
                <a:cubicBezTo>
                  <a:pt x="91125" y="0"/>
                  <a:pt x="104430" y="1539"/>
                  <a:pt x="112728" y="4617"/>
                </a:cubicBezTo>
                <a:cubicBezTo>
                  <a:pt x="121026" y="7694"/>
                  <a:pt x="127669" y="13168"/>
                  <a:pt x="132656" y="21038"/>
                </a:cubicBezTo>
                <a:cubicBezTo>
                  <a:pt x="137643" y="28908"/>
                  <a:pt x="140136" y="37907"/>
                  <a:pt x="140136" y="48037"/>
                </a:cubicBezTo>
                <a:cubicBezTo>
                  <a:pt x="140136" y="60893"/>
                  <a:pt x="136357" y="71509"/>
                  <a:pt x="128799" y="79886"/>
                </a:cubicBezTo>
                <a:cubicBezTo>
                  <a:pt x="121241" y="88262"/>
                  <a:pt x="109943" y="93541"/>
                  <a:pt x="94904" y="95723"/>
                </a:cubicBezTo>
                <a:cubicBezTo>
                  <a:pt x="102385" y="100086"/>
                  <a:pt x="108560" y="104878"/>
                  <a:pt x="113429" y="110098"/>
                </a:cubicBezTo>
                <a:cubicBezTo>
                  <a:pt x="118299" y="115319"/>
                  <a:pt x="124864" y="124591"/>
                  <a:pt x="133123" y="137915"/>
                </a:cubicBezTo>
                <a:lnTo>
                  <a:pt x="154044" y="171342"/>
                </a:lnTo>
                <a:lnTo>
                  <a:pt x="112670" y="171342"/>
                </a:lnTo>
                <a:lnTo>
                  <a:pt x="87658" y="134047"/>
                </a:lnTo>
                <a:cubicBezTo>
                  <a:pt x="78775" y="120728"/>
                  <a:pt x="72698" y="112336"/>
                  <a:pt x="69425" y="108871"/>
                </a:cubicBezTo>
                <a:cubicBezTo>
                  <a:pt x="66153" y="105404"/>
                  <a:pt x="62685" y="103027"/>
                  <a:pt x="59023" y="101742"/>
                </a:cubicBezTo>
                <a:cubicBezTo>
                  <a:pt x="55361" y="100456"/>
                  <a:pt x="49556" y="99813"/>
                  <a:pt x="41608" y="99813"/>
                </a:cubicBezTo>
                <a:lnTo>
                  <a:pt x="34596" y="99813"/>
                </a:lnTo>
                <a:lnTo>
                  <a:pt x="34596" y="171342"/>
                </a:lnTo>
                <a:lnTo>
                  <a:pt x="0" y="171342"/>
                </a:lnTo>
                <a:moveTo>
                  <a:pt x="34596" y="72464"/>
                </a:moveTo>
                <a:lnTo>
                  <a:pt x="60192" y="72464"/>
                </a:lnTo>
                <a:cubicBezTo>
                  <a:pt x="76788" y="72464"/>
                  <a:pt x="87152" y="71763"/>
                  <a:pt x="91281" y="70360"/>
                </a:cubicBezTo>
                <a:cubicBezTo>
                  <a:pt x="95411" y="68958"/>
                  <a:pt x="98644" y="66542"/>
                  <a:pt x="100982" y="63114"/>
                </a:cubicBezTo>
                <a:cubicBezTo>
                  <a:pt x="103320" y="59685"/>
                  <a:pt x="104488" y="55400"/>
                  <a:pt x="104488" y="50257"/>
                </a:cubicBezTo>
                <a:cubicBezTo>
                  <a:pt x="104488" y="44491"/>
                  <a:pt x="102949" y="39836"/>
                  <a:pt x="99872" y="36290"/>
                </a:cubicBezTo>
                <a:cubicBezTo>
                  <a:pt x="96794" y="32745"/>
                  <a:pt x="92450" y="30505"/>
                  <a:pt x="86840" y="29570"/>
                </a:cubicBezTo>
                <a:cubicBezTo>
                  <a:pt x="84035" y="29180"/>
                  <a:pt x="75620" y="28986"/>
                  <a:pt x="61594" y="28986"/>
                </a:cubicBezTo>
                <a:lnTo>
                  <a:pt x="34596" y="28986"/>
                </a:lnTo>
                <a:lnTo>
                  <a:pt x="34596" y="72464"/>
                </a:lnTo>
                <a:close/>
                <a:moveTo>
                  <a:pt x="244351" y="131838"/>
                </a:moveTo>
                <a:lnTo>
                  <a:pt x="277076" y="137448"/>
                </a:lnTo>
                <a:cubicBezTo>
                  <a:pt x="272869" y="149408"/>
                  <a:pt x="266226" y="158515"/>
                  <a:pt x="257149" y="164768"/>
                </a:cubicBezTo>
                <a:cubicBezTo>
                  <a:pt x="248071" y="171021"/>
                  <a:pt x="236715" y="174147"/>
                  <a:pt x="223079" y="174147"/>
                </a:cubicBezTo>
                <a:cubicBezTo>
                  <a:pt x="201496" y="174147"/>
                  <a:pt x="185522" y="167096"/>
                  <a:pt x="175159" y="152992"/>
                </a:cubicBezTo>
                <a:cubicBezTo>
                  <a:pt x="166978" y="141694"/>
                  <a:pt x="162887" y="127435"/>
                  <a:pt x="162887" y="110215"/>
                </a:cubicBezTo>
                <a:cubicBezTo>
                  <a:pt x="162887" y="89645"/>
                  <a:pt x="168263" y="73535"/>
                  <a:pt x="179016" y="61887"/>
                </a:cubicBezTo>
                <a:cubicBezTo>
                  <a:pt x="189769" y="50238"/>
                  <a:pt x="203366" y="44413"/>
                  <a:pt x="219806" y="44413"/>
                </a:cubicBezTo>
                <a:cubicBezTo>
                  <a:pt x="238273" y="44413"/>
                  <a:pt x="252844" y="50510"/>
                  <a:pt x="263518" y="62705"/>
                </a:cubicBezTo>
                <a:cubicBezTo>
                  <a:pt x="274193" y="74899"/>
                  <a:pt x="279297" y="93580"/>
                  <a:pt x="278829" y="118747"/>
                </a:cubicBezTo>
                <a:lnTo>
                  <a:pt x="196548" y="118747"/>
                </a:lnTo>
                <a:cubicBezTo>
                  <a:pt x="196781" y="128487"/>
                  <a:pt x="199431" y="136065"/>
                  <a:pt x="204495" y="141480"/>
                </a:cubicBezTo>
                <a:cubicBezTo>
                  <a:pt x="209560" y="146895"/>
                  <a:pt x="215871" y="149603"/>
                  <a:pt x="223429" y="149603"/>
                </a:cubicBezTo>
                <a:cubicBezTo>
                  <a:pt x="228572" y="149603"/>
                  <a:pt x="232897" y="148200"/>
                  <a:pt x="236403" y="145395"/>
                </a:cubicBezTo>
                <a:cubicBezTo>
                  <a:pt x="239909" y="142590"/>
                  <a:pt x="242558" y="138071"/>
                  <a:pt x="244351" y="131838"/>
                </a:cubicBezTo>
                <a:moveTo>
                  <a:pt x="246221" y="98644"/>
                </a:moveTo>
                <a:cubicBezTo>
                  <a:pt x="245987" y="89177"/>
                  <a:pt x="243532" y="81980"/>
                  <a:pt x="238857" y="77051"/>
                </a:cubicBezTo>
                <a:cubicBezTo>
                  <a:pt x="234182" y="72123"/>
                  <a:pt x="228494" y="69659"/>
                  <a:pt x="221793" y="69659"/>
                </a:cubicBezTo>
                <a:cubicBezTo>
                  <a:pt x="214625" y="69659"/>
                  <a:pt x="208703" y="72258"/>
                  <a:pt x="204028" y="77457"/>
                </a:cubicBezTo>
                <a:cubicBezTo>
                  <a:pt x="199353" y="82658"/>
                  <a:pt x="197054" y="89720"/>
                  <a:pt x="197132" y="98644"/>
                </a:cubicBezTo>
                <a:lnTo>
                  <a:pt x="246221" y="98644"/>
                </a:lnTo>
                <a:close/>
                <a:moveTo>
                  <a:pt x="293988" y="136045"/>
                </a:moveTo>
                <a:lnTo>
                  <a:pt x="326947" y="130903"/>
                </a:lnTo>
                <a:cubicBezTo>
                  <a:pt x="328350" y="137253"/>
                  <a:pt x="331194" y="142074"/>
                  <a:pt x="335479" y="145366"/>
                </a:cubicBezTo>
                <a:cubicBezTo>
                  <a:pt x="339765" y="148658"/>
                  <a:pt x="345765" y="150304"/>
                  <a:pt x="353478" y="150304"/>
                </a:cubicBezTo>
                <a:cubicBezTo>
                  <a:pt x="361972" y="150304"/>
                  <a:pt x="368361" y="148748"/>
                  <a:pt x="372646" y="145636"/>
                </a:cubicBezTo>
                <a:cubicBezTo>
                  <a:pt x="375529" y="143457"/>
                  <a:pt x="376971" y="140539"/>
                  <a:pt x="376971" y="136882"/>
                </a:cubicBezTo>
                <a:cubicBezTo>
                  <a:pt x="376971" y="134391"/>
                  <a:pt x="376192" y="132328"/>
                  <a:pt x="374633" y="130694"/>
                </a:cubicBezTo>
                <a:cubicBezTo>
                  <a:pt x="372997" y="129138"/>
                  <a:pt x="369335" y="127699"/>
                  <a:pt x="363647" y="126377"/>
                </a:cubicBezTo>
                <a:cubicBezTo>
                  <a:pt x="337155" y="120543"/>
                  <a:pt x="320363" y="115213"/>
                  <a:pt x="313273" y="110387"/>
                </a:cubicBezTo>
                <a:cubicBezTo>
                  <a:pt x="303455" y="103691"/>
                  <a:pt x="298546" y="94388"/>
                  <a:pt x="298546" y="82479"/>
                </a:cubicBezTo>
                <a:cubicBezTo>
                  <a:pt x="298546" y="71736"/>
                  <a:pt x="302793" y="62706"/>
                  <a:pt x="311286" y="55389"/>
                </a:cubicBezTo>
                <a:cubicBezTo>
                  <a:pt x="319779" y="48072"/>
                  <a:pt x="332947" y="44413"/>
                  <a:pt x="350790" y="44413"/>
                </a:cubicBezTo>
                <a:cubicBezTo>
                  <a:pt x="367776" y="44413"/>
                  <a:pt x="380399" y="47170"/>
                  <a:pt x="388659" y="52682"/>
                </a:cubicBezTo>
                <a:cubicBezTo>
                  <a:pt x="396918" y="58195"/>
                  <a:pt x="402606" y="66347"/>
                  <a:pt x="405723" y="77139"/>
                </a:cubicBezTo>
                <a:lnTo>
                  <a:pt x="374750" y="82983"/>
                </a:lnTo>
                <a:cubicBezTo>
                  <a:pt x="373426" y="78152"/>
                  <a:pt x="370913" y="74451"/>
                  <a:pt x="367212" y="71880"/>
                </a:cubicBezTo>
                <a:cubicBezTo>
                  <a:pt x="363510" y="69308"/>
                  <a:pt x="358231" y="68023"/>
                  <a:pt x="351375" y="68023"/>
                </a:cubicBezTo>
                <a:cubicBezTo>
                  <a:pt x="342726" y="68023"/>
                  <a:pt x="336531" y="69229"/>
                  <a:pt x="332791" y="71642"/>
                </a:cubicBezTo>
                <a:cubicBezTo>
                  <a:pt x="330298" y="73351"/>
                  <a:pt x="329051" y="75568"/>
                  <a:pt x="329051" y="78293"/>
                </a:cubicBezTo>
                <a:cubicBezTo>
                  <a:pt x="329051" y="80626"/>
                  <a:pt x="330142" y="82609"/>
                  <a:pt x="332324" y="84243"/>
                </a:cubicBezTo>
                <a:cubicBezTo>
                  <a:pt x="335285" y="86422"/>
                  <a:pt x="345511" y="89496"/>
                  <a:pt x="363004" y="93465"/>
                </a:cubicBezTo>
                <a:cubicBezTo>
                  <a:pt x="380497" y="97434"/>
                  <a:pt x="392710" y="102303"/>
                  <a:pt x="399645" y="108071"/>
                </a:cubicBezTo>
                <a:cubicBezTo>
                  <a:pt x="406502" y="113920"/>
                  <a:pt x="409930" y="122067"/>
                  <a:pt x="409930" y="132513"/>
                </a:cubicBezTo>
                <a:cubicBezTo>
                  <a:pt x="409930" y="143897"/>
                  <a:pt x="405177" y="153681"/>
                  <a:pt x="395671" y="161868"/>
                </a:cubicBezTo>
                <a:cubicBezTo>
                  <a:pt x="386165" y="170054"/>
                  <a:pt x="372101" y="174147"/>
                  <a:pt x="353478" y="174147"/>
                </a:cubicBezTo>
                <a:cubicBezTo>
                  <a:pt x="336570" y="174147"/>
                  <a:pt x="323188" y="170730"/>
                  <a:pt x="313331" y="163895"/>
                </a:cubicBezTo>
                <a:cubicBezTo>
                  <a:pt x="303474" y="157058"/>
                  <a:pt x="297027" y="147774"/>
                  <a:pt x="293988" y="136045"/>
                </a:cubicBezTo>
                <a:close/>
                <a:moveTo>
                  <a:pt x="470414" y="0"/>
                </a:moveTo>
                <a:lnTo>
                  <a:pt x="470414" y="63085"/>
                </a:lnTo>
                <a:cubicBezTo>
                  <a:pt x="481011" y="50637"/>
                  <a:pt x="493673" y="44413"/>
                  <a:pt x="508399" y="44413"/>
                </a:cubicBezTo>
                <a:cubicBezTo>
                  <a:pt x="515957" y="44413"/>
                  <a:pt x="522775" y="45816"/>
                  <a:pt x="528853" y="48621"/>
                </a:cubicBezTo>
                <a:cubicBezTo>
                  <a:pt x="534930" y="51426"/>
                  <a:pt x="539508" y="55010"/>
                  <a:pt x="542586" y="59374"/>
                </a:cubicBezTo>
                <a:cubicBezTo>
                  <a:pt x="545664" y="63737"/>
                  <a:pt x="547767" y="68568"/>
                  <a:pt x="548897" y="73866"/>
                </a:cubicBezTo>
                <a:cubicBezTo>
                  <a:pt x="550027" y="79165"/>
                  <a:pt x="550592" y="87385"/>
                  <a:pt x="550592" y="98528"/>
                </a:cubicBezTo>
                <a:lnTo>
                  <a:pt x="550592" y="171342"/>
                </a:lnTo>
                <a:lnTo>
                  <a:pt x="517749" y="171342"/>
                </a:lnTo>
                <a:lnTo>
                  <a:pt x="517749" y="105851"/>
                </a:lnTo>
                <a:cubicBezTo>
                  <a:pt x="517749" y="92853"/>
                  <a:pt x="517126" y="84603"/>
                  <a:pt x="515879" y="81102"/>
                </a:cubicBezTo>
                <a:cubicBezTo>
                  <a:pt x="514633" y="77598"/>
                  <a:pt x="512431" y="74815"/>
                  <a:pt x="509276" y="72752"/>
                </a:cubicBezTo>
                <a:cubicBezTo>
                  <a:pt x="506120" y="70690"/>
                  <a:pt x="502166" y="69659"/>
                  <a:pt x="497413" y="69659"/>
                </a:cubicBezTo>
                <a:cubicBezTo>
                  <a:pt x="491958" y="69659"/>
                  <a:pt x="487089" y="70982"/>
                  <a:pt x="482803" y="73629"/>
                </a:cubicBezTo>
                <a:cubicBezTo>
                  <a:pt x="478518" y="76276"/>
                  <a:pt x="475381" y="80264"/>
                  <a:pt x="473394" y="85594"/>
                </a:cubicBezTo>
                <a:cubicBezTo>
                  <a:pt x="471408" y="90924"/>
                  <a:pt x="470414" y="98805"/>
                  <a:pt x="470414" y="109236"/>
                </a:cubicBezTo>
                <a:lnTo>
                  <a:pt x="470414" y="171342"/>
                </a:lnTo>
                <a:lnTo>
                  <a:pt x="437572" y="171342"/>
                </a:lnTo>
                <a:lnTo>
                  <a:pt x="437572" y="0"/>
                </a:lnTo>
                <a:lnTo>
                  <a:pt x="470414" y="0"/>
                </a:lnTo>
                <a:close/>
                <a:moveTo>
                  <a:pt x="608484" y="85554"/>
                </a:moveTo>
                <a:lnTo>
                  <a:pt x="578680" y="80178"/>
                </a:lnTo>
                <a:cubicBezTo>
                  <a:pt x="582031" y="68020"/>
                  <a:pt x="587796" y="59021"/>
                  <a:pt x="595978" y="53179"/>
                </a:cubicBezTo>
                <a:cubicBezTo>
                  <a:pt x="604159" y="47335"/>
                  <a:pt x="616315" y="44413"/>
                  <a:pt x="632444" y="44413"/>
                </a:cubicBezTo>
                <a:cubicBezTo>
                  <a:pt x="647092" y="44413"/>
                  <a:pt x="658001" y="46147"/>
                  <a:pt x="665169" y="49614"/>
                </a:cubicBezTo>
                <a:cubicBezTo>
                  <a:pt x="672338" y="53082"/>
                  <a:pt x="677383" y="57484"/>
                  <a:pt x="680305" y="62822"/>
                </a:cubicBezTo>
                <a:cubicBezTo>
                  <a:pt x="683227" y="68159"/>
                  <a:pt x="684688" y="77957"/>
                  <a:pt x="684688" y="92216"/>
                </a:cubicBezTo>
                <a:lnTo>
                  <a:pt x="684337" y="130552"/>
                </a:lnTo>
                <a:cubicBezTo>
                  <a:pt x="684337" y="141461"/>
                  <a:pt x="684863" y="149506"/>
                  <a:pt x="685915" y="154687"/>
                </a:cubicBezTo>
                <a:cubicBezTo>
                  <a:pt x="686967" y="159869"/>
                  <a:pt x="688934" y="165420"/>
                  <a:pt x="691817" y="171342"/>
                </a:cubicBezTo>
                <a:lnTo>
                  <a:pt x="659325" y="171342"/>
                </a:lnTo>
                <a:cubicBezTo>
                  <a:pt x="658468" y="169160"/>
                  <a:pt x="657416" y="165927"/>
                  <a:pt x="656170" y="161641"/>
                </a:cubicBezTo>
                <a:cubicBezTo>
                  <a:pt x="655624" y="159693"/>
                  <a:pt x="655235" y="158408"/>
                  <a:pt x="655001" y="157784"/>
                </a:cubicBezTo>
                <a:cubicBezTo>
                  <a:pt x="649391" y="163239"/>
                  <a:pt x="643391" y="167329"/>
                  <a:pt x="637002" y="170056"/>
                </a:cubicBezTo>
                <a:cubicBezTo>
                  <a:pt x="630613" y="172784"/>
                  <a:pt x="623795" y="174147"/>
                  <a:pt x="616548" y="174147"/>
                </a:cubicBezTo>
                <a:cubicBezTo>
                  <a:pt x="603770" y="174147"/>
                  <a:pt x="593699" y="170694"/>
                  <a:pt x="586336" y="163789"/>
                </a:cubicBezTo>
                <a:cubicBezTo>
                  <a:pt x="578972" y="156883"/>
                  <a:pt x="575291" y="148154"/>
                  <a:pt x="575291" y="137601"/>
                </a:cubicBezTo>
                <a:cubicBezTo>
                  <a:pt x="575291" y="130618"/>
                  <a:pt x="576966" y="124392"/>
                  <a:pt x="580316" y="118923"/>
                </a:cubicBezTo>
                <a:cubicBezTo>
                  <a:pt x="583667" y="113451"/>
                  <a:pt x="588361" y="109261"/>
                  <a:pt x="594400" y="106351"/>
                </a:cubicBezTo>
                <a:cubicBezTo>
                  <a:pt x="600439" y="103441"/>
                  <a:pt x="609146" y="100900"/>
                  <a:pt x="620522" y="98728"/>
                </a:cubicBezTo>
                <a:cubicBezTo>
                  <a:pt x="635872" y="95858"/>
                  <a:pt x="646508" y="93180"/>
                  <a:pt x="652430" y="90697"/>
                </a:cubicBezTo>
                <a:lnTo>
                  <a:pt x="652430" y="87388"/>
                </a:lnTo>
                <a:cubicBezTo>
                  <a:pt x="652430" y="81006"/>
                  <a:pt x="650871" y="76456"/>
                  <a:pt x="647755" y="73739"/>
                </a:cubicBezTo>
                <a:cubicBezTo>
                  <a:pt x="644638" y="71019"/>
                  <a:pt x="638755" y="69659"/>
                  <a:pt x="630106" y="69659"/>
                </a:cubicBezTo>
                <a:cubicBezTo>
                  <a:pt x="624262" y="69659"/>
                  <a:pt x="619704" y="70835"/>
                  <a:pt x="616431" y="73187"/>
                </a:cubicBezTo>
                <a:cubicBezTo>
                  <a:pt x="613159" y="75537"/>
                  <a:pt x="610510" y="79659"/>
                  <a:pt x="608484" y="85554"/>
                </a:cubicBezTo>
                <a:moveTo>
                  <a:pt x="652430" y="112202"/>
                </a:moveTo>
                <a:cubicBezTo>
                  <a:pt x="648222" y="113588"/>
                  <a:pt x="641560" y="115243"/>
                  <a:pt x="632444" y="117170"/>
                </a:cubicBezTo>
                <a:cubicBezTo>
                  <a:pt x="623327" y="119093"/>
                  <a:pt x="617366" y="120979"/>
                  <a:pt x="614561" y="122827"/>
                </a:cubicBezTo>
                <a:cubicBezTo>
                  <a:pt x="610276" y="125829"/>
                  <a:pt x="608133" y="129640"/>
                  <a:pt x="608133" y="134259"/>
                </a:cubicBezTo>
                <a:cubicBezTo>
                  <a:pt x="608133" y="138803"/>
                  <a:pt x="609847" y="142730"/>
                  <a:pt x="613276" y="146042"/>
                </a:cubicBezTo>
                <a:cubicBezTo>
                  <a:pt x="616704" y="149351"/>
                  <a:pt x="621068" y="151005"/>
                  <a:pt x="626366" y="151005"/>
                </a:cubicBezTo>
                <a:cubicBezTo>
                  <a:pt x="632288" y="151005"/>
                  <a:pt x="637937" y="149081"/>
                  <a:pt x="643313" y="145231"/>
                </a:cubicBezTo>
                <a:cubicBezTo>
                  <a:pt x="647287" y="142307"/>
                  <a:pt x="649897" y="138726"/>
                  <a:pt x="651144" y="134489"/>
                </a:cubicBezTo>
                <a:cubicBezTo>
                  <a:pt x="652001" y="131718"/>
                  <a:pt x="652430" y="126445"/>
                  <a:pt x="652430" y="118671"/>
                </a:cubicBezTo>
                <a:lnTo>
                  <a:pt x="652430" y="112202"/>
                </a:lnTo>
                <a:close/>
                <a:moveTo>
                  <a:pt x="715374" y="47218"/>
                </a:moveTo>
                <a:lnTo>
                  <a:pt x="745995" y="47218"/>
                </a:lnTo>
                <a:lnTo>
                  <a:pt x="745995" y="65451"/>
                </a:lnTo>
                <a:cubicBezTo>
                  <a:pt x="749969" y="59218"/>
                  <a:pt x="755346" y="54153"/>
                  <a:pt x="762125" y="50257"/>
                </a:cubicBezTo>
                <a:cubicBezTo>
                  <a:pt x="768903" y="46361"/>
                  <a:pt x="776423" y="44413"/>
                  <a:pt x="784682" y="44413"/>
                </a:cubicBezTo>
                <a:cubicBezTo>
                  <a:pt x="799097" y="44413"/>
                  <a:pt x="811330" y="50062"/>
                  <a:pt x="821381" y="61361"/>
                </a:cubicBezTo>
                <a:cubicBezTo>
                  <a:pt x="831433" y="72659"/>
                  <a:pt x="836459" y="88398"/>
                  <a:pt x="836459" y="108579"/>
                </a:cubicBezTo>
                <a:cubicBezTo>
                  <a:pt x="836459" y="129305"/>
                  <a:pt x="831394" y="145415"/>
                  <a:pt x="821264" y="156908"/>
                </a:cubicBezTo>
                <a:cubicBezTo>
                  <a:pt x="811135" y="168401"/>
                  <a:pt x="798863" y="174147"/>
                  <a:pt x="784448" y="174147"/>
                </a:cubicBezTo>
                <a:cubicBezTo>
                  <a:pt x="777591" y="174147"/>
                  <a:pt x="771377" y="172784"/>
                  <a:pt x="765806" y="170056"/>
                </a:cubicBezTo>
                <a:cubicBezTo>
                  <a:pt x="760235" y="167329"/>
                  <a:pt x="754372" y="162654"/>
                  <a:pt x="748216" y="156031"/>
                </a:cubicBezTo>
                <a:lnTo>
                  <a:pt x="748216" y="218561"/>
                </a:lnTo>
                <a:lnTo>
                  <a:pt x="715374" y="218561"/>
                </a:lnTo>
                <a:lnTo>
                  <a:pt x="715374" y="47218"/>
                </a:lnTo>
                <a:moveTo>
                  <a:pt x="747866" y="107122"/>
                </a:moveTo>
                <a:cubicBezTo>
                  <a:pt x="747866" y="121047"/>
                  <a:pt x="750632" y="131336"/>
                  <a:pt x="756164" y="137988"/>
                </a:cubicBezTo>
                <a:cubicBezTo>
                  <a:pt x="761696" y="144641"/>
                  <a:pt x="768436" y="147967"/>
                  <a:pt x="776384" y="147967"/>
                </a:cubicBezTo>
                <a:cubicBezTo>
                  <a:pt x="784020" y="147967"/>
                  <a:pt x="790370" y="144913"/>
                  <a:pt x="795435" y="138806"/>
                </a:cubicBezTo>
                <a:cubicBezTo>
                  <a:pt x="800499" y="132700"/>
                  <a:pt x="803032" y="122682"/>
                  <a:pt x="803032" y="108754"/>
                </a:cubicBezTo>
                <a:cubicBezTo>
                  <a:pt x="803032" y="95761"/>
                  <a:pt x="800421" y="86114"/>
                  <a:pt x="795201" y="79813"/>
                </a:cubicBezTo>
                <a:cubicBezTo>
                  <a:pt x="789980" y="73511"/>
                  <a:pt x="783513" y="70360"/>
                  <a:pt x="775799" y="70360"/>
                </a:cubicBezTo>
                <a:cubicBezTo>
                  <a:pt x="767774" y="70360"/>
                  <a:pt x="761112" y="73453"/>
                  <a:pt x="755813" y="79637"/>
                </a:cubicBezTo>
                <a:cubicBezTo>
                  <a:pt x="750515" y="85822"/>
                  <a:pt x="747866" y="94984"/>
                  <a:pt x="747866" y="107122"/>
                </a:cubicBezTo>
                <a:close/>
                <a:moveTo>
                  <a:pt x="934440" y="131838"/>
                </a:moveTo>
                <a:lnTo>
                  <a:pt x="967165" y="137448"/>
                </a:lnTo>
                <a:cubicBezTo>
                  <a:pt x="962958" y="149408"/>
                  <a:pt x="956315" y="158515"/>
                  <a:pt x="947238" y="164768"/>
                </a:cubicBezTo>
                <a:cubicBezTo>
                  <a:pt x="938160" y="171021"/>
                  <a:pt x="926804" y="174147"/>
                  <a:pt x="913168" y="174147"/>
                </a:cubicBezTo>
                <a:cubicBezTo>
                  <a:pt x="891585" y="174147"/>
                  <a:pt x="875611" y="167096"/>
                  <a:pt x="865248" y="152992"/>
                </a:cubicBezTo>
                <a:cubicBezTo>
                  <a:pt x="857067" y="141694"/>
                  <a:pt x="852976" y="127435"/>
                  <a:pt x="852976" y="110215"/>
                </a:cubicBezTo>
                <a:cubicBezTo>
                  <a:pt x="852976" y="89645"/>
                  <a:pt x="858352" y="73535"/>
                  <a:pt x="869105" y="61887"/>
                </a:cubicBezTo>
                <a:cubicBezTo>
                  <a:pt x="879858" y="50238"/>
                  <a:pt x="893455" y="44413"/>
                  <a:pt x="909895" y="44413"/>
                </a:cubicBezTo>
                <a:cubicBezTo>
                  <a:pt x="928362" y="44413"/>
                  <a:pt x="942933" y="50510"/>
                  <a:pt x="953608" y="62705"/>
                </a:cubicBezTo>
                <a:cubicBezTo>
                  <a:pt x="964282" y="74899"/>
                  <a:pt x="969386" y="93580"/>
                  <a:pt x="968918" y="118747"/>
                </a:cubicBezTo>
                <a:lnTo>
                  <a:pt x="886637" y="118747"/>
                </a:lnTo>
                <a:cubicBezTo>
                  <a:pt x="886871" y="128487"/>
                  <a:pt x="889520" y="136065"/>
                  <a:pt x="894584" y="141480"/>
                </a:cubicBezTo>
                <a:cubicBezTo>
                  <a:pt x="899649" y="146895"/>
                  <a:pt x="905961" y="149603"/>
                  <a:pt x="913519" y="149603"/>
                </a:cubicBezTo>
                <a:cubicBezTo>
                  <a:pt x="918661" y="149603"/>
                  <a:pt x="922986" y="148200"/>
                  <a:pt x="926492" y="145395"/>
                </a:cubicBezTo>
                <a:cubicBezTo>
                  <a:pt x="929998" y="142590"/>
                  <a:pt x="932648" y="138071"/>
                  <a:pt x="934440" y="131838"/>
                </a:cubicBezTo>
                <a:moveTo>
                  <a:pt x="936310" y="98644"/>
                </a:moveTo>
                <a:cubicBezTo>
                  <a:pt x="936076" y="89177"/>
                  <a:pt x="933621" y="81980"/>
                  <a:pt x="928946" y="77051"/>
                </a:cubicBezTo>
                <a:cubicBezTo>
                  <a:pt x="924271" y="72123"/>
                  <a:pt x="918583" y="69659"/>
                  <a:pt x="911882" y="69659"/>
                </a:cubicBezTo>
                <a:cubicBezTo>
                  <a:pt x="904714" y="69659"/>
                  <a:pt x="898792" y="72258"/>
                  <a:pt x="894117" y="77457"/>
                </a:cubicBezTo>
                <a:cubicBezTo>
                  <a:pt x="889442" y="82658"/>
                  <a:pt x="887143" y="89720"/>
                  <a:pt x="887221" y="98644"/>
                </a:cubicBezTo>
                <a:lnTo>
                  <a:pt x="936310" y="9864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29505-F4CE-4766-9390-82EA63EE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442" y="2569217"/>
            <a:ext cx="67187" cy="233811"/>
          </a:xfrm>
          <a:custGeom xmlns:a="http://schemas.openxmlformats.org/drawingml/2006/main">
            <a:pathLst>
              <a:path w="67187" h="233811">
                <a:moveTo>
                  <a:pt x="44791" y="0"/>
                </a:moveTo>
                <a:lnTo>
                  <a:pt x="22396" y="0"/>
                </a:lnTo>
                <a:lnTo>
                  <a:pt x="22396" y="166624"/>
                </a:lnTo>
                <a:lnTo>
                  <a:pt x="0" y="166624"/>
                </a:lnTo>
                <a:lnTo>
                  <a:pt x="33593" y="233811"/>
                </a:lnTo>
                <a:lnTo>
                  <a:pt x="67187" y="166624"/>
                </a:lnTo>
                <a:lnTo>
                  <a:pt x="44791" y="166624"/>
                </a:lnTo>
                <a:lnTo>
                  <a:pt x="44791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744B16-3A3D-4884-BBF2-C73C62B6D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620" y="2829006"/>
            <a:ext cx="352956" cy="390580"/>
          </a:xfrm>
          <a:custGeom xmlns:a="http://schemas.openxmlformats.org/drawingml/2006/main">
            <a:pathLst>
              <a:path w="352956" h="390580" fill="none">
                <a:moveTo>
                  <a:pt x="0" y="195290"/>
                </a:moveTo>
                <a:cubicBezTo>
                  <a:pt x="0" y="87418"/>
                  <a:pt x="78982" y="0"/>
                  <a:pt x="176478" y="0"/>
                </a:cubicBezTo>
                <a:cubicBezTo>
                  <a:pt x="273974" y="0"/>
                  <a:pt x="352956" y="87418"/>
                  <a:pt x="352956" y="195290"/>
                </a:cubicBezTo>
                <a:cubicBezTo>
                  <a:pt x="352956" y="303163"/>
                  <a:pt x="273974" y="390580"/>
                  <a:pt x="176478" y="390580"/>
                </a:cubicBezTo>
                <a:cubicBezTo>
                  <a:pt x="78982" y="390580"/>
                  <a:pt x="0" y="303163"/>
                  <a:pt x="0" y="19529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895FBB-BDAC-4532-882A-B0C8C81E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2620" y="3024296"/>
            <a:ext cx="353105" cy="10"/>
          </a:xfrm>
          <a:custGeom xmlns:a="http://schemas.openxmlformats.org/drawingml/2006/main">
            <a:pathLst>
              <a:path w="353105" h="1" fill="none">
                <a:moveTo>
                  <a:pt x="0" y="0"/>
                </a:moveTo>
                <a:lnTo>
                  <a:pt x="3531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4F5FD-B348-4457-82EA-E5D64EB4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9098" y="2829006"/>
            <a:ext cx="10" cy="390207"/>
          </a:xfrm>
          <a:custGeom xmlns:a="http://schemas.openxmlformats.org/drawingml/2006/main">
            <a:pathLst>
              <a:path w="1" h="390207" fill="none">
                <a:moveTo>
                  <a:pt x="0" y="0"/>
                </a:moveTo>
                <a:lnTo>
                  <a:pt x="0" y="390207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9A3E20-D87C-4DB1-8444-59508181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852" y="3258928"/>
            <a:ext cx="67187" cy="347879"/>
          </a:xfrm>
          <a:custGeom xmlns:a="http://schemas.openxmlformats.org/drawingml/2006/main">
            <a:pathLst>
              <a:path w="67187" h="347879">
                <a:moveTo>
                  <a:pt x="42402" y="0"/>
                </a:moveTo>
                <a:lnTo>
                  <a:pt x="20007" y="149"/>
                </a:lnTo>
                <a:lnTo>
                  <a:pt x="22376" y="280792"/>
                </a:lnTo>
                <a:lnTo>
                  <a:pt x="0" y="280991"/>
                </a:lnTo>
                <a:lnTo>
                  <a:pt x="34116" y="347879"/>
                </a:lnTo>
                <a:lnTo>
                  <a:pt x="67187" y="280394"/>
                </a:lnTo>
                <a:lnTo>
                  <a:pt x="44771" y="280593"/>
                </a:lnTo>
                <a:lnTo>
                  <a:pt x="42402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7F7F6-AFDC-4A02-8353-07AFC672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853" y="1856139"/>
            <a:ext cx="1413390" cy="10"/>
          </a:xfrm>
          <a:custGeom xmlns:a="http://schemas.openxmlformats.org/drawingml/2006/main">
            <a:pathLst>
              <a:path w="1413390" h="1" fill="none">
                <a:moveTo>
                  <a:pt x="0" y="0"/>
                </a:moveTo>
                <a:lnTo>
                  <a:pt x="14133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4472C4"/>
            </a:solidFill>
            <a:custDash>
              <a:ds d="400000" sp="300000"/>
            </a:custDash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84F419-A6F8-48F7-97FF-1E0EF3895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4019" y="1387846"/>
            <a:ext cx="577883" cy="67187"/>
          </a:xfrm>
          <a:custGeom xmlns:a="http://schemas.openxmlformats.org/drawingml/2006/main">
            <a:pathLst>
              <a:path w="577883" h="67187">
                <a:moveTo>
                  <a:pt x="448" y="10974"/>
                </a:moveTo>
                <a:lnTo>
                  <a:pt x="0" y="33370"/>
                </a:lnTo>
                <a:lnTo>
                  <a:pt x="510447" y="44765"/>
                </a:lnTo>
                <a:lnTo>
                  <a:pt x="509949" y="67187"/>
                </a:lnTo>
                <a:lnTo>
                  <a:pt x="577883" y="35087"/>
                </a:lnTo>
                <a:lnTo>
                  <a:pt x="511442" y="0"/>
                </a:lnTo>
                <a:lnTo>
                  <a:pt x="510945" y="22370"/>
                </a:lnTo>
                <a:lnTo>
                  <a:pt x="448" y="1097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b08ca03ba24eca"/>
          <a:stretch xmlns:a="http://schemas.openxmlformats.org/drawingml/2006/main"/>
        </p:blipFill>
        <p:spPr>
          <a:xfrm xmlns:a="http://schemas.openxmlformats.org/drawingml/2006/main">
            <a:off x="6449153" y="2983536"/>
            <a:ext cx="279964" cy="335039"/>
          </a:xfrm>
          <a:prstGeom xmlns:a="http://schemas.openxmlformats.org/drawingml/2006/main" prst="rect">
            <a:avLst/>
          </a:prstGeom>
        </p:spPr>
      </p:pic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1BD22E-2AB5-48A0-92BD-3ECBF47E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5949" y="3560001"/>
            <a:ext cx="291965" cy="10"/>
          </a:xfrm>
          <a:custGeom xmlns:a="http://schemas.openxmlformats.org/drawingml/2006/main">
            <a:pathLst>
              <a:path w="291965" h="1" fill="none">
                <a:moveTo>
                  <a:pt x="0" y="0"/>
                </a:moveTo>
                <a:lnTo>
                  <a:pt x="29196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5E2668-149A-4A73-8AE9-D6338260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2366" y="1429726"/>
            <a:ext cx="10" cy="2139756"/>
          </a:xfrm>
          <a:custGeom xmlns:a="http://schemas.openxmlformats.org/drawingml/2006/main">
            <a:pathLst>
              <a:path w="1" h="2139756" fill="none">
                <a:moveTo>
                  <a:pt x="0" y="213975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sp>
        <p:nvSpPr>
          <p:cNvPr id="98" name="Text Train">
            <a:extLst xmlns:a="http://schemas.openxmlformats.org/drawingml/2006/main">
              <a:ext uri="{FF2B5EF4-FFF2-40B4-BE49-F238E27FC236}">
                <a16:creationId xmlns:a16="http://schemas.microsoft.com/office/drawing/2014/main" id="{0D058EB1-4548-4D34-9458-240C4C60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628" y="211032"/>
            <a:ext cx="617575" cy="195525"/>
          </a:xfrm>
          <a:custGeom xmlns:a="http://schemas.openxmlformats.org/drawingml/2006/main">
            <a:pathLst>
              <a:path w="617575" h="195525">
                <a:moveTo>
                  <a:pt x="57083" y="192375"/>
                </a:moveTo>
                <a:lnTo>
                  <a:pt x="57083" y="32544"/>
                </a:lnTo>
                <a:lnTo>
                  <a:pt x="0" y="32544"/>
                </a:lnTo>
                <a:lnTo>
                  <a:pt x="0" y="0"/>
                </a:lnTo>
                <a:lnTo>
                  <a:pt x="152877" y="0"/>
                </a:lnTo>
                <a:lnTo>
                  <a:pt x="152877" y="32544"/>
                </a:lnTo>
                <a:lnTo>
                  <a:pt x="95925" y="32544"/>
                </a:lnTo>
                <a:lnTo>
                  <a:pt x="95925" y="192375"/>
                </a:lnTo>
                <a:lnTo>
                  <a:pt x="57083" y="192375"/>
                </a:lnTo>
                <a:close/>
                <a:moveTo>
                  <a:pt x="197433" y="192375"/>
                </a:moveTo>
                <a:lnTo>
                  <a:pt x="160559" y="192375"/>
                </a:lnTo>
                <a:lnTo>
                  <a:pt x="160559" y="53015"/>
                </a:lnTo>
                <a:lnTo>
                  <a:pt x="194809" y="53015"/>
                </a:lnTo>
                <a:lnTo>
                  <a:pt x="194809" y="72830"/>
                </a:lnTo>
                <a:cubicBezTo>
                  <a:pt x="200670" y="63469"/>
                  <a:pt x="205941" y="57301"/>
                  <a:pt x="210621" y="54327"/>
                </a:cubicBezTo>
                <a:cubicBezTo>
                  <a:pt x="215301" y="51353"/>
                  <a:pt x="220616" y="49865"/>
                  <a:pt x="226565" y="49865"/>
                </a:cubicBezTo>
                <a:cubicBezTo>
                  <a:pt x="234963" y="49865"/>
                  <a:pt x="243055" y="52184"/>
                  <a:pt x="250841" y="56820"/>
                </a:cubicBezTo>
                <a:lnTo>
                  <a:pt x="239425" y="88970"/>
                </a:lnTo>
                <a:cubicBezTo>
                  <a:pt x="233214" y="84946"/>
                  <a:pt x="227440" y="82934"/>
                  <a:pt x="222103" y="82934"/>
                </a:cubicBezTo>
                <a:cubicBezTo>
                  <a:pt x="216942" y="82934"/>
                  <a:pt x="212568" y="84356"/>
                  <a:pt x="208981" y="87199"/>
                </a:cubicBezTo>
                <a:cubicBezTo>
                  <a:pt x="205394" y="90042"/>
                  <a:pt x="202573" y="95182"/>
                  <a:pt x="200517" y="102618"/>
                </a:cubicBezTo>
                <a:cubicBezTo>
                  <a:pt x="198461" y="110054"/>
                  <a:pt x="197433" y="125626"/>
                  <a:pt x="197433" y="149334"/>
                </a:cubicBezTo>
                <a:lnTo>
                  <a:pt x="197433" y="192375"/>
                </a:lnTo>
                <a:close/>
                <a:moveTo>
                  <a:pt x="294234" y="96056"/>
                </a:moveTo>
                <a:lnTo>
                  <a:pt x="260771" y="90020"/>
                </a:lnTo>
                <a:cubicBezTo>
                  <a:pt x="264533" y="76370"/>
                  <a:pt x="271007" y="66266"/>
                  <a:pt x="280193" y="59707"/>
                </a:cubicBezTo>
                <a:cubicBezTo>
                  <a:pt x="289378" y="53146"/>
                  <a:pt x="303026" y="49865"/>
                  <a:pt x="321135" y="49865"/>
                </a:cubicBezTo>
                <a:cubicBezTo>
                  <a:pt x="337582" y="49865"/>
                  <a:pt x="349829" y="51812"/>
                  <a:pt x="357878" y="55705"/>
                </a:cubicBezTo>
                <a:cubicBezTo>
                  <a:pt x="365926" y="59598"/>
                  <a:pt x="371591" y="64541"/>
                  <a:pt x="374871" y="70533"/>
                </a:cubicBezTo>
                <a:cubicBezTo>
                  <a:pt x="378152" y="76526"/>
                  <a:pt x="379792" y="87527"/>
                  <a:pt x="379792" y="103536"/>
                </a:cubicBezTo>
                <a:lnTo>
                  <a:pt x="379398" y="146578"/>
                </a:lnTo>
                <a:cubicBezTo>
                  <a:pt x="379398" y="158825"/>
                  <a:pt x="379989" y="167858"/>
                  <a:pt x="381170" y="173676"/>
                </a:cubicBezTo>
                <a:cubicBezTo>
                  <a:pt x="382351" y="179493"/>
                  <a:pt x="384560" y="185726"/>
                  <a:pt x="387797" y="192375"/>
                </a:cubicBezTo>
                <a:lnTo>
                  <a:pt x="351316" y="192375"/>
                </a:lnTo>
                <a:cubicBezTo>
                  <a:pt x="350354" y="189926"/>
                  <a:pt x="349173" y="186295"/>
                  <a:pt x="347773" y="181484"/>
                </a:cubicBezTo>
                <a:cubicBezTo>
                  <a:pt x="347161" y="179296"/>
                  <a:pt x="346724" y="177853"/>
                  <a:pt x="346461" y="177153"/>
                </a:cubicBezTo>
                <a:cubicBezTo>
                  <a:pt x="340162" y="183277"/>
                  <a:pt x="333426" y="187870"/>
                  <a:pt x="326253" y="190932"/>
                </a:cubicBezTo>
                <a:cubicBezTo>
                  <a:pt x="319079" y="193994"/>
                  <a:pt x="311424" y="195525"/>
                  <a:pt x="303288" y="195525"/>
                </a:cubicBezTo>
                <a:cubicBezTo>
                  <a:pt x="288941" y="195525"/>
                  <a:pt x="277634" y="191648"/>
                  <a:pt x="269367" y="183895"/>
                </a:cubicBezTo>
                <a:cubicBezTo>
                  <a:pt x="261100" y="176142"/>
                  <a:pt x="256966" y="166341"/>
                  <a:pt x="256966" y="154492"/>
                </a:cubicBezTo>
                <a:cubicBezTo>
                  <a:pt x="256966" y="146652"/>
                  <a:pt x="258847" y="139661"/>
                  <a:pt x="262609" y="133521"/>
                </a:cubicBezTo>
                <a:cubicBezTo>
                  <a:pt x="266370" y="127378"/>
                  <a:pt x="271641" y="122673"/>
                  <a:pt x="278421" y="119406"/>
                </a:cubicBezTo>
                <a:cubicBezTo>
                  <a:pt x="285201" y="116139"/>
                  <a:pt x="294977" y="113286"/>
                  <a:pt x="307750" y="110848"/>
                </a:cubicBezTo>
                <a:cubicBezTo>
                  <a:pt x="324984" y="107625"/>
                  <a:pt x="336925" y="104619"/>
                  <a:pt x="343574" y="101830"/>
                </a:cubicBezTo>
                <a:lnTo>
                  <a:pt x="343574" y="98115"/>
                </a:lnTo>
                <a:cubicBezTo>
                  <a:pt x="343574" y="90950"/>
                  <a:pt x="341825" y="85841"/>
                  <a:pt x="338325" y="82790"/>
                </a:cubicBezTo>
                <a:cubicBezTo>
                  <a:pt x="334826" y="79737"/>
                  <a:pt x="328221" y="78210"/>
                  <a:pt x="318510" y="78210"/>
                </a:cubicBezTo>
                <a:cubicBezTo>
                  <a:pt x="311949" y="78210"/>
                  <a:pt x="306831" y="79530"/>
                  <a:pt x="303157" y="82171"/>
                </a:cubicBezTo>
                <a:cubicBezTo>
                  <a:pt x="299483" y="84809"/>
                  <a:pt x="296508" y="89438"/>
                  <a:pt x="294234" y="96056"/>
                </a:cubicBezTo>
                <a:moveTo>
                  <a:pt x="343574" y="125976"/>
                </a:moveTo>
                <a:cubicBezTo>
                  <a:pt x="338850" y="127531"/>
                  <a:pt x="331370" y="129390"/>
                  <a:pt x="321135" y="131553"/>
                </a:cubicBezTo>
                <a:cubicBezTo>
                  <a:pt x="310899" y="133712"/>
                  <a:pt x="304207" y="135830"/>
                  <a:pt x="301057" y="137905"/>
                </a:cubicBezTo>
                <a:cubicBezTo>
                  <a:pt x="296246" y="141276"/>
                  <a:pt x="293840" y="145554"/>
                  <a:pt x="293840" y="150740"/>
                </a:cubicBezTo>
                <a:cubicBezTo>
                  <a:pt x="293840" y="155841"/>
                  <a:pt x="295765" y="160251"/>
                  <a:pt x="299614" y="163969"/>
                </a:cubicBezTo>
                <a:cubicBezTo>
                  <a:pt x="303463" y="167684"/>
                  <a:pt x="308362" y="169542"/>
                  <a:pt x="314311" y="169542"/>
                </a:cubicBezTo>
                <a:cubicBezTo>
                  <a:pt x="320960" y="169542"/>
                  <a:pt x="327302" y="167381"/>
                  <a:pt x="333339" y="163059"/>
                </a:cubicBezTo>
                <a:cubicBezTo>
                  <a:pt x="337800" y="159775"/>
                  <a:pt x="340731" y="155755"/>
                  <a:pt x="342131" y="150998"/>
                </a:cubicBezTo>
                <a:cubicBezTo>
                  <a:pt x="343093" y="147887"/>
                  <a:pt x="343574" y="141967"/>
                  <a:pt x="343574" y="133238"/>
                </a:cubicBezTo>
                <a:lnTo>
                  <a:pt x="343574" y="125976"/>
                </a:lnTo>
                <a:close/>
                <a:moveTo>
                  <a:pt x="416101" y="34118"/>
                </a:moveTo>
                <a:lnTo>
                  <a:pt x="416101" y="0"/>
                </a:lnTo>
                <a:lnTo>
                  <a:pt x="452975" y="0"/>
                </a:lnTo>
                <a:lnTo>
                  <a:pt x="452975" y="34118"/>
                </a:lnTo>
                <a:lnTo>
                  <a:pt x="416101" y="34118"/>
                </a:lnTo>
                <a:moveTo>
                  <a:pt x="416101" y="192375"/>
                </a:moveTo>
                <a:lnTo>
                  <a:pt x="416101" y="53015"/>
                </a:lnTo>
                <a:lnTo>
                  <a:pt x="452975" y="53015"/>
                </a:lnTo>
                <a:lnTo>
                  <a:pt x="452975" y="192375"/>
                </a:lnTo>
                <a:lnTo>
                  <a:pt x="416101" y="192375"/>
                </a:lnTo>
                <a:close/>
                <a:moveTo>
                  <a:pt x="617575" y="192375"/>
                </a:moveTo>
                <a:lnTo>
                  <a:pt x="580701" y="192375"/>
                </a:lnTo>
                <a:lnTo>
                  <a:pt x="580701" y="121333"/>
                </a:lnTo>
                <a:cubicBezTo>
                  <a:pt x="580701" y="106303"/>
                  <a:pt x="579914" y="96581"/>
                  <a:pt x="578339" y="92169"/>
                </a:cubicBezTo>
                <a:cubicBezTo>
                  <a:pt x="576764" y="87756"/>
                  <a:pt x="574206" y="84327"/>
                  <a:pt x="570663" y="81880"/>
                </a:cubicBezTo>
                <a:cubicBezTo>
                  <a:pt x="567119" y="79433"/>
                  <a:pt x="562855" y="78210"/>
                  <a:pt x="557868" y="78210"/>
                </a:cubicBezTo>
                <a:cubicBezTo>
                  <a:pt x="551482" y="78210"/>
                  <a:pt x="545752" y="79958"/>
                  <a:pt x="540678" y="83455"/>
                </a:cubicBezTo>
                <a:cubicBezTo>
                  <a:pt x="535604" y="86949"/>
                  <a:pt x="532126" y="91580"/>
                  <a:pt x="530245" y="97348"/>
                </a:cubicBezTo>
                <a:cubicBezTo>
                  <a:pt x="528365" y="103114"/>
                  <a:pt x="527424" y="113774"/>
                  <a:pt x="527424" y="129330"/>
                </a:cubicBezTo>
                <a:lnTo>
                  <a:pt x="527424" y="192375"/>
                </a:lnTo>
                <a:lnTo>
                  <a:pt x="490550" y="192375"/>
                </a:lnTo>
                <a:lnTo>
                  <a:pt x="490550" y="53015"/>
                </a:lnTo>
                <a:lnTo>
                  <a:pt x="524800" y="53015"/>
                </a:lnTo>
                <a:lnTo>
                  <a:pt x="524800" y="73486"/>
                </a:lnTo>
                <a:cubicBezTo>
                  <a:pt x="536960" y="57739"/>
                  <a:pt x="552269" y="49865"/>
                  <a:pt x="570728" y="49865"/>
                </a:cubicBezTo>
                <a:cubicBezTo>
                  <a:pt x="578864" y="49865"/>
                  <a:pt x="586300" y="51331"/>
                  <a:pt x="593036" y="54261"/>
                </a:cubicBezTo>
                <a:cubicBezTo>
                  <a:pt x="599773" y="57192"/>
                  <a:pt x="604868" y="60932"/>
                  <a:pt x="608324" y="65481"/>
                </a:cubicBezTo>
                <a:cubicBezTo>
                  <a:pt x="611780" y="70030"/>
                  <a:pt x="614185" y="75192"/>
                  <a:pt x="615541" y="80966"/>
                </a:cubicBezTo>
                <a:cubicBezTo>
                  <a:pt x="616897" y="86739"/>
                  <a:pt x="617575" y="95007"/>
                  <a:pt x="617575" y="105767"/>
                </a:cubicBezTo>
                <a:lnTo>
                  <a:pt x="617575" y="19237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Text Inference">
            <a:extLst xmlns:a="http://schemas.openxmlformats.org/drawingml/2006/main">
              <a:ext uri="{FF2B5EF4-FFF2-40B4-BE49-F238E27FC236}">
                <a16:creationId xmlns:a16="http://schemas.microsoft.com/office/drawing/2014/main" id="{58FDF800-6F9B-42E7-958C-EE5CD8A3C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62" y="2006216"/>
            <a:ext cx="1166287" cy="198936"/>
          </a:xfrm>
          <a:custGeom xmlns:a="http://schemas.openxmlformats.org/drawingml/2006/main">
            <a:pathLst>
              <a:path w="1166287" h="198936">
                <a:moveTo>
                  <a:pt x="0" y="195787"/>
                </a:moveTo>
                <a:lnTo>
                  <a:pt x="0" y="3412"/>
                </a:lnTo>
                <a:lnTo>
                  <a:pt x="38842" y="3412"/>
                </a:lnTo>
                <a:lnTo>
                  <a:pt x="38842" y="195787"/>
                </a:lnTo>
                <a:lnTo>
                  <a:pt x="0" y="195787"/>
                </a:lnTo>
                <a:close/>
                <a:moveTo>
                  <a:pt x="202393" y="195787"/>
                </a:moveTo>
                <a:lnTo>
                  <a:pt x="165519" y="195787"/>
                </a:lnTo>
                <a:lnTo>
                  <a:pt x="165519" y="124745"/>
                </a:lnTo>
                <a:cubicBezTo>
                  <a:pt x="165519" y="109715"/>
                  <a:pt x="164732" y="99993"/>
                  <a:pt x="163157" y="95581"/>
                </a:cubicBezTo>
                <a:cubicBezTo>
                  <a:pt x="161583" y="91168"/>
                  <a:pt x="159024" y="87739"/>
                  <a:pt x="155481" y="85292"/>
                </a:cubicBezTo>
                <a:cubicBezTo>
                  <a:pt x="151938" y="82845"/>
                  <a:pt x="147673" y="81622"/>
                  <a:pt x="142686" y="81622"/>
                </a:cubicBezTo>
                <a:cubicBezTo>
                  <a:pt x="136300" y="81622"/>
                  <a:pt x="130570" y="83370"/>
                  <a:pt x="125496" y="86867"/>
                </a:cubicBezTo>
                <a:cubicBezTo>
                  <a:pt x="120422" y="90360"/>
                  <a:pt x="116944" y="94992"/>
                  <a:pt x="115064" y="100760"/>
                </a:cubicBezTo>
                <a:cubicBezTo>
                  <a:pt x="113183" y="106526"/>
                  <a:pt x="112242" y="117186"/>
                  <a:pt x="112242" y="132742"/>
                </a:cubicBezTo>
                <a:lnTo>
                  <a:pt x="112242" y="195787"/>
                </a:lnTo>
                <a:lnTo>
                  <a:pt x="75368" y="195787"/>
                </a:lnTo>
                <a:lnTo>
                  <a:pt x="75368" y="56427"/>
                </a:lnTo>
                <a:lnTo>
                  <a:pt x="109618" y="56427"/>
                </a:lnTo>
                <a:lnTo>
                  <a:pt x="109618" y="76898"/>
                </a:lnTo>
                <a:cubicBezTo>
                  <a:pt x="121778" y="61151"/>
                  <a:pt x="137087" y="53277"/>
                  <a:pt x="155546" y="53277"/>
                </a:cubicBezTo>
                <a:cubicBezTo>
                  <a:pt x="163682" y="53277"/>
                  <a:pt x="171118" y="54742"/>
                  <a:pt x="177854" y="57673"/>
                </a:cubicBezTo>
                <a:cubicBezTo>
                  <a:pt x="184591" y="60604"/>
                  <a:pt x="189687" y="64344"/>
                  <a:pt x="193142" y="68893"/>
                </a:cubicBezTo>
                <a:cubicBezTo>
                  <a:pt x="196598" y="73442"/>
                  <a:pt x="199003" y="78603"/>
                  <a:pt x="200359" y="84377"/>
                </a:cubicBezTo>
                <a:cubicBezTo>
                  <a:pt x="201715" y="90151"/>
                  <a:pt x="202393" y="98418"/>
                  <a:pt x="202393" y="109179"/>
                </a:cubicBezTo>
                <a:lnTo>
                  <a:pt x="202393" y="195787"/>
                </a:lnTo>
                <a:close/>
                <a:moveTo>
                  <a:pt x="223695" y="56427"/>
                </a:moveTo>
                <a:lnTo>
                  <a:pt x="244166" y="56427"/>
                </a:lnTo>
                <a:lnTo>
                  <a:pt x="244166" y="45904"/>
                </a:lnTo>
                <a:cubicBezTo>
                  <a:pt x="244166" y="34154"/>
                  <a:pt x="245413" y="25385"/>
                  <a:pt x="247906" y="19598"/>
                </a:cubicBezTo>
                <a:cubicBezTo>
                  <a:pt x="250399" y="13810"/>
                  <a:pt x="254992" y="9097"/>
                  <a:pt x="261684" y="5458"/>
                </a:cubicBezTo>
                <a:cubicBezTo>
                  <a:pt x="268377" y="1819"/>
                  <a:pt x="276841" y="0"/>
                  <a:pt x="287076" y="0"/>
                </a:cubicBezTo>
                <a:cubicBezTo>
                  <a:pt x="297574" y="0"/>
                  <a:pt x="307854" y="1575"/>
                  <a:pt x="317914" y="4724"/>
                </a:cubicBezTo>
                <a:lnTo>
                  <a:pt x="312928" y="30444"/>
                </a:lnTo>
                <a:cubicBezTo>
                  <a:pt x="307066" y="29044"/>
                  <a:pt x="301424" y="28344"/>
                  <a:pt x="296000" y="28344"/>
                </a:cubicBezTo>
                <a:cubicBezTo>
                  <a:pt x="290663" y="28344"/>
                  <a:pt x="286836" y="29598"/>
                  <a:pt x="284517" y="32105"/>
                </a:cubicBezTo>
                <a:cubicBezTo>
                  <a:pt x="282199" y="34609"/>
                  <a:pt x="281040" y="39421"/>
                  <a:pt x="281040" y="46540"/>
                </a:cubicBezTo>
                <a:lnTo>
                  <a:pt x="281040" y="56427"/>
                </a:lnTo>
                <a:lnTo>
                  <a:pt x="308597" y="56427"/>
                </a:lnTo>
                <a:lnTo>
                  <a:pt x="308597" y="85558"/>
                </a:lnTo>
                <a:lnTo>
                  <a:pt x="281040" y="85558"/>
                </a:lnTo>
                <a:lnTo>
                  <a:pt x="281040" y="195787"/>
                </a:lnTo>
                <a:lnTo>
                  <a:pt x="244166" y="195787"/>
                </a:lnTo>
                <a:lnTo>
                  <a:pt x="244166" y="85558"/>
                </a:lnTo>
                <a:lnTo>
                  <a:pt x="223695" y="85558"/>
                </a:lnTo>
                <a:lnTo>
                  <a:pt x="223695" y="56427"/>
                </a:lnTo>
                <a:close/>
                <a:moveTo>
                  <a:pt x="410032" y="151433"/>
                </a:moveTo>
                <a:lnTo>
                  <a:pt x="446774" y="157732"/>
                </a:lnTo>
                <a:cubicBezTo>
                  <a:pt x="442050" y="171161"/>
                  <a:pt x="434592" y="181385"/>
                  <a:pt x="424401" y="188406"/>
                </a:cubicBezTo>
                <a:cubicBezTo>
                  <a:pt x="414209" y="195426"/>
                  <a:pt x="401458" y="198936"/>
                  <a:pt x="386149" y="198936"/>
                </a:cubicBezTo>
                <a:cubicBezTo>
                  <a:pt x="361916" y="198936"/>
                  <a:pt x="343982" y="191019"/>
                  <a:pt x="332347" y="175185"/>
                </a:cubicBezTo>
                <a:cubicBezTo>
                  <a:pt x="323161" y="162500"/>
                  <a:pt x="318568" y="146490"/>
                  <a:pt x="318568" y="127157"/>
                </a:cubicBezTo>
                <a:cubicBezTo>
                  <a:pt x="318568" y="104061"/>
                  <a:pt x="324604" y="85974"/>
                  <a:pt x="336677" y="72895"/>
                </a:cubicBezTo>
                <a:cubicBezTo>
                  <a:pt x="348750" y="59817"/>
                  <a:pt x="364015" y="53277"/>
                  <a:pt x="382474" y="53277"/>
                </a:cubicBezTo>
                <a:cubicBezTo>
                  <a:pt x="403208" y="53277"/>
                  <a:pt x="419567" y="60123"/>
                  <a:pt x="431552" y="73814"/>
                </a:cubicBezTo>
                <a:cubicBezTo>
                  <a:pt x="443538" y="87505"/>
                  <a:pt x="449268" y="108479"/>
                  <a:pt x="448743" y="136736"/>
                </a:cubicBezTo>
                <a:lnTo>
                  <a:pt x="356361" y="136736"/>
                </a:lnTo>
                <a:cubicBezTo>
                  <a:pt x="356623" y="147671"/>
                  <a:pt x="359598" y="156179"/>
                  <a:pt x="365284" y="162259"/>
                </a:cubicBezTo>
                <a:cubicBezTo>
                  <a:pt x="370970" y="168339"/>
                  <a:pt x="378057" y="171379"/>
                  <a:pt x="386542" y="171379"/>
                </a:cubicBezTo>
                <a:cubicBezTo>
                  <a:pt x="392316" y="171379"/>
                  <a:pt x="397172" y="169805"/>
                  <a:pt x="401108" y="166655"/>
                </a:cubicBezTo>
                <a:cubicBezTo>
                  <a:pt x="405045" y="163506"/>
                  <a:pt x="408019" y="158432"/>
                  <a:pt x="410032" y="151433"/>
                </a:cubicBezTo>
                <a:moveTo>
                  <a:pt x="412131" y="114165"/>
                </a:moveTo>
                <a:cubicBezTo>
                  <a:pt x="411869" y="103536"/>
                  <a:pt x="409113" y="95455"/>
                  <a:pt x="403864" y="89922"/>
                </a:cubicBezTo>
                <a:cubicBezTo>
                  <a:pt x="398615" y="84388"/>
                  <a:pt x="392229" y="81622"/>
                  <a:pt x="384705" y="81622"/>
                </a:cubicBezTo>
                <a:cubicBezTo>
                  <a:pt x="376657" y="81622"/>
                  <a:pt x="370008" y="84540"/>
                  <a:pt x="364759" y="90377"/>
                </a:cubicBezTo>
                <a:cubicBezTo>
                  <a:pt x="359510" y="96216"/>
                  <a:pt x="356929" y="104146"/>
                  <a:pt x="357017" y="114165"/>
                </a:cubicBezTo>
                <a:lnTo>
                  <a:pt x="412131" y="114165"/>
                </a:lnTo>
                <a:close/>
                <a:moveTo>
                  <a:pt x="514052" y="195787"/>
                </a:moveTo>
                <a:lnTo>
                  <a:pt x="477178" y="195787"/>
                </a:lnTo>
                <a:lnTo>
                  <a:pt x="477178" y="56427"/>
                </a:lnTo>
                <a:lnTo>
                  <a:pt x="511427" y="56427"/>
                </a:lnTo>
                <a:lnTo>
                  <a:pt x="511427" y="76241"/>
                </a:lnTo>
                <a:cubicBezTo>
                  <a:pt x="517289" y="66881"/>
                  <a:pt x="522559" y="60713"/>
                  <a:pt x="527240" y="57739"/>
                </a:cubicBezTo>
                <a:cubicBezTo>
                  <a:pt x="531920" y="54764"/>
                  <a:pt x="537235" y="53277"/>
                  <a:pt x="543184" y="53277"/>
                </a:cubicBezTo>
                <a:cubicBezTo>
                  <a:pt x="551582" y="53277"/>
                  <a:pt x="559674" y="55595"/>
                  <a:pt x="567460" y="60232"/>
                </a:cubicBezTo>
                <a:lnTo>
                  <a:pt x="556044" y="92382"/>
                </a:lnTo>
                <a:cubicBezTo>
                  <a:pt x="549832" y="88358"/>
                  <a:pt x="544058" y="86346"/>
                  <a:pt x="538722" y="86346"/>
                </a:cubicBezTo>
                <a:cubicBezTo>
                  <a:pt x="533560" y="86346"/>
                  <a:pt x="529186" y="87767"/>
                  <a:pt x="525600" y="90611"/>
                </a:cubicBezTo>
                <a:cubicBezTo>
                  <a:pt x="522013" y="93454"/>
                  <a:pt x="519191" y="98593"/>
                  <a:pt x="517136" y="106029"/>
                </a:cubicBezTo>
                <a:cubicBezTo>
                  <a:pt x="515080" y="113465"/>
                  <a:pt x="514052" y="129037"/>
                  <a:pt x="514052" y="152745"/>
                </a:cubicBezTo>
                <a:lnTo>
                  <a:pt x="514052" y="195787"/>
                </a:lnTo>
                <a:close/>
                <a:moveTo>
                  <a:pt x="663998" y="151433"/>
                </a:moveTo>
                <a:lnTo>
                  <a:pt x="700741" y="157732"/>
                </a:lnTo>
                <a:cubicBezTo>
                  <a:pt x="696017" y="171161"/>
                  <a:pt x="688559" y="181385"/>
                  <a:pt x="678367" y="188406"/>
                </a:cubicBezTo>
                <a:cubicBezTo>
                  <a:pt x="668176" y="195426"/>
                  <a:pt x="655425" y="198936"/>
                  <a:pt x="640115" y="198936"/>
                </a:cubicBezTo>
                <a:cubicBezTo>
                  <a:pt x="615883" y="198936"/>
                  <a:pt x="597949" y="191019"/>
                  <a:pt x="586313" y="175185"/>
                </a:cubicBezTo>
                <a:cubicBezTo>
                  <a:pt x="577128" y="162500"/>
                  <a:pt x="572535" y="146490"/>
                  <a:pt x="572535" y="127157"/>
                </a:cubicBezTo>
                <a:cubicBezTo>
                  <a:pt x="572535" y="104061"/>
                  <a:pt x="578571" y="85974"/>
                  <a:pt x="590644" y="72895"/>
                </a:cubicBezTo>
                <a:cubicBezTo>
                  <a:pt x="602716" y="59817"/>
                  <a:pt x="617982" y="53277"/>
                  <a:pt x="636441" y="53277"/>
                </a:cubicBezTo>
                <a:cubicBezTo>
                  <a:pt x="657175" y="53277"/>
                  <a:pt x="673534" y="60123"/>
                  <a:pt x="685519" y="73814"/>
                </a:cubicBezTo>
                <a:cubicBezTo>
                  <a:pt x="697504" y="87505"/>
                  <a:pt x="703234" y="108479"/>
                  <a:pt x="702710" y="136736"/>
                </a:cubicBezTo>
                <a:lnTo>
                  <a:pt x="610327" y="136736"/>
                </a:lnTo>
                <a:cubicBezTo>
                  <a:pt x="610590" y="147671"/>
                  <a:pt x="613564" y="156179"/>
                  <a:pt x="619251" y="162259"/>
                </a:cubicBezTo>
                <a:cubicBezTo>
                  <a:pt x="624937" y="168339"/>
                  <a:pt x="632023" y="171379"/>
                  <a:pt x="640509" y="171379"/>
                </a:cubicBezTo>
                <a:cubicBezTo>
                  <a:pt x="646283" y="171379"/>
                  <a:pt x="651138" y="169805"/>
                  <a:pt x="655075" y="166655"/>
                </a:cubicBezTo>
                <a:cubicBezTo>
                  <a:pt x="659012" y="163506"/>
                  <a:pt x="661986" y="158432"/>
                  <a:pt x="663998" y="151433"/>
                </a:cubicBezTo>
                <a:moveTo>
                  <a:pt x="666098" y="114165"/>
                </a:moveTo>
                <a:cubicBezTo>
                  <a:pt x="665835" y="103536"/>
                  <a:pt x="663080" y="95455"/>
                  <a:pt x="657831" y="89922"/>
                </a:cubicBezTo>
                <a:cubicBezTo>
                  <a:pt x="652582" y="84388"/>
                  <a:pt x="646196" y="81622"/>
                  <a:pt x="638672" y="81622"/>
                </a:cubicBezTo>
                <a:cubicBezTo>
                  <a:pt x="630624" y="81622"/>
                  <a:pt x="623975" y="84540"/>
                  <a:pt x="618726" y="90377"/>
                </a:cubicBezTo>
                <a:cubicBezTo>
                  <a:pt x="613477" y="96216"/>
                  <a:pt x="610896" y="104146"/>
                  <a:pt x="610984" y="114165"/>
                </a:cubicBezTo>
                <a:lnTo>
                  <a:pt x="666098" y="114165"/>
                </a:lnTo>
                <a:close/>
                <a:moveTo>
                  <a:pt x="859482" y="195787"/>
                </a:moveTo>
                <a:lnTo>
                  <a:pt x="822608" y="195787"/>
                </a:lnTo>
                <a:lnTo>
                  <a:pt x="822608" y="124745"/>
                </a:lnTo>
                <a:cubicBezTo>
                  <a:pt x="822608" y="109715"/>
                  <a:pt x="821821" y="99993"/>
                  <a:pt x="820246" y="95581"/>
                </a:cubicBezTo>
                <a:cubicBezTo>
                  <a:pt x="818671" y="91168"/>
                  <a:pt x="816112" y="87739"/>
                  <a:pt x="812569" y="85292"/>
                </a:cubicBezTo>
                <a:cubicBezTo>
                  <a:pt x="809026" y="82845"/>
                  <a:pt x="804761" y="81622"/>
                  <a:pt x="799775" y="81622"/>
                </a:cubicBezTo>
                <a:cubicBezTo>
                  <a:pt x="793389" y="81622"/>
                  <a:pt x="787658" y="83370"/>
                  <a:pt x="782584" y="86867"/>
                </a:cubicBezTo>
                <a:cubicBezTo>
                  <a:pt x="777510" y="90360"/>
                  <a:pt x="774033" y="94992"/>
                  <a:pt x="772152" y="100760"/>
                </a:cubicBezTo>
                <a:cubicBezTo>
                  <a:pt x="770271" y="106526"/>
                  <a:pt x="769331" y="117186"/>
                  <a:pt x="769331" y="132742"/>
                </a:cubicBezTo>
                <a:lnTo>
                  <a:pt x="769331" y="195787"/>
                </a:lnTo>
                <a:lnTo>
                  <a:pt x="732457" y="195787"/>
                </a:lnTo>
                <a:lnTo>
                  <a:pt x="732457" y="56427"/>
                </a:lnTo>
                <a:lnTo>
                  <a:pt x="766706" y="56427"/>
                </a:lnTo>
                <a:lnTo>
                  <a:pt x="766706" y="76898"/>
                </a:lnTo>
                <a:cubicBezTo>
                  <a:pt x="778866" y="61151"/>
                  <a:pt x="794176" y="53277"/>
                  <a:pt x="812635" y="53277"/>
                </a:cubicBezTo>
                <a:cubicBezTo>
                  <a:pt x="820771" y="53277"/>
                  <a:pt x="828207" y="54742"/>
                  <a:pt x="834943" y="57673"/>
                </a:cubicBezTo>
                <a:cubicBezTo>
                  <a:pt x="841679" y="60604"/>
                  <a:pt x="846775" y="64344"/>
                  <a:pt x="850231" y="68893"/>
                </a:cubicBezTo>
                <a:cubicBezTo>
                  <a:pt x="853686" y="73442"/>
                  <a:pt x="856092" y="78603"/>
                  <a:pt x="857448" y="84377"/>
                </a:cubicBezTo>
                <a:cubicBezTo>
                  <a:pt x="858804" y="90151"/>
                  <a:pt x="859482" y="98418"/>
                  <a:pt x="859482" y="109179"/>
                </a:cubicBezTo>
                <a:lnTo>
                  <a:pt x="859482" y="195787"/>
                </a:lnTo>
                <a:close/>
                <a:moveTo>
                  <a:pt x="1018438" y="97631"/>
                </a:moveTo>
                <a:lnTo>
                  <a:pt x="982089" y="104192"/>
                </a:lnTo>
                <a:cubicBezTo>
                  <a:pt x="980864" y="96975"/>
                  <a:pt x="978086" y="91540"/>
                  <a:pt x="973756" y="87888"/>
                </a:cubicBezTo>
                <a:cubicBezTo>
                  <a:pt x="969426" y="84235"/>
                  <a:pt x="963805" y="82409"/>
                  <a:pt x="956894" y="82409"/>
                </a:cubicBezTo>
                <a:cubicBezTo>
                  <a:pt x="947708" y="82409"/>
                  <a:pt x="940381" y="85571"/>
                  <a:pt x="934914" y="91894"/>
                </a:cubicBezTo>
                <a:cubicBezTo>
                  <a:pt x="929446" y="98217"/>
                  <a:pt x="926712" y="108792"/>
                  <a:pt x="926712" y="123618"/>
                </a:cubicBezTo>
                <a:cubicBezTo>
                  <a:pt x="926712" y="140103"/>
                  <a:pt x="929490" y="151748"/>
                  <a:pt x="935045" y="158552"/>
                </a:cubicBezTo>
                <a:cubicBezTo>
                  <a:pt x="940600" y="165354"/>
                  <a:pt x="948058" y="168755"/>
                  <a:pt x="957419" y="168755"/>
                </a:cubicBezTo>
                <a:cubicBezTo>
                  <a:pt x="964417" y="168755"/>
                  <a:pt x="970147" y="166765"/>
                  <a:pt x="974609" y="162784"/>
                </a:cubicBezTo>
                <a:cubicBezTo>
                  <a:pt x="979071" y="158804"/>
                  <a:pt x="982220" y="151958"/>
                  <a:pt x="984057" y="142247"/>
                </a:cubicBezTo>
                <a:lnTo>
                  <a:pt x="1020275" y="148546"/>
                </a:lnTo>
                <a:cubicBezTo>
                  <a:pt x="1016513" y="165168"/>
                  <a:pt x="1009296" y="177722"/>
                  <a:pt x="998623" y="186208"/>
                </a:cubicBezTo>
                <a:cubicBezTo>
                  <a:pt x="987950" y="194693"/>
                  <a:pt x="973647" y="198936"/>
                  <a:pt x="955713" y="198936"/>
                </a:cubicBezTo>
                <a:cubicBezTo>
                  <a:pt x="935329" y="198936"/>
                  <a:pt x="919079" y="192506"/>
                  <a:pt x="906963" y="179646"/>
                </a:cubicBezTo>
                <a:cubicBezTo>
                  <a:pt x="894846" y="166786"/>
                  <a:pt x="888788" y="148984"/>
                  <a:pt x="888788" y="126238"/>
                </a:cubicBezTo>
                <a:cubicBezTo>
                  <a:pt x="888788" y="103230"/>
                  <a:pt x="894868" y="85318"/>
                  <a:pt x="907028" y="72502"/>
                </a:cubicBezTo>
                <a:cubicBezTo>
                  <a:pt x="919188" y="59685"/>
                  <a:pt x="935635" y="53277"/>
                  <a:pt x="956369" y="53277"/>
                </a:cubicBezTo>
                <a:cubicBezTo>
                  <a:pt x="973340" y="53277"/>
                  <a:pt x="986835" y="56930"/>
                  <a:pt x="996852" y="64234"/>
                </a:cubicBezTo>
                <a:cubicBezTo>
                  <a:pt x="1006868" y="71539"/>
                  <a:pt x="1014064" y="82671"/>
                  <a:pt x="1018438" y="97631"/>
                </a:cubicBezTo>
                <a:close/>
                <a:moveTo>
                  <a:pt x="1127051" y="151433"/>
                </a:moveTo>
                <a:lnTo>
                  <a:pt x="1163794" y="157732"/>
                </a:lnTo>
                <a:cubicBezTo>
                  <a:pt x="1159070" y="171161"/>
                  <a:pt x="1151612" y="181385"/>
                  <a:pt x="1141420" y="188406"/>
                </a:cubicBezTo>
                <a:cubicBezTo>
                  <a:pt x="1131228" y="195426"/>
                  <a:pt x="1118478" y="198936"/>
                  <a:pt x="1103168" y="198936"/>
                </a:cubicBezTo>
                <a:cubicBezTo>
                  <a:pt x="1078935" y="198936"/>
                  <a:pt x="1061001" y="191019"/>
                  <a:pt x="1049366" y="175185"/>
                </a:cubicBezTo>
                <a:cubicBezTo>
                  <a:pt x="1040180" y="162500"/>
                  <a:pt x="1035587" y="146490"/>
                  <a:pt x="1035587" y="127157"/>
                </a:cubicBezTo>
                <a:cubicBezTo>
                  <a:pt x="1035587" y="104061"/>
                  <a:pt x="1041624" y="85974"/>
                  <a:pt x="1053696" y="72895"/>
                </a:cubicBezTo>
                <a:cubicBezTo>
                  <a:pt x="1065769" y="59817"/>
                  <a:pt x="1081035" y="53277"/>
                  <a:pt x="1099494" y="53277"/>
                </a:cubicBezTo>
                <a:cubicBezTo>
                  <a:pt x="1120227" y="53277"/>
                  <a:pt x="1136587" y="60123"/>
                  <a:pt x="1148572" y="73814"/>
                </a:cubicBezTo>
                <a:cubicBezTo>
                  <a:pt x="1160557" y="87505"/>
                  <a:pt x="1166287" y="108479"/>
                  <a:pt x="1165762" y="136736"/>
                </a:cubicBezTo>
                <a:lnTo>
                  <a:pt x="1073380" y="136736"/>
                </a:lnTo>
                <a:cubicBezTo>
                  <a:pt x="1073643" y="147671"/>
                  <a:pt x="1076617" y="156179"/>
                  <a:pt x="1082303" y="162259"/>
                </a:cubicBezTo>
                <a:cubicBezTo>
                  <a:pt x="1087990" y="168339"/>
                  <a:pt x="1095076" y="171379"/>
                  <a:pt x="1103562" y="171379"/>
                </a:cubicBezTo>
                <a:cubicBezTo>
                  <a:pt x="1109336" y="171379"/>
                  <a:pt x="1114191" y="169805"/>
                  <a:pt x="1118128" y="166655"/>
                </a:cubicBezTo>
                <a:cubicBezTo>
                  <a:pt x="1122064" y="163506"/>
                  <a:pt x="1125039" y="158432"/>
                  <a:pt x="1127051" y="151433"/>
                </a:cubicBezTo>
                <a:moveTo>
                  <a:pt x="1129151" y="114165"/>
                </a:moveTo>
                <a:cubicBezTo>
                  <a:pt x="1128888" y="103536"/>
                  <a:pt x="1126132" y="95455"/>
                  <a:pt x="1120883" y="89922"/>
                </a:cubicBezTo>
                <a:cubicBezTo>
                  <a:pt x="1115634" y="84388"/>
                  <a:pt x="1109248" y="81622"/>
                  <a:pt x="1101725" y="81622"/>
                </a:cubicBezTo>
                <a:cubicBezTo>
                  <a:pt x="1093676" y="81622"/>
                  <a:pt x="1087027" y="84540"/>
                  <a:pt x="1081778" y="90377"/>
                </a:cubicBezTo>
                <a:cubicBezTo>
                  <a:pt x="1076530" y="96216"/>
                  <a:pt x="1073949" y="104146"/>
                  <a:pt x="1074036" y="114165"/>
                </a:cubicBezTo>
                <a:lnTo>
                  <a:pt x="1129151" y="11416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336952-2EAB-47B4-89AD-B579AAA77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94" y="520014"/>
            <a:ext cx="1075887" cy="988096"/>
          </a:xfrm>
          <a:custGeom xmlns:a="http://schemas.openxmlformats.org/drawingml/2006/main">
            <a:pathLst>
              <a:path w="1075887" h="988096">
                <a:moveTo>
                  <a:pt x="0" y="988096"/>
                </a:moveTo>
                <a:lnTo>
                  <a:pt x="0" y="0"/>
                </a:lnTo>
                <a:lnTo>
                  <a:pt x="1075887" y="197604"/>
                </a:lnTo>
                <a:lnTo>
                  <a:pt x="1075887" y="790492"/>
                </a:lnTo>
                <a:lnTo>
                  <a:pt x="0" y="988096"/>
                </a:lnTo>
                <a:close/>
              </a:path>
            </a:pathLst>
          </a:custGeom>
          <a:solidFill xmlns:a="http://schemas.openxmlformats.org/drawingml/2006/main">
            <a:srgbClr val="00B05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BCE83-664F-4237-90C7-0D5B71E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194" y="520014"/>
            <a:ext cx="1075887" cy="988096"/>
          </a:xfrm>
          <a:custGeom xmlns:a="http://schemas.openxmlformats.org/drawingml/2006/main">
            <a:pathLst>
              <a:path w="1075887" h="988096" fill="none">
                <a:moveTo>
                  <a:pt x="0" y="988096"/>
                </a:moveTo>
                <a:lnTo>
                  <a:pt x="0" y="0"/>
                </a:lnTo>
                <a:lnTo>
                  <a:pt x="1075887" y="197604"/>
                </a:lnTo>
                <a:lnTo>
                  <a:pt x="1075887" y="790492"/>
                </a:lnTo>
                <a:lnTo>
                  <a:pt x="0" y="98809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65" cap="flat">
            <a:solidFill>
              <a:srgbClr val="00B050"/>
            </a:solidFill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3C455-7059-44E9-859C-37E1C031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612" y="149590"/>
            <a:ext cx="85477" cy="3601371"/>
          </a:xfrm>
          <a:custGeom xmlns:a="http://schemas.openxmlformats.org/drawingml/2006/main">
            <a:pathLst>
              <a:path w="85477" h="3601371" fill="none">
                <a:moveTo>
                  <a:pt x="0" y="0"/>
                </a:moveTo>
                <a:lnTo>
                  <a:pt x="85477" y="3601371"/>
                </a:ln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4472C4"/>
            </a:solidFill>
            <a:custDash>
              <a:ds d="400000" sp="300000"/>
            </a:custDash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b199fa6b574a7c"/>
          <a:stretch xmlns:a="http://schemas.openxmlformats.org/drawingml/2006/main"/>
        </p:blipFill>
        <p:spPr>
          <a:xfrm xmlns:a="http://schemas.openxmlformats.org/drawingml/2006/main">
            <a:off x="799859" y="798909"/>
            <a:ext cx="349372" cy="463453"/>
          </a:xfrm>
          <a:prstGeom xmlns:a="http://schemas.openxmlformats.org/drawingml/2006/main" prst="rect">
            <a:avLst/>
          </a:prstGeom>
        </p:spPr>
      </p:pic>
      <p:pic>
        <p:nvPicPr>
          <p:cNvPr id="2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cf4f03e71e4fda"/>
          <a:stretch xmlns:a="http://schemas.openxmlformats.org/drawingml/2006/main"/>
        </p:blipFill>
        <p:spPr>
          <a:xfrm xmlns:a="http://schemas.openxmlformats.org/drawingml/2006/main">
            <a:off x="5297802" y="209317"/>
            <a:ext cx="432684" cy="375939"/>
          </a:xfrm>
          <a:prstGeom xmlns:a="http://schemas.openxmlformats.org/drawingml/2006/main" prst="rect">
            <a:avLst/>
          </a:prstGeom>
        </p:spPr>
      </p:pic>
      <p:pic>
        <p:nvPicPr>
          <p:cNvPr id="2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efb8e8395b429a"/>
          <a:stretch xmlns:a="http://schemas.openxmlformats.org/drawingml/2006/main"/>
        </p:blipFill>
        <p:spPr>
          <a:xfrm xmlns:a="http://schemas.openxmlformats.org/drawingml/2006/main">
            <a:off x="10098443" y="138392"/>
            <a:ext cx="2888328" cy="391476"/>
          </a:xfrm>
          <a:prstGeom xmlns:a="http://schemas.openxmlformats.org/drawingml/2006/main" prst="rect">
            <a:avLst/>
          </a:prstGeom>
        </p:spPr>
      </p:pic>
      <p:pic>
        <p:nvPicPr>
          <p:cNvPr id="2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47cc9c11a046fd"/>
          <a:stretch xmlns:a="http://schemas.openxmlformats.org/drawingml/2006/main"/>
        </p:blipFill>
        <p:spPr>
          <a:xfrm xmlns:a="http://schemas.openxmlformats.org/drawingml/2006/main">
            <a:off x="10034036" y="1416004"/>
            <a:ext cx="3071788" cy="381296"/>
          </a:xfrm>
          <a:prstGeom xmlns:a="http://schemas.openxmlformats.org/drawingml/2006/main" prst="rect">
            <a:avLst/>
          </a:prstGeom>
        </p:spPr>
      </p:pic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a82e682774a55"/>
          <a:stretch xmlns:a="http://schemas.openxmlformats.org/drawingml/2006/main"/>
        </p:blipFill>
        <p:spPr>
          <a:xfrm xmlns:a="http://schemas.openxmlformats.org/drawingml/2006/main">
            <a:off x="9906638" y="3664365"/>
            <a:ext cx="3340916" cy="442538"/>
          </a:xfrm>
          <a:prstGeom xmlns:a="http://schemas.openxmlformats.org/drawingml/2006/main" prst="rect">
            <a:avLst/>
          </a:prstGeom>
        </p:spPr>
      </p:pic>
      <p:pic>
        <p:nvPicPr>
          <p:cNvPr id="2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a500034504fb6"/>
          <a:stretch xmlns:a="http://schemas.openxmlformats.org/drawingml/2006/main"/>
        </p:blipFill>
        <p:spPr>
          <a:xfrm xmlns:a="http://schemas.openxmlformats.org/drawingml/2006/main">
            <a:off x="8004094" y="783410"/>
            <a:ext cx="434475" cy="377994"/>
          </a:xfrm>
          <a:prstGeom xmlns:a="http://schemas.openxmlformats.org/drawingml/2006/main" prst="rect">
            <a:avLst/>
          </a:prstGeom>
        </p:spPr>
      </p:pic>
      <p:pic>
        <p:nvPicPr>
          <p:cNvPr id="2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b95b3f6784d0d"/>
          <a:stretch xmlns:a="http://schemas.openxmlformats.org/drawingml/2006/main"/>
        </p:blipFill>
        <p:spPr>
          <a:xfrm xmlns:a="http://schemas.openxmlformats.org/drawingml/2006/main">
            <a:off x="8000360" y="1998127"/>
            <a:ext cx="409691" cy="363705"/>
          </a:xfrm>
          <a:prstGeom xmlns:a="http://schemas.openxmlformats.org/drawingml/2006/main" prst="rect">
            <a:avLst/>
          </a:prstGeom>
        </p:spPr>
      </p:pic>
      <p:sp>
        <p:nvSpPr>
          <p:cNvPr id="110" name="Text Noisylatent">
            <a:extLst xmlns:a="http://schemas.openxmlformats.org/drawingml/2006/main">
              <a:ext uri="{FF2B5EF4-FFF2-40B4-BE49-F238E27FC236}">
                <a16:creationId xmlns:a16="http://schemas.microsoft.com/office/drawing/2014/main" id="{492B9CC6-E657-4ABF-B8CD-3A6A99888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4516" y="4001606"/>
            <a:ext cx="1331925" cy="221667"/>
          </a:xfrm>
          <a:custGeom xmlns:a="http://schemas.openxmlformats.org/drawingml/2006/main">
            <a:pathLst>
              <a:path w="1331925" h="221667">
                <a:moveTo>
                  <a:pt x="0" y="171214"/>
                </a:moveTo>
                <a:lnTo>
                  <a:pt x="0" y="0"/>
                </a:lnTo>
                <a:lnTo>
                  <a:pt x="33635" y="0"/>
                </a:lnTo>
                <a:lnTo>
                  <a:pt x="103709" y="114582"/>
                </a:lnTo>
                <a:lnTo>
                  <a:pt x="103709" y="0"/>
                </a:lnTo>
                <a:lnTo>
                  <a:pt x="135827" y="0"/>
                </a:lnTo>
                <a:lnTo>
                  <a:pt x="135827" y="171214"/>
                </a:lnTo>
                <a:lnTo>
                  <a:pt x="101140" y="171214"/>
                </a:lnTo>
                <a:lnTo>
                  <a:pt x="32117" y="59249"/>
                </a:lnTo>
                <a:lnTo>
                  <a:pt x="32117" y="171214"/>
                </a:lnTo>
                <a:lnTo>
                  <a:pt x="0" y="171214"/>
                </a:lnTo>
                <a:close/>
                <a:moveTo>
                  <a:pt x="164517" y="107447"/>
                </a:moveTo>
                <a:cubicBezTo>
                  <a:pt x="164517" y="96546"/>
                  <a:pt x="167203" y="85996"/>
                  <a:pt x="172575" y="75797"/>
                </a:cubicBezTo>
                <a:cubicBezTo>
                  <a:pt x="177947" y="65597"/>
                  <a:pt x="185558" y="57811"/>
                  <a:pt x="195408" y="52439"/>
                </a:cubicBezTo>
                <a:cubicBezTo>
                  <a:pt x="205257" y="47066"/>
                  <a:pt x="216255" y="44380"/>
                  <a:pt x="228401" y="44380"/>
                </a:cubicBezTo>
                <a:cubicBezTo>
                  <a:pt x="247165" y="44380"/>
                  <a:pt x="262542" y="50473"/>
                  <a:pt x="274533" y="62658"/>
                </a:cubicBezTo>
                <a:cubicBezTo>
                  <a:pt x="286523" y="74843"/>
                  <a:pt x="292518" y="90240"/>
                  <a:pt x="292518" y="108848"/>
                </a:cubicBezTo>
                <a:cubicBezTo>
                  <a:pt x="292518" y="127612"/>
                  <a:pt x="286465" y="143165"/>
                  <a:pt x="274358" y="155506"/>
                </a:cubicBezTo>
                <a:cubicBezTo>
                  <a:pt x="262250" y="167846"/>
                  <a:pt x="247009" y="174017"/>
                  <a:pt x="228634" y="174017"/>
                </a:cubicBezTo>
                <a:cubicBezTo>
                  <a:pt x="217267" y="174017"/>
                  <a:pt x="206425" y="171447"/>
                  <a:pt x="196108" y="166309"/>
                </a:cubicBezTo>
                <a:cubicBezTo>
                  <a:pt x="185792" y="161170"/>
                  <a:pt x="177947" y="153637"/>
                  <a:pt x="172575" y="143710"/>
                </a:cubicBezTo>
                <a:cubicBezTo>
                  <a:pt x="167203" y="133783"/>
                  <a:pt x="164517" y="121695"/>
                  <a:pt x="164517" y="107447"/>
                </a:cubicBezTo>
                <a:moveTo>
                  <a:pt x="198152" y="109199"/>
                </a:moveTo>
                <a:cubicBezTo>
                  <a:pt x="198152" y="121461"/>
                  <a:pt x="201072" y="130853"/>
                  <a:pt x="206911" y="137374"/>
                </a:cubicBezTo>
                <a:cubicBezTo>
                  <a:pt x="212751" y="143895"/>
                  <a:pt x="219953" y="147155"/>
                  <a:pt x="228518" y="147155"/>
                </a:cubicBezTo>
                <a:cubicBezTo>
                  <a:pt x="237082" y="147155"/>
                  <a:pt x="244265" y="143895"/>
                  <a:pt x="250065" y="137374"/>
                </a:cubicBezTo>
                <a:cubicBezTo>
                  <a:pt x="255866" y="130853"/>
                  <a:pt x="258766" y="121384"/>
                  <a:pt x="258766" y="108965"/>
                </a:cubicBezTo>
                <a:cubicBezTo>
                  <a:pt x="258766" y="96858"/>
                  <a:pt x="255866" y="87544"/>
                  <a:pt x="250065" y="81023"/>
                </a:cubicBezTo>
                <a:cubicBezTo>
                  <a:pt x="244265" y="74502"/>
                  <a:pt x="237082" y="71242"/>
                  <a:pt x="228518" y="71242"/>
                </a:cubicBezTo>
                <a:cubicBezTo>
                  <a:pt x="219953" y="71242"/>
                  <a:pt x="212751" y="74502"/>
                  <a:pt x="206911" y="81023"/>
                </a:cubicBezTo>
                <a:cubicBezTo>
                  <a:pt x="201072" y="87544"/>
                  <a:pt x="198152" y="96936"/>
                  <a:pt x="198152" y="109199"/>
                </a:cubicBezTo>
                <a:close/>
                <a:moveTo>
                  <a:pt x="318250" y="30365"/>
                </a:moveTo>
                <a:lnTo>
                  <a:pt x="318250" y="0"/>
                </a:lnTo>
                <a:lnTo>
                  <a:pt x="351068" y="0"/>
                </a:lnTo>
                <a:lnTo>
                  <a:pt x="351068" y="30365"/>
                </a:lnTo>
                <a:lnTo>
                  <a:pt x="318250" y="30365"/>
                </a:lnTo>
                <a:moveTo>
                  <a:pt x="318250" y="171214"/>
                </a:moveTo>
                <a:lnTo>
                  <a:pt x="318250" y="47183"/>
                </a:lnTo>
                <a:lnTo>
                  <a:pt x="351068" y="47183"/>
                </a:lnTo>
                <a:lnTo>
                  <a:pt x="351068" y="171214"/>
                </a:lnTo>
                <a:lnTo>
                  <a:pt x="318250" y="171214"/>
                </a:lnTo>
                <a:close/>
                <a:moveTo>
                  <a:pt x="373182" y="135943"/>
                </a:moveTo>
                <a:lnTo>
                  <a:pt x="406117" y="130805"/>
                </a:lnTo>
                <a:cubicBezTo>
                  <a:pt x="407518" y="137150"/>
                  <a:pt x="410360" y="141968"/>
                  <a:pt x="414642" y="145257"/>
                </a:cubicBezTo>
                <a:cubicBezTo>
                  <a:pt x="418925" y="148547"/>
                  <a:pt x="424920" y="150192"/>
                  <a:pt x="432628" y="150192"/>
                </a:cubicBezTo>
                <a:cubicBezTo>
                  <a:pt x="441115" y="150192"/>
                  <a:pt x="447499" y="148637"/>
                  <a:pt x="451782" y="145527"/>
                </a:cubicBezTo>
                <a:cubicBezTo>
                  <a:pt x="454662" y="143350"/>
                  <a:pt x="456103" y="140434"/>
                  <a:pt x="456103" y="136779"/>
                </a:cubicBezTo>
                <a:cubicBezTo>
                  <a:pt x="456103" y="134290"/>
                  <a:pt x="455324" y="132229"/>
                  <a:pt x="453767" y="130597"/>
                </a:cubicBezTo>
                <a:cubicBezTo>
                  <a:pt x="452132" y="129042"/>
                  <a:pt x="448473" y="127604"/>
                  <a:pt x="442789" y="126283"/>
                </a:cubicBezTo>
                <a:cubicBezTo>
                  <a:pt x="416316" y="120453"/>
                  <a:pt x="399538" y="115127"/>
                  <a:pt x="392452" y="110304"/>
                </a:cubicBezTo>
                <a:cubicBezTo>
                  <a:pt x="382642" y="103613"/>
                  <a:pt x="377737" y="94318"/>
                  <a:pt x="377737" y="82417"/>
                </a:cubicBezTo>
                <a:cubicBezTo>
                  <a:pt x="377737" y="71682"/>
                  <a:pt x="381980" y="62659"/>
                  <a:pt x="390467" y="55347"/>
                </a:cubicBezTo>
                <a:cubicBezTo>
                  <a:pt x="398954" y="48036"/>
                  <a:pt x="412112" y="44380"/>
                  <a:pt x="429942" y="44380"/>
                </a:cubicBezTo>
                <a:cubicBezTo>
                  <a:pt x="446915" y="44380"/>
                  <a:pt x="459529" y="47134"/>
                  <a:pt x="467782" y="52643"/>
                </a:cubicBezTo>
                <a:cubicBezTo>
                  <a:pt x="476035" y="58152"/>
                  <a:pt x="481719" y="66298"/>
                  <a:pt x="484833" y="77081"/>
                </a:cubicBezTo>
                <a:lnTo>
                  <a:pt x="453884" y="82921"/>
                </a:lnTo>
                <a:cubicBezTo>
                  <a:pt x="452560" y="78093"/>
                  <a:pt x="450049" y="74395"/>
                  <a:pt x="446351" y="71826"/>
                </a:cubicBezTo>
                <a:cubicBezTo>
                  <a:pt x="442653" y="69256"/>
                  <a:pt x="437378" y="67972"/>
                  <a:pt x="430526" y="67972"/>
                </a:cubicBezTo>
                <a:cubicBezTo>
                  <a:pt x="421883" y="67972"/>
                  <a:pt x="415694" y="69177"/>
                  <a:pt x="411956" y="71589"/>
                </a:cubicBezTo>
                <a:cubicBezTo>
                  <a:pt x="409465" y="73297"/>
                  <a:pt x="408219" y="75512"/>
                  <a:pt x="408219" y="78235"/>
                </a:cubicBezTo>
                <a:cubicBezTo>
                  <a:pt x="408219" y="80566"/>
                  <a:pt x="409309" y="82547"/>
                  <a:pt x="411489" y="84180"/>
                </a:cubicBezTo>
                <a:cubicBezTo>
                  <a:pt x="414448" y="86358"/>
                  <a:pt x="424667" y="89429"/>
                  <a:pt x="442147" y="93395"/>
                </a:cubicBezTo>
                <a:cubicBezTo>
                  <a:pt x="459626" y="97361"/>
                  <a:pt x="471831" y="102226"/>
                  <a:pt x="478760" y="107990"/>
                </a:cubicBezTo>
                <a:cubicBezTo>
                  <a:pt x="485612" y="113835"/>
                  <a:pt x="489038" y="121976"/>
                  <a:pt x="489038" y="132414"/>
                </a:cubicBezTo>
                <a:cubicBezTo>
                  <a:pt x="489038" y="143789"/>
                  <a:pt x="484288" y="153566"/>
                  <a:pt x="474789" y="161747"/>
                </a:cubicBezTo>
                <a:cubicBezTo>
                  <a:pt x="465290" y="169927"/>
                  <a:pt x="451237" y="174017"/>
                  <a:pt x="432628" y="174017"/>
                </a:cubicBezTo>
                <a:cubicBezTo>
                  <a:pt x="415733" y="174017"/>
                  <a:pt x="402360" y="170602"/>
                  <a:pt x="392511" y="163772"/>
                </a:cubicBezTo>
                <a:cubicBezTo>
                  <a:pt x="382662" y="156940"/>
                  <a:pt x="376219" y="147664"/>
                  <a:pt x="373182" y="135943"/>
                </a:cubicBezTo>
                <a:close/>
                <a:moveTo>
                  <a:pt x="502198" y="47183"/>
                </a:moveTo>
                <a:lnTo>
                  <a:pt x="537119" y="47183"/>
                </a:lnTo>
                <a:lnTo>
                  <a:pt x="566783" y="135327"/>
                </a:lnTo>
                <a:lnTo>
                  <a:pt x="595747" y="47183"/>
                </a:lnTo>
                <a:lnTo>
                  <a:pt x="629733" y="47183"/>
                </a:lnTo>
                <a:lnTo>
                  <a:pt x="585937" y="166582"/>
                </a:lnTo>
                <a:lnTo>
                  <a:pt x="578112" y="188265"/>
                </a:lnTo>
                <a:cubicBezTo>
                  <a:pt x="575231" y="195506"/>
                  <a:pt x="572486" y="201034"/>
                  <a:pt x="569878" y="204849"/>
                </a:cubicBezTo>
                <a:cubicBezTo>
                  <a:pt x="567270" y="208665"/>
                  <a:pt x="564272" y="211759"/>
                  <a:pt x="560885" y="214134"/>
                </a:cubicBezTo>
                <a:cubicBezTo>
                  <a:pt x="557498" y="216509"/>
                  <a:pt x="553333" y="218358"/>
                  <a:pt x="548389" y="219682"/>
                </a:cubicBezTo>
                <a:cubicBezTo>
                  <a:pt x="543445" y="221005"/>
                  <a:pt x="537858" y="221667"/>
                  <a:pt x="531629" y="221667"/>
                </a:cubicBezTo>
                <a:cubicBezTo>
                  <a:pt x="525323" y="221667"/>
                  <a:pt x="519133" y="221005"/>
                  <a:pt x="513060" y="219682"/>
                </a:cubicBezTo>
                <a:lnTo>
                  <a:pt x="510140" y="193988"/>
                </a:lnTo>
                <a:cubicBezTo>
                  <a:pt x="515279" y="195000"/>
                  <a:pt x="519912" y="195506"/>
                  <a:pt x="524038" y="195506"/>
                </a:cubicBezTo>
                <a:cubicBezTo>
                  <a:pt x="531668" y="195506"/>
                  <a:pt x="537313" y="193268"/>
                  <a:pt x="540973" y="188791"/>
                </a:cubicBezTo>
                <a:cubicBezTo>
                  <a:pt x="544632" y="184314"/>
                  <a:pt x="547435" y="178611"/>
                  <a:pt x="549382" y="171681"/>
                </a:cubicBezTo>
                <a:lnTo>
                  <a:pt x="502198" y="47183"/>
                </a:lnTo>
                <a:close/>
                <a:moveTo>
                  <a:pt x="715060" y="171214"/>
                </a:moveTo>
                <a:lnTo>
                  <a:pt x="715060" y="0"/>
                </a:lnTo>
                <a:lnTo>
                  <a:pt x="747878" y="0"/>
                </a:lnTo>
                <a:lnTo>
                  <a:pt x="747878" y="171214"/>
                </a:lnTo>
                <a:lnTo>
                  <a:pt x="715060" y="171214"/>
                </a:lnTo>
                <a:close/>
                <a:moveTo>
                  <a:pt x="806079" y="85490"/>
                </a:moveTo>
                <a:lnTo>
                  <a:pt x="776298" y="80118"/>
                </a:lnTo>
                <a:cubicBezTo>
                  <a:pt x="779646" y="67969"/>
                  <a:pt x="785407" y="58976"/>
                  <a:pt x="793583" y="53139"/>
                </a:cubicBezTo>
                <a:cubicBezTo>
                  <a:pt x="801758" y="47300"/>
                  <a:pt x="813904" y="44380"/>
                  <a:pt x="830021" y="44380"/>
                </a:cubicBezTo>
                <a:cubicBezTo>
                  <a:pt x="844659" y="44380"/>
                  <a:pt x="855559" y="46113"/>
                  <a:pt x="862722" y="49577"/>
                </a:cubicBezTo>
                <a:cubicBezTo>
                  <a:pt x="869885" y="53042"/>
                  <a:pt x="874927" y="57441"/>
                  <a:pt x="877847" y="62775"/>
                </a:cubicBezTo>
                <a:cubicBezTo>
                  <a:pt x="880766" y="68108"/>
                  <a:pt x="882226" y="77899"/>
                  <a:pt x="882226" y="92147"/>
                </a:cubicBezTo>
                <a:lnTo>
                  <a:pt x="881876" y="130454"/>
                </a:lnTo>
                <a:cubicBezTo>
                  <a:pt x="881876" y="141355"/>
                  <a:pt x="882401" y="149394"/>
                  <a:pt x="883452" y="154571"/>
                </a:cubicBezTo>
                <a:cubicBezTo>
                  <a:pt x="884504" y="159749"/>
                  <a:pt x="886470" y="165297"/>
                  <a:pt x="889350" y="171214"/>
                </a:cubicBezTo>
                <a:lnTo>
                  <a:pt x="856883" y="171214"/>
                </a:lnTo>
                <a:cubicBezTo>
                  <a:pt x="856026" y="169034"/>
                  <a:pt x="854975" y="165803"/>
                  <a:pt x="853729" y="161520"/>
                </a:cubicBezTo>
                <a:cubicBezTo>
                  <a:pt x="853184" y="159574"/>
                  <a:pt x="852795" y="158289"/>
                  <a:pt x="852562" y="157666"/>
                </a:cubicBezTo>
                <a:cubicBezTo>
                  <a:pt x="846956" y="163116"/>
                  <a:pt x="840960" y="167204"/>
                  <a:pt x="834576" y="169929"/>
                </a:cubicBezTo>
                <a:cubicBezTo>
                  <a:pt x="828191" y="172654"/>
                  <a:pt x="821379" y="174017"/>
                  <a:pt x="814138" y="174017"/>
                </a:cubicBezTo>
                <a:cubicBezTo>
                  <a:pt x="801369" y="174017"/>
                  <a:pt x="791305" y="170567"/>
                  <a:pt x="783948" y="163666"/>
                </a:cubicBezTo>
                <a:cubicBezTo>
                  <a:pt x="776590" y="156766"/>
                  <a:pt x="772911" y="148043"/>
                  <a:pt x="772911" y="137498"/>
                </a:cubicBezTo>
                <a:cubicBezTo>
                  <a:pt x="772911" y="130520"/>
                  <a:pt x="774585" y="124298"/>
                  <a:pt x="777933" y="118834"/>
                </a:cubicBezTo>
                <a:cubicBezTo>
                  <a:pt x="781281" y="113366"/>
                  <a:pt x="785972" y="109179"/>
                  <a:pt x="792006" y="106271"/>
                </a:cubicBezTo>
                <a:cubicBezTo>
                  <a:pt x="798040" y="103364"/>
                  <a:pt x="806741" y="100825"/>
                  <a:pt x="818109" y="98655"/>
                </a:cubicBezTo>
                <a:cubicBezTo>
                  <a:pt x="833447" y="95786"/>
                  <a:pt x="844075" y="93111"/>
                  <a:pt x="849992" y="90629"/>
                </a:cubicBezTo>
                <a:lnTo>
                  <a:pt x="849992" y="87322"/>
                </a:lnTo>
                <a:cubicBezTo>
                  <a:pt x="849992" y="80945"/>
                  <a:pt x="848435" y="76399"/>
                  <a:pt x="845321" y="73683"/>
                </a:cubicBezTo>
                <a:cubicBezTo>
                  <a:pt x="842206" y="70966"/>
                  <a:pt x="836328" y="69607"/>
                  <a:pt x="827685" y="69607"/>
                </a:cubicBezTo>
                <a:cubicBezTo>
                  <a:pt x="821846" y="69607"/>
                  <a:pt x="817291" y="70782"/>
                  <a:pt x="814021" y="73132"/>
                </a:cubicBezTo>
                <a:cubicBezTo>
                  <a:pt x="810751" y="75480"/>
                  <a:pt x="808104" y="79600"/>
                  <a:pt x="806079" y="85490"/>
                </a:cubicBezTo>
                <a:moveTo>
                  <a:pt x="849992" y="112118"/>
                </a:moveTo>
                <a:cubicBezTo>
                  <a:pt x="845788" y="113503"/>
                  <a:pt x="839131" y="115157"/>
                  <a:pt x="830021" y="117082"/>
                </a:cubicBezTo>
                <a:cubicBezTo>
                  <a:pt x="820911" y="119004"/>
                  <a:pt x="814955" y="120888"/>
                  <a:pt x="812152" y="122735"/>
                </a:cubicBezTo>
                <a:cubicBezTo>
                  <a:pt x="807870" y="125735"/>
                  <a:pt x="805729" y="129543"/>
                  <a:pt x="805729" y="134159"/>
                </a:cubicBezTo>
                <a:cubicBezTo>
                  <a:pt x="805729" y="138699"/>
                  <a:pt x="807442" y="142624"/>
                  <a:pt x="810868" y="145933"/>
                </a:cubicBezTo>
                <a:cubicBezTo>
                  <a:pt x="814293" y="149239"/>
                  <a:pt x="818654" y="150892"/>
                  <a:pt x="823948" y="150892"/>
                </a:cubicBezTo>
                <a:cubicBezTo>
                  <a:pt x="829865" y="150892"/>
                  <a:pt x="835510" y="148969"/>
                  <a:pt x="840883" y="145122"/>
                </a:cubicBezTo>
                <a:cubicBezTo>
                  <a:pt x="844853" y="142200"/>
                  <a:pt x="847462" y="138622"/>
                  <a:pt x="848707" y="134389"/>
                </a:cubicBezTo>
                <a:cubicBezTo>
                  <a:pt x="849564" y="131620"/>
                  <a:pt x="849992" y="126351"/>
                  <a:pt x="849992" y="118582"/>
                </a:cubicBezTo>
                <a:lnTo>
                  <a:pt x="849992" y="112118"/>
                </a:lnTo>
                <a:close/>
                <a:moveTo>
                  <a:pt x="971417" y="47183"/>
                </a:moveTo>
                <a:lnTo>
                  <a:pt x="971417" y="73344"/>
                </a:lnTo>
                <a:lnTo>
                  <a:pt x="948994" y="73344"/>
                </a:lnTo>
                <a:lnTo>
                  <a:pt x="948994" y="123250"/>
                </a:lnTo>
                <a:cubicBezTo>
                  <a:pt x="948994" y="133357"/>
                  <a:pt x="949208" y="139246"/>
                  <a:pt x="949636" y="140918"/>
                </a:cubicBezTo>
                <a:cubicBezTo>
                  <a:pt x="950064" y="142587"/>
                  <a:pt x="951037" y="143967"/>
                  <a:pt x="952556" y="145057"/>
                </a:cubicBezTo>
                <a:cubicBezTo>
                  <a:pt x="954074" y="146144"/>
                  <a:pt x="955923" y="146688"/>
                  <a:pt x="958103" y="146688"/>
                </a:cubicBezTo>
                <a:cubicBezTo>
                  <a:pt x="961140" y="146688"/>
                  <a:pt x="965539" y="145637"/>
                  <a:pt x="971300" y="143535"/>
                </a:cubicBezTo>
                <a:lnTo>
                  <a:pt x="974103" y="169090"/>
                </a:lnTo>
                <a:cubicBezTo>
                  <a:pt x="966473" y="172375"/>
                  <a:pt x="957831" y="174017"/>
                  <a:pt x="948176" y="174017"/>
                </a:cubicBezTo>
                <a:cubicBezTo>
                  <a:pt x="942259" y="174017"/>
                  <a:pt x="936925" y="173024"/>
                  <a:pt x="932176" y="171039"/>
                </a:cubicBezTo>
                <a:cubicBezTo>
                  <a:pt x="927426" y="169053"/>
                  <a:pt x="923942" y="166484"/>
                  <a:pt x="921723" y="163331"/>
                </a:cubicBezTo>
                <a:cubicBezTo>
                  <a:pt x="919504" y="160177"/>
                  <a:pt x="917966" y="155914"/>
                  <a:pt x="917110" y="150542"/>
                </a:cubicBezTo>
                <a:cubicBezTo>
                  <a:pt x="916409" y="146727"/>
                  <a:pt x="916059" y="139019"/>
                  <a:pt x="916059" y="127418"/>
                </a:cubicBezTo>
                <a:lnTo>
                  <a:pt x="916059" y="73344"/>
                </a:lnTo>
                <a:lnTo>
                  <a:pt x="900993" y="73344"/>
                </a:lnTo>
                <a:lnTo>
                  <a:pt x="900993" y="47183"/>
                </a:lnTo>
                <a:lnTo>
                  <a:pt x="916059" y="47183"/>
                </a:lnTo>
                <a:lnTo>
                  <a:pt x="916059" y="22424"/>
                </a:lnTo>
                <a:lnTo>
                  <a:pt x="948994" y="3037"/>
                </a:lnTo>
                <a:lnTo>
                  <a:pt x="948994" y="47183"/>
                </a:lnTo>
                <a:lnTo>
                  <a:pt x="971417" y="47183"/>
                </a:lnTo>
                <a:close/>
                <a:moveTo>
                  <a:pt x="1066015" y="131739"/>
                </a:moveTo>
                <a:lnTo>
                  <a:pt x="1098716" y="137345"/>
                </a:lnTo>
                <a:cubicBezTo>
                  <a:pt x="1094512" y="149296"/>
                  <a:pt x="1087874" y="158396"/>
                  <a:pt x="1078803" y="164644"/>
                </a:cubicBezTo>
                <a:cubicBezTo>
                  <a:pt x="1069733" y="170893"/>
                  <a:pt x="1058385" y="174017"/>
                  <a:pt x="1044759" y="174017"/>
                </a:cubicBezTo>
                <a:cubicBezTo>
                  <a:pt x="1023192" y="174017"/>
                  <a:pt x="1007231" y="166971"/>
                  <a:pt x="996875" y="152878"/>
                </a:cubicBezTo>
                <a:cubicBezTo>
                  <a:pt x="988700" y="141588"/>
                  <a:pt x="984612" y="127340"/>
                  <a:pt x="984612" y="110133"/>
                </a:cubicBezTo>
                <a:cubicBezTo>
                  <a:pt x="984612" y="89578"/>
                  <a:pt x="989985" y="73480"/>
                  <a:pt x="1000729" y="61840"/>
                </a:cubicBezTo>
                <a:cubicBezTo>
                  <a:pt x="1011474" y="50200"/>
                  <a:pt x="1025060" y="44380"/>
                  <a:pt x="1041489" y="44380"/>
                </a:cubicBezTo>
                <a:cubicBezTo>
                  <a:pt x="1059942" y="44380"/>
                  <a:pt x="1074502" y="50473"/>
                  <a:pt x="1085168" y="62658"/>
                </a:cubicBezTo>
                <a:cubicBezTo>
                  <a:pt x="1095835" y="74843"/>
                  <a:pt x="1100935" y="93510"/>
                  <a:pt x="1100468" y="118658"/>
                </a:cubicBezTo>
                <a:lnTo>
                  <a:pt x="1018248" y="118658"/>
                </a:lnTo>
                <a:cubicBezTo>
                  <a:pt x="1018481" y="128391"/>
                  <a:pt x="1021129" y="135963"/>
                  <a:pt x="1026189" y="141374"/>
                </a:cubicBezTo>
                <a:cubicBezTo>
                  <a:pt x="1031250" y="146785"/>
                  <a:pt x="1037557" y="149491"/>
                  <a:pt x="1045109" y="149491"/>
                </a:cubicBezTo>
                <a:cubicBezTo>
                  <a:pt x="1050248" y="149491"/>
                  <a:pt x="1054569" y="148090"/>
                  <a:pt x="1058073" y="145287"/>
                </a:cubicBezTo>
                <a:cubicBezTo>
                  <a:pt x="1061577" y="142484"/>
                  <a:pt x="1064224" y="137968"/>
                  <a:pt x="1066015" y="131739"/>
                </a:cubicBezTo>
                <a:moveTo>
                  <a:pt x="1067883" y="98571"/>
                </a:moveTo>
                <a:cubicBezTo>
                  <a:pt x="1067650" y="89111"/>
                  <a:pt x="1065197" y="81918"/>
                  <a:pt x="1060526" y="76994"/>
                </a:cubicBezTo>
                <a:cubicBezTo>
                  <a:pt x="1055854" y="72069"/>
                  <a:pt x="1050170" y="69607"/>
                  <a:pt x="1043474" y="69607"/>
                </a:cubicBezTo>
                <a:cubicBezTo>
                  <a:pt x="1036311" y="69607"/>
                  <a:pt x="1030394" y="72204"/>
                  <a:pt x="1025722" y="77399"/>
                </a:cubicBezTo>
                <a:cubicBezTo>
                  <a:pt x="1021051" y="82596"/>
                  <a:pt x="1018754" y="89653"/>
                  <a:pt x="1018832" y="98571"/>
                </a:cubicBezTo>
                <a:lnTo>
                  <a:pt x="1067883" y="98571"/>
                </a:lnTo>
                <a:close/>
                <a:moveTo>
                  <a:pt x="1239039" y="171214"/>
                </a:moveTo>
                <a:lnTo>
                  <a:pt x="1206221" y="171214"/>
                </a:lnTo>
                <a:lnTo>
                  <a:pt x="1206221" y="107987"/>
                </a:lnTo>
                <a:cubicBezTo>
                  <a:pt x="1206221" y="94610"/>
                  <a:pt x="1205520" y="85957"/>
                  <a:pt x="1204118" y="82030"/>
                </a:cubicBezTo>
                <a:cubicBezTo>
                  <a:pt x="1202717" y="78103"/>
                  <a:pt x="1200439" y="75051"/>
                  <a:pt x="1197286" y="72873"/>
                </a:cubicBezTo>
                <a:cubicBezTo>
                  <a:pt x="1194133" y="70696"/>
                  <a:pt x="1190337" y="69607"/>
                  <a:pt x="1185899" y="69607"/>
                </a:cubicBezTo>
                <a:cubicBezTo>
                  <a:pt x="1180215" y="69607"/>
                  <a:pt x="1175116" y="71163"/>
                  <a:pt x="1170600" y="74275"/>
                </a:cubicBezTo>
                <a:cubicBezTo>
                  <a:pt x="1166084" y="77384"/>
                  <a:pt x="1162989" y="81506"/>
                  <a:pt x="1161315" y="86640"/>
                </a:cubicBezTo>
                <a:cubicBezTo>
                  <a:pt x="1159641" y="91771"/>
                  <a:pt x="1158804" y="101259"/>
                  <a:pt x="1158804" y="115104"/>
                </a:cubicBezTo>
                <a:lnTo>
                  <a:pt x="1158804" y="171214"/>
                </a:lnTo>
                <a:lnTo>
                  <a:pt x="1125986" y="171214"/>
                </a:lnTo>
                <a:lnTo>
                  <a:pt x="1125986" y="47183"/>
                </a:lnTo>
                <a:lnTo>
                  <a:pt x="1156468" y="47183"/>
                </a:lnTo>
                <a:lnTo>
                  <a:pt x="1156468" y="65402"/>
                </a:lnTo>
                <a:cubicBezTo>
                  <a:pt x="1167291" y="51388"/>
                  <a:pt x="1180916" y="44380"/>
                  <a:pt x="1197345" y="44380"/>
                </a:cubicBezTo>
                <a:cubicBezTo>
                  <a:pt x="1204586" y="44380"/>
                  <a:pt x="1211204" y="45684"/>
                  <a:pt x="1217199" y="48293"/>
                </a:cubicBezTo>
                <a:cubicBezTo>
                  <a:pt x="1223194" y="50901"/>
                  <a:pt x="1227729" y="54229"/>
                  <a:pt x="1230805" y="58278"/>
                </a:cubicBezTo>
                <a:cubicBezTo>
                  <a:pt x="1233880" y="62327"/>
                  <a:pt x="1236021" y="66921"/>
                  <a:pt x="1237228" y="72059"/>
                </a:cubicBezTo>
                <a:cubicBezTo>
                  <a:pt x="1238435" y="77198"/>
                  <a:pt x="1239039" y="84556"/>
                  <a:pt x="1239039" y="94133"/>
                </a:cubicBezTo>
                <a:lnTo>
                  <a:pt x="1239039" y="171214"/>
                </a:lnTo>
                <a:close/>
                <a:moveTo>
                  <a:pt x="1329239" y="47183"/>
                </a:moveTo>
                <a:lnTo>
                  <a:pt x="1329239" y="73344"/>
                </a:lnTo>
                <a:lnTo>
                  <a:pt x="1306815" y="73344"/>
                </a:lnTo>
                <a:lnTo>
                  <a:pt x="1306815" y="123250"/>
                </a:lnTo>
                <a:cubicBezTo>
                  <a:pt x="1306815" y="133357"/>
                  <a:pt x="1307029" y="139246"/>
                  <a:pt x="1307457" y="140918"/>
                </a:cubicBezTo>
                <a:cubicBezTo>
                  <a:pt x="1307886" y="142587"/>
                  <a:pt x="1308859" y="143967"/>
                  <a:pt x="1310377" y="145057"/>
                </a:cubicBezTo>
                <a:cubicBezTo>
                  <a:pt x="1311895" y="146144"/>
                  <a:pt x="1313745" y="146688"/>
                  <a:pt x="1315925" y="146688"/>
                </a:cubicBezTo>
                <a:cubicBezTo>
                  <a:pt x="1318961" y="146688"/>
                  <a:pt x="1323360" y="145637"/>
                  <a:pt x="1329122" y="143535"/>
                </a:cubicBezTo>
                <a:lnTo>
                  <a:pt x="1331925" y="169090"/>
                </a:lnTo>
                <a:cubicBezTo>
                  <a:pt x="1324295" y="172375"/>
                  <a:pt x="1315652" y="174017"/>
                  <a:pt x="1305998" y="174017"/>
                </a:cubicBezTo>
                <a:cubicBezTo>
                  <a:pt x="1300080" y="174017"/>
                  <a:pt x="1294747" y="173024"/>
                  <a:pt x="1289997" y="171039"/>
                </a:cubicBezTo>
                <a:cubicBezTo>
                  <a:pt x="1285248" y="169053"/>
                  <a:pt x="1281764" y="166484"/>
                  <a:pt x="1279545" y="163331"/>
                </a:cubicBezTo>
                <a:cubicBezTo>
                  <a:pt x="1277326" y="160177"/>
                  <a:pt x="1275788" y="155914"/>
                  <a:pt x="1274931" y="150542"/>
                </a:cubicBezTo>
                <a:cubicBezTo>
                  <a:pt x="1274231" y="146727"/>
                  <a:pt x="1273880" y="139019"/>
                  <a:pt x="1273880" y="127418"/>
                </a:cubicBezTo>
                <a:lnTo>
                  <a:pt x="1273880" y="73344"/>
                </a:lnTo>
                <a:lnTo>
                  <a:pt x="1258814" y="73344"/>
                </a:lnTo>
                <a:lnTo>
                  <a:pt x="1258814" y="47183"/>
                </a:lnTo>
                <a:lnTo>
                  <a:pt x="1273880" y="47183"/>
                </a:lnTo>
                <a:lnTo>
                  <a:pt x="1273880" y="22424"/>
                </a:lnTo>
                <a:lnTo>
                  <a:pt x="1306815" y="3037"/>
                </a:lnTo>
                <a:lnTo>
                  <a:pt x="1306815" y="47183"/>
                </a:lnTo>
                <a:lnTo>
                  <a:pt x="1329239" y="4718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8DF6B-9AF6-48E9-ABC1-7F08C050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7313" y="3626292"/>
            <a:ext cx="1917964" cy="298310"/>
          </a:xfrm>
          <a:custGeom xmlns:a="http://schemas.openxmlformats.org/drawingml/2006/main">
            <a:pathLst>
              <a:path w="1917964" h="298310" fill="none">
                <a:moveTo>
                  <a:pt x="1917964" y="0"/>
                </a:moveTo>
                <a:cubicBezTo>
                  <a:pt x="1917964" y="82341"/>
                  <a:pt x="1906841" y="149155"/>
                  <a:pt x="1893105" y="149155"/>
                </a:cubicBezTo>
                <a:lnTo>
                  <a:pt x="1018480" y="149155"/>
                </a:lnTo>
                <a:cubicBezTo>
                  <a:pt x="1004818" y="149155"/>
                  <a:pt x="993695" y="215969"/>
                  <a:pt x="993695" y="298310"/>
                </a:cubicBezTo>
                <a:cubicBezTo>
                  <a:pt x="993695" y="215969"/>
                  <a:pt x="982497" y="149155"/>
                  <a:pt x="968836" y="149155"/>
                </a:cubicBezTo>
                <a:lnTo>
                  <a:pt x="24859" y="149155"/>
                </a:lnTo>
                <a:cubicBezTo>
                  <a:pt x="11123" y="149155"/>
                  <a:pt x="0" y="82341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EEDF1-7B31-42CB-A8EE-797CC05D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319" y="3595834"/>
            <a:ext cx="1748653" cy="298310"/>
          </a:xfrm>
          <a:custGeom xmlns:a="http://schemas.openxmlformats.org/drawingml/2006/main">
            <a:pathLst>
              <a:path w="1748653" h="298310" fill="none">
                <a:moveTo>
                  <a:pt x="1748653" y="0"/>
                </a:moveTo>
                <a:cubicBezTo>
                  <a:pt x="1748653" y="82341"/>
                  <a:pt x="1737530" y="149155"/>
                  <a:pt x="1723794" y="149155"/>
                </a:cubicBezTo>
                <a:lnTo>
                  <a:pt x="930763" y="149155"/>
                </a:lnTo>
                <a:cubicBezTo>
                  <a:pt x="917102" y="149155"/>
                  <a:pt x="905904" y="215969"/>
                  <a:pt x="905904" y="298310"/>
                </a:cubicBezTo>
                <a:cubicBezTo>
                  <a:pt x="905904" y="215969"/>
                  <a:pt x="894781" y="149155"/>
                  <a:pt x="881120" y="149155"/>
                </a:cubicBezTo>
                <a:lnTo>
                  <a:pt x="24859" y="149155"/>
                </a:lnTo>
                <a:cubicBezTo>
                  <a:pt x="11123" y="149155"/>
                  <a:pt x="0" y="82341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22396" cap="flat">
            <a:solidFill>
              <a:srgbClr val="000000"/>
            </a:solidFill>
            <a:miter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4a844aa304573"/>
          <a:stretch xmlns:a="http://schemas.openxmlformats.org/drawingml/2006/main"/>
        </p:blipFill>
        <p:spPr>
          <a:xfrm xmlns:a="http://schemas.openxmlformats.org/drawingml/2006/main">
            <a:off x="8021608" y="3239743"/>
            <a:ext cx="762255" cy="356539"/>
          </a:xfrm>
          <a:prstGeom xmlns:a="http://schemas.openxmlformats.org/drawingml/2006/main" prst="rect">
            <a:avLst/>
          </a:prstGeom>
        </p:spPr>
      </p:pic>
      <p:pic>
        <p:nvPicPr>
          <p:cNvPr id="2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3ca557b8c74efa"/>
          <a:stretch xmlns:a="http://schemas.openxmlformats.org/drawingml/2006/main"/>
        </p:blipFill>
        <p:spPr>
          <a:xfrm xmlns:a="http://schemas.openxmlformats.org/drawingml/2006/main">
            <a:off x="3208735" y="3857182"/>
            <a:ext cx="402226" cy="343568"/>
          </a:xfrm>
          <a:prstGeom xmlns:a="http://schemas.openxmlformats.org/drawingml/2006/main" prst="rect">
            <a:avLst/>
          </a:prstGeom>
        </p:spPr>
      </p:pic>
      <p:pic>
        <p:nvPicPr>
          <p:cNvPr id="2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6eec2e8e140c3"/>
          <a:stretch xmlns:a="http://schemas.openxmlformats.org/drawingml/2006/main"/>
        </p:blipFill>
        <p:spPr>
          <a:xfrm xmlns:a="http://schemas.openxmlformats.org/drawingml/2006/main">
            <a:off x="63829" y="2292855"/>
            <a:ext cx="1620766" cy="3646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646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2026-09-05T14:29:23.6490000Z</dcterms:created>
  <dcterms:modified xsi:type="dcterms:W3CDTF">2026-09-05T14:29:23.6490000Z</dcterms:modified>
</coreProperties>
</file>