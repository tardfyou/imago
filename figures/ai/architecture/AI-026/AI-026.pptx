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393b06f3b654e43" /><Relationship Type="http://schemas.openxmlformats.org/officeDocument/2006/relationships/extended-properties" Target="/docProps/app.xml" Id="R91d051d08d1743a5" /><Relationship Type="http://schemas.openxmlformats.org/officeDocument/2006/relationships/officeDocument" Target="/ppt/presentation.xml" Id="Rc97af443935849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d734a72f5c34aa2"/>
  </p:sldMasterIdLst>
  <p:notesMasterIdLst>
    <p:notesMasterId xmlns:r="http://schemas.openxmlformats.org/officeDocument/2006/relationships" r:id="Rb1cd234c1e104f9f"/>
  </p:notesMasterIdLst>
  <p:sldIdLst>
    <p:sldId xmlns:r="http://schemas.openxmlformats.org/officeDocument/2006/relationships" id="256" r:id="R9a73955dd45e4328"/>
  </p:sldIdLst>
  <p:sldSz cx="6343650" cy="55721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87e6f632ff9453d" /><Relationship Type="http://schemas.openxmlformats.org/officeDocument/2006/relationships/slideMaster" Target="/ppt/slideMasters/slideMaster1.xml" Id="Rad734a72f5c34aa2" /><Relationship Type="http://schemas.openxmlformats.org/officeDocument/2006/relationships/notesMaster" Target="/ppt/notesMasters/notesMaster1.xml" Id="Rb1cd234c1e104f9f" /><Relationship Type="http://schemas.openxmlformats.org/officeDocument/2006/relationships/presProps" Target="/ppt/presProps.xml" Id="R93d5dcf6f57c41c2" /><Relationship Type="http://schemas.openxmlformats.org/officeDocument/2006/relationships/tableStyles" Target="/ppt/tableStyles.xml" Id="R0b4ce58bc0914f91" /><Relationship Type="http://schemas.openxmlformats.org/officeDocument/2006/relationships/slide" Target="/ppt/slides/slide1.xml" Id="R9a73955dd45e43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0c01a66eb1042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6e5c68b84114603" /><Relationship Type="http://schemas.openxmlformats.org/officeDocument/2006/relationships/notesMaster" Target="/ppt/notesMasters/notesMaster1.xml" Id="Re1116a4ca13d4092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素材ID：AI-026</ns1:t>
            </ns1:r>
          </ns1:p>
          <ns1:p>
            <ns1:r>
              <ns1:t>论文：Byte Latent Transformer: Patches Scale Better Than Tokens</ns1:t>
            </ns1:r>
          </ns1:p>
          <ns1:p>
            <ns1:r>
              <ns1:t>会议：ACL 2025</ns1:t>
            </ns1:r>
          </ns1:p>
          <ns1:p>
            <ns1:r>
              <ns1:t>奖项：Outstanding Paper</ns1:t>
            </ns1:r>
          </ns1:p>
          <ns1:p>
            <ns1:r>
              <ns1:t>图号：Figure 2，PDF第2页</ns1:t>
            </ns1:r>
          </ns1:p>
          <ns1:p>
            <ns1:r>
              <ns1:t>类型：系统架构</ns1:t>
            </ns1:r>
          </ns1:p>
          <ns1:p>
            <ns1:r>
              <ns1:t>借鉴点：按输入复杂度动态分块，通过局部编码、全局Transformer和局部解码形成沙漏结构。</ns1:t>
            </ns1:r>
          </ns1:p>
          <ns1:p>
            <ns1:r>
              <ns1:t>论文URL：https://aclanthology.org/2025.acl-long.453/</ns1:t>
            </ns1:r>
          </ns1:p>
          <ns1:p>
            <ns1:r>
              <ns1:t>官方获奖URL：https://2025.aclweb.org/program/awards/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9e253034104fb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8b8ad4d4cb04fda" /><Relationship Type="http://schemas.openxmlformats.org/officeDocument/2006/relationships/slideLayout" Target="/ppt/slideLayouts/slideLayout1.xml" Id="Rea5213842226484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5213842226484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5673906a143df" /><Relationship Type="http://schemas.openxmlformats.org/officeDocument/2006/relationships/image" Target="/ppt/media/image.png" Id="Ra6c9e146b98f4ab9" /><Relationship Type="http://schemas.openxmlformats.org/officeDocument/2006/relationships/notesSlide" Target="/ppt/notesSlides/notesSlide1.xml" Id="Rcc4513c066eb4de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654F91-18A3-41D2-BBC8-ACAF680C9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98" y="52690"/>
            <a:ext cx="6237476" cy="5435082"/>
          </a:xfrm>
          <a:custGeom xmlns:a="http://schemas.openxmlformats.org/drawingml/2006/main">
            <a:pathLst>
              <a:path w="6237476" h="5435082">
                <a:moveTo>
                  <a:pt x="0" y="0"/>
                </a:moveTo>
                <a:lnTo>
                  <a:pt x="6237476" y="0"/>
                </a:lnTo>
                <a:lnTo>
                  <a:pt x="6237476" y="5435082"/>
                </a:lnTo>
                <a:lnTo>
                  <a:pt x="0" y="54350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5DB05D-BA8D-40B9-866D-EB657D98B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29" y="3732251"/>
            <a:ext cx="193118" cy="284670"/>
          </a:xfrm>
          <a:custGeom xmlns:a="http://schemas.openxmlformats.org/drawingml/2006/main">
            <a:pathLst>
              <a:path w="193118" h="284670">
                <a:moveTo>
                  <a:pt x="0" y="32187"/>
                </a:moveTo>
                <a:lnTo>
                  <a:pt x="0" y="32187"/>
                </a:lnTo>
                <a:cubicBezTo>
                  <a:pt x="0" y="14411"/>
                  <a:pt x="14411" y="0"/>
                  <a:pt x="32187" y="0"/>
                </a:cubicBezTo>
                <a:lnTo>
                  <a:pt x="160931" y="0"/>
                </a:lnTo>
                <a:cubicBezTo>
                  <a:pt x="169468" y="0"/>
                  <a:pt x="177655" y="3391"/>
                  <a:pt x="183691" y="9427"/>
                </a:cubicBezTo>
                <a:cubicBezTo>
                  <a:pt x="189727" y="15463"/>
                  <a:pt x="193118" y="23650"/>
                  <a:pt x="193118" y="32187"/>
                </a:cubicBezTo>
                <a:lnTo>
                  <a:pt x="193118" y="252483"/>
                </a:lnTo>
                <a:cubicBezTo>
                  <a:pt x="193118" y="270260"/>
                  <a:pt x="178707" y="284670"/>
                  <a:pt x="160931" y="284670"/>
                </a:cubicBezTo>
                <a:lnTo>
                  <a:pt x="32187" y="284670"/>
                </a:lnTo>
                <a:cubicBezTo>
                  <a:pt x="14411" y="284670"/>
                  <a:pt x="0" y="270260"/>
                  <a:pt x="0" y="252483"/>
                </a:cubicBezTo>
                <a:lnTo>
                  <a:pt x="0" y="3218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F9B5C5-CE85-4DCA-A02F-DC7776CF5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29" y="3732251"/>
            <a:ext cx="193118" cy="284670"/>
          </a:xfrm>
          <a:custGeom xmlns:a="http://schemas.openxmlformats.org/drawingml/2006/main">
            <a:pathLst>
              <a:path w="193118" h="284670" fill="none">
                <a:moveTo>
                  <a:pt x="0" y="32187"/>
                </a:moveTo>
                <a:lnTo>
                  <a:pt x="0" y="32187"/>
                </a:lnTo>
                <a:cubicBezTo>
                  <a:pt x="0" y="14411"/>
                  <a:pt x="14411" y="0"/>
                  <a:pt x="32187" y="0"/>
                </a:cubicBezTo>
                <a:lnTo>
                  <a:pt x="160931" y="0"/>
                </a:lnTo>
                <a:cubicBezTo>
                  <a:pt x="169468" y="0"/>
                  <a:pt x="177655" y="3391"/>
                  <a:pt x="183691" y="9427"/>
                </a:cubicBezTo>
                <a:cubicBezTo>
                  <a:pt x="189727" y="15463"/>
                  <a:pt x="193118" y="23650"/>
                  <a:pt x="193118" y="32187"/>
                </a:cubicBezTo>
                <a:lnTo>
                  <a:pt x="193118" y="252483"/>
                </a:lnTo>
                <a:cubicBezTo>
                  <a:pt x="193118" y="270260"/>
                  <a:pt x="178707" y="284670"/>
                  <a:pt x="160931" y="284670"/>
                </a:cubicBezTo>
                <a:lnTo>
                  <a:pt x="32187" y="284670"/>
                </a:lnTo>
                <a:cubicBezTo>
                  <a:pt x="14411" y="284670"/>
                  <a:pt x="0" y="270260"/>
                  <a:pt x="0" y="252483"/>
                </a:cubicBezTo>
                <a:lnTo>
                  <a:pt x="0" y="3218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F8E1E3-FAD3-4851-A1BE-F67B0C5A3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931" y="3732246"/>
            <a:ext cx="1789561" cy="284670"/>
          </a:xfrm>
          <a:custGeom xmlns:a="http://schemas.openxmlformats.org/drawingml/2006/main">
            <a:pathLst>
              <a:path w="1789561" h="284670">
                <a:moveTo>
                  <a:pt x="0" y="47446"/>
                </a:moveTo>
                <a:lnTo>
                  <a:pt x="0" y="47446"/>
                </a:lnTo>
                <a:cubicBezTo>
                  <a:pt x="0" y="21242"/>
                  <a:pt x="21242" y="0"/>
                  <a:pt x="47446" y="0"/>
                </a:cubicBezTo>
                <a:lnTo>
                  <a:pt x="1742115" y="0"/>
                </a:lnTo>
                <a:cubicBezTo>
                  <a:pt x="1754699" y="0"/>
                  <a:pt x="1766767" y="4999"/>
                  <a:pt x="1775664" y="13897"/>
                </a:cubicBezTo>
                <a:cubicBezTo>
                  <a:pt x="1784562" y="22794"/>
                  <a:pt x="1789561" y="34863"/>
                  <a:pt x="1789561" y="47446"/>
                </a:cubicBezTo>
                <a:lnTo>
                  <a:pt x="1789561" y="237224"/>
                </a:lnTo>
                <a:cubicBezTo>
                  <a:pt x="1789561" y="263428"/>
                  <a:pt x="1768319" y="284670"/>
                  <a:pt x="1742115" y="284670"/>
                </a:cubicBezTo>
                <a:lnTo>
                  <a:pt x="47446" y="284670"/>
                </a:lnTo>
                <a:cubicBezTo>
                  <a:pt x="21242" y="284670"/>
                  <a:pt x="0" y="263428"/>
                  <a:pt x="0" y="237224"/>
                </a:cubicBezTo>
                <a:lnTo>
                  <a:pt x="0" y="4744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662B4F-EC9D-477E-87C3-8246D2603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931" y="3732246"/>
            <a:ext cx="1789561" cy="284670"/>
          </a:xfrm>
          <a:custGeom xmlns:a="http://schemas.openxmlformats.org/drawingml/2006/main">
            <a:pathLst>
              <a:path w="1789561" h="284670" fill="none">
                <a:moveTo>
                  <a:pt x="0" y="47446"/>
                </a:moveTo>
                <a:lnTo>
                  <a:pt x="0" y="47446"/>
                </a:lnTo>
                <a:cubicBezTo>
                  <a:pt x="0" y="21242"/>
                  <a:pt x="21242" y="0"/>
                  <a:pt x="47446" y="0"/>
                </a:cubicBezTo>
                <a:lnTo>
                  <a:pt x="1742115" y="0"/>
                </a:lnTo>
                <a:cubicBezTo>
                  <a:pt x="1754699" y="0"/>
                  <a:pt x="1766767" y="4999"/>
                  <a:pt x="1775664" y="13897"/>
                </a:cubicBezTo>
                <a:cubicBezTo>
                  <a:pt x="1784562" y="22794"/>
                  <a:pt x="1789561" y="34863"/>
                  <a:pt x="1789561" y="47446"/>
                </a:cubicBezTo>
                <a:lnTo>
                  <a:pt x="1789561" y="237224"/>
                </a:lnTo>
                <a:cubicBezTo>
                  <a:pt x="1789561" y="263428"/>
                  <a:pt x="1768319" y="284670"/>
                  <a:pt x="1742115" y="284670"/>
                </a:cubicBezTo>
                <a:lnTo>
                  <a:pt x="47446" y="284670"/>
                </a:lnTo>
                <a:cubicBezTo>
                  <a:pt x="21242" y="284670"/>
                  <a:pt x="0" y="263428"/>
                  <a:pt x="0" y="237224"/>
                </a:cubicBezTo>
                <a:lnTo>
                  <a:pt x="0" y="474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34E685-9CE2-4247-BB0D-7CE74DFB4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568" y="3732251"/>
            <a:ext cx="1258486" cy="284670"/>
          </a:xfrm>
          <a:custGeom xmlns:a="http://schemas.openxmlformats.org/drawingml/2006/main">
            <a:pathLst>
              <a:path w="1258486" h="284670">
                <a:moveTo>
                  <a:pt x="0" y="47446"/>
                </a:moveTo>
                <a:lnTo>
                  <a:pt x="0" y="47446"/>
                </a:lnTo>
                <a:cubicBezTo>
                  <a:pt x="0" y="21242"/>
                  <a:pt x="21242" y="0"/>
                  <a:pt x="47446" y="0"/>
                </a:cubicBezTo>
                <a:lnTo>
                  <a:pt x="1211040" y="0"/>
                </a:lnTo>
                <a:cubicBezTo>
                  <a:pt x="1223624" y="0"/>
                  <a:pt x="1235692" y="4999"/>
                  <a:pt x="1244590" y="13896"/>
                </a:cubicBezTo>
                <a:cubicBezTo>
                  <a:pt x="1253488" y="22794"/>
                  <a:pt x="1258486" y="34862"/>
                  <a:pt x="1258486" y="47446"/>
                </a:cubicBezTo>
                <a:lnTo>
                  <a:pt x="1258486" y="237224"/>
                </a:lnTo>
                <a:cubicBezTo>
                  <a:pt x="1258486" y="263428"/>
                  <a:pt x="1237244" y="284670"/>
                  <a:pt x="1211040" y="284670"/>
                </a:cubicBezTo>
                <a:lnTo>
                  <a:pt x="47446" y="284670"/>
                </a:lnTo>
                <a:cubicBezTo>
                  <a:pt x="21242" y="284670"/>
                  <a:pt x="0" y="263428"/>
                  <a:pt x="0" y="237224"/>
                </a:cubicBezTo>
                <a:lnTo>
                  <a:pt x="0" y="4744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272E80-5EE8-44F3-A733-BFA55470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568" y="3732251"/>
            <a:ext cx="1258486" cy="284670"/>
          </a:xfrm>
          <a:custGeom xmlns:a="http://schemas.openxmlformats.org/drawingml/2006/main">
            <a:pathLst>
              <a:path w="1258486" h="284670" fill="none">
                <a:moveTo>
                  <a:pt x="0" y="47446"/>
                </a:moveTo>
                <a:lnTo>
                  <a:pt x="0" y="47446"/>
                </a:lnTo>
                <a:cubicBezTo>
                  <a:pt x="0" y="21242"/>
                  <a:pt x="21242" y="0"/>
                  <a:pt x="47446" y="0"/>
                </a:cubicBezTo>
                <a:lnTo>
                  <a:pt x="1211040" y="0"/>
                </a:lnTo>
                <a:cubicBezTo>
                  <a:pt x="1223624" y="0"/>
                  <a:pt x="1235692" y="4999"/>
                  <a:pt x="1244590" y="13896"/>
                </a:cubicBezTo>
                <a:cubicBezTo>
                  <a:pt x="1253488" y="22794"/>
                  <a:pt x="1258486" y="34862"/>
                  <a:pt x="1258486" y="47446"/>
                </a:cubicBezTo>
                <a:lnTo>
                  <a:pt x="1258486" y="237224"/>
                </a:lnTo>
                <a:cubicBezTo>
                  <a:pt x="1258486" y="263428"/>
                  <a:pt x="1237244" y="284670"/>
                  <a:pt x="1211040" y="284670"/>
                </a:cubicBezTo>
                <a:lnTo>
                  <a:pt x="47446" y="284670"/>
                </a:lnTo>
                <a:cubicBezTo>
                  <a:pt x="21242" y="284670"/>
                  <a:pt x="0" y="263428"/>
                  <a:pt x="0" y="237224"/>
                </a:cubicBezTo>
                <a:lnTo>
                  <a:pt x="0" y="474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C51FF4-5C8F-41B5-AB5F-A3D70CF7D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4337" y="3732251"/>
            <a:ext cx="755664" cy="284670"/>
          </a:xfrm>
          <a:custGeom xmlns:a="http://schemas.openxmlformats.org/drawingml/2006/main">
            <a:pathLst>
              <a:path w="755664" h="284670">
                <a:moveTo>
                  <a:pt x="0" y="47446"/>
                </a:moveTo>
                <a:lnTo>
                  <a:pt x="0" y="47446"/>
                </a:lnTo>
                <a:cubicBezTo>
                  <a:pt x="0" y="21242"/>
                  <a:pt x="21242" y="0"/>
                  <a:pt x="47446" y="0"/>
                </a:cubicBezTo>
                <a:lnTo>
                  <a:pt x="708218" y="0"/>
                </a:lnTo>
                <a:cubicBezTo>
                  <a:pt x="720801" y="0"/>
                  <a:pt x="732869" y="4999"/>
                  <a:pt x="741768" y="13896"/>
                </a:cubicBezTo>
                <a:cubicBezTo>
                  <a:pt x="750665" y="22794"/>
                  <a:pt x="755664" y="34862"/>
                  <a:pt x="755664" y="47446"/>
                </a:cubicBezTo>
                <a:lnTo>
                  <a:pt x="755664" y="237224"/>
                </a:lnTo>
                <a:cubicBezTo>
                  <a:pt x="755664" y="263428"/>
                  <a:pt x="734422" y="284670"/>
                  <a:pt x="708218" y="284670"/>
                </a:cubicBezTo>
                <a:lnTo>
                  <a:pt x="47446" y="284670"/>
                </a:lnTo>
                <a:cubicBezTo>
                  <a:pt x="21242" y="284670"/>
                  <a:pt x="0" y="263428"/>
                  <a:pt x="0" y="237224"/>
                </a:cubicBezTo>
                <a:lnTo>
                  <a:pt x="0" y="4744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C14A42-ED86-40B8-93B1-2AC7EE66E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4337" y="3732251"/>
            <a:ext cx="755664" cy="284670"/>
          </a:xfrm>
          <a:custGeom xmlns:a="http://schemas.openxmlformats.org/drawingml/2006/main">
            <a:pathLst>
              <a:path w="755664" h="284670" fill="none">
                <a:moveTo>
                  <a:pt x="0" y="47446"/>
                </a:moveTo>
                <a:lnTo>
                  <a:pt x="0" y="47446"/>
                </a:lnTo>
                <a:cubicBezTo>
                  <a:pt x="0" y="21242"/>
                  <a:pt x="21242" y="0"/>
                  <a:pt x="47446" y="0"/>
                </a:cubicBezTo>
                <a:lnTo>
                  <a:pt x="708218" y="0"/>
                </a:lnTo>
                <a:cubicBezTo>
                  <a:pt x="720801" y="0"/>
                  <a:pt x="732869" y="4999"/>
                  <a:pt x="741768" y="13896"/>
                </a:cubicBezTo>
                <a:cubicBezTo>
                  <a:pt x="750665" y="22794"/>
                  <a:pt x="755664" y="34862"/>
                  <a:pt x="755664" y="47446"/>
                </a:cubicBezTo>
                <a:lnTo>
                  <a:pt x="755664" y="237224"/>
                </a:lnTo>
                <a:cubicBezTo>
                  <a:pt x="755664" y="263428"/>
                  <a:pt x="734422" y="284670"/>
                  <a:pt x="708218" y="284670"/>
                </a:cubicBezTo>
                <a:lnTo>
                  <a:pt x="47446" y="284670"/>
                </a:lnTo>
                <a:cubicBezTo>
                  <a:pt x="21242" y="284670"/>
                  <a:pt x="0" y="263428"/>
                  <a:pt x="0" y="237224"/>
                </a:cubicBezTo>
                <a:lnTo>
                  <a:pt x="0" y="474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CC6C4E-3882-4AF3-86F0-AF1CF7C30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58" y="589166"/>
            <a:ext cx="4094853" cy="284705"/>
          </a:xfrm>
          <a:custGeom xmlns:a="http://schemas.openxmlformats.org/drawingml/2006/main">
            <a:pathLst>
              <a:path w="4094853" h="284705">
                <a:moveTo>
                  <a:pt x="47480" y="0"/>
                </a:moveTo>
                <a:lnTo>
                  <a:pt x="4047407" y="0"/>
                </a:lnTo>
                <a:cubicBezTo>
                  <a:pt x="4059991" y="0"/>
                  <a:pt x="4072059" y="4999"/>
                  <a:pt x="4080957" y="13897"/>
                </a:cubicBezTo>
                <a:cubicBezTo>
                  <a:pt x="4089854" y="22794"/>
                  <a:pt x="4094853" y="34863"/>
                  <a:pt x="4094853" y="47446"/>
                </a:cubicBezTo>
                <a:lnTo>
                  <a:pt x="4094853" y="284670"/>
                </a:lnTo>
                <a:cubicBezTo>
                  <a:pt x="4094853" y="284689"/>
                  <a:pt x="4094838" y="284705"/>
                  <a:pt x="4094819" y="284705"/>
                </a:cubicBezTo>
                <a:lnTo>
                  <a:pt x="34" y="284670"/>
                </a:lnTo>
                <a:cubicBezTo>
                  <a:pt x="15" y="284670"/>
                  <a:pt x="0" y="284655"/>
                  <a:pt x="0" y="284636"/>
                </a:cubicBezTo>
                <a:lnTo>
                  <a:pt x="34" y="47446"/>
                </a:lnTo>
                <a:cubicBezTo>
                  <a:pt x="34" y="21242"/>
                  <a:pt x="21276" y="0"/>
                  <a:pt x="47480" y="0"/>
                </a:cubicBez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33D7A5-626E-471B-848C-5B8556560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58" y="589166"/>
            <a:ext cx="4094853" cy="284705"/>
          </a:xfrm>
          <a:custGeom xmlns:a="http://schemas.openxmlformats.org/drawingml/2006/main">
            <a:pathLst>
              <a:path w="4094853" h="284705" fill="none">
                <a:moveTo>
                  <a:pt x="47480" y="0"/>
                </a:moveTo>
                <a:lnTo>
                  <a:pt x="4047407" y="0"/>
                </a:lnTo>
                <a:cubicBezTo>
                  <a:pt x="4059991" y="0"/>
                  <a:pt x="4072059" y="4999"/>
                  <a:pt x="4080957" y="13897"/>
                </a:cubicBezTo>
                <a:cubicBezTo>
                  <a:pt x="4089854" y="22794"/>
                  <a:pt x="4094853" y="34863"/>
                  <a:pt x="4094853" y="47446"/>
                </a:cubicBezTo>
                <a:lnTo>
                  <a:pt x="4094853" y="284670"/>
                </a:lnTo>
                <a:cubicBezTo>
                  <a:pt x="4094853" y="284689"/>
                  <a:pt x="4094838" y="284705"/>
                  <a:pt x="4094819" y="284705"/>
                </a:cubicBezTo>
                <a:lnTo>
                  <a:pt x="34" y="284670"/>
                </a:lnTo>
                <a:cubicBezTo>
                  <a:pt x="15" y="284670"/>
                  <a:pt x="0" y="284655"/>
                  <a:pt x="0" y="284636"/>
                </a:cubicBezTo>
                <a:lnTo>
                  <a:pt x="34" y="47446"/>
                </a:lnTo>
                <a:cubicBezTo>
                  <a:pt x="34" y="21242"/>
                  <a:pt x="21276" y="0"/>
                  <a:pt x="47480" y="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12" name="Text LocalDecoder">
            <a:extLst xmlns:a="http://schemas.openxmlformats.org/drawingml/2006/main">
              <a:ext uri="{FF2B5EF4-FFF2-40B4-BE49-F238E27FC236}">
                <a16:creationId xmlns:a16="http://schemas.microsoft.com/office/drawing/2014/main" id="{8699A35C-B720-40CA-B225-5709A0DF5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9665" y="684580"/>
            <a:ext cx="966874" cy="110146"/>
          </a:xfrm>
          <a:custGeom xmlns:a="http://schemas.openxmlformats.org/drawingml/2006/main">
            <a:pathLst>
              <a:path w="966874" h="110146">
                <a:moveTo>
                  <a:pt x="0" y="108372"/>
                </a:moveTo>
                <a:lnTo>
                  <a:pt x="0" y="0"/>
                </a:lnTo>
                <a:lnTo>
                  <a:pt x="14341" y="0"/>
                </a:lnTo>
                <a:lnTo>
                  <a:pt x="14341" y="95509"/>
                </a:lnTo>
                <a:lnTo>
                  <a:pt x="67714" y="95509"/>
                </a:lnTo>
                <a:lnTo>
                  <a:pt x="67714" y="108372"/>
                </a:lnTo>
                <a:lnTo>
                  <a:pt x="0" y="108372"/>
                </a:lnTo>
                <a:close/>
                <a:moveTo>
                  <a:pt x="78114" y="69118"/>
                </a:moveTo>
                <a:cubicBezTo>
                  <a:pt x="78114" y="54580"/>
                  <a:pt x="82155" y="43812"/>
                  <a:pt x="90237" y="36814"/>
                </a:cubicBezTo>
                <a:cubicBezTo>
                  <a:pt x="96989" y="30999"/>
                  <a:pt x="105219" y="28091"/>
                  <a:pt x="114927" y="28091"/>
                </a:cubicBezTo>
                <a:cubicBezTo>
                  <a:pt x="125720" y="28091"/>
                  <a:pt x="134542" y="31627"/>
                  <a:pt x="141392" y="38699"/>
                </a:cubicBezTo>
                <a:cubicBezTo>
                  <a:pt x="148242" y="45771"/>
                  <a:pt x="151667" y="55541"/>
                  <a:pt x="151667" y="68009"/>
                </a:cubicBezTo>
                <a:cubicBezTo>
                  <a:pt x="151667" y="78112"/>
                  <a:pt x="150152" y="86059"/>
                  <a:pt x="147121" y="91850"/>
                </a:cubicBezTo>
                <a:cubicBezTo>
                  <a:pt x="144090" y="97640"/>
                  <a:pt x="139680" y="102137"/>
                  <a:pt x="133889" y="105341"/>
                </a:cubicBezTo>
                <a:cubicBezTo>
                  <a:pt x="128098" y="108544"/>
                  <a:pt x="121778" y="110146"/>
                  <a:pt x="114927" y="110146"/>
                </a:cubicBezTo>
                <a:cubicBezTo>
                  <a:pt x="103938" y="110146"/>
                  <a:pt x="95054" y="106622"/>
                  <a:pt x="88278" y="99575"/>
                </a:cubicBezTo>
                <a:cubicBezTo>
                  <a:pt x="81502" y="92527"/>
                  <a:pt x="78114" y="82375"/>
                  <a:pt x="78114" y="69118"/>
                </a:cubicBezTo>
                <a:moveTo>
                  <a:pt x="91789" y="69155"/>
                </a:moveTo>
                <a:cubicBezTo>
                  <a:pt x="91789" y="79197"/>
                  <a:pt x="93983" y="86715"/>
                  <a:pt x="98369" y="91711"/>
                </a:cubicBezTo>
                <a:cubicBezTo>
                  <a:pt x="102755" y="96707"/>
                  <a:pt x="108274" y="99205"/>
                  <a:pt x="114927" y="99205"/>
                </a:cubicBezTo>
                <a:cubicBezTo>
                  <a:pt x="121531" y="99205"/>
                  <a:pt x="127026" y="96695"/>
                  <a:pt x="131412" y="91674"/>
                </a:cubicBezTo>
                <a:cubicBezTo>
                  <a:pt x="135799" y="86654"/>
                  <a:pt x="137992" y="78999"/>
                  <a:pt x="137992" y="68712"/>
                </a:cubicBezTo>
                <a:cubicBezTo>
                  <a:pt x="137992" y="59015"/>
                  <a:pt x="135786" y="51669"/>
                  <a:pt x="131375" y="46673"/>
                </a:cubicBezTo>
                <a:cubicBezTo>
                  <a:pt x="126965" y="41677"/>
                  <a:pt x="121482" y="39179"/>
                  <a:pt x="114927" y="39179"/>
                </a:cubicBezTo>
                <a:cubicBezTo>
                  <a:pt x="108274" y="39179"/>
                  <a:pt x="102755" y="41665"/>
                  <a:pt x="98369" y="46636"/>
                </a:cubicBezTo>
                <a:cubicBezTo>
                  <a:pt x="93983" y="51608"/>
                  <a:pt x="91789" y="59114"/>
                  <a:pt x="91789" y="69155"/>
                </a:cubicBezTo>
                <a:close/>
                <a:moveTo>
                  <a:pt x="218471" y="79542"/>
                </a:moveTo>
                <a:lnTo>
                  <a:pt x="231556" y="81316"/>
                </a:lnTo>
                <a:cubicBezTo>
                  <a:pt x="230126" y="90334"/>
                  <a:pt x="226467" y="97394"/>
                  <a:pt x="220578" y="102495"/>
                </a:cubicBezTo>
                <a:cubicBezTo>
                  <a:pt x="214689" y="107595"/>
                  <a:pt x="207457" y="110146"/>
                  <a:pt x="198881" y="110146"/>
                </a:cubicBezTo>
                <a:cubicBezTo>
                  <a:pt x="188138" y="110146"/>
                  <a:pt x="179501" y="106634"/>
                  <a:pt x="172971" y="99612"/>
                </a:cubicBezTo>
                <a:cubicBezTo>
                  <a:pt x="166441" y="92589"/>
                  <a:pt x="163176" y="82523"/>
                  <a:pt x="163176" y="69414"/>
                </a:cubicBezTo>
                <a:cubicBezTo>
                  <a:pt x="163176" y="60937"/>
                  <a:pt x="164581" y="53521"/>
                  <a:pt x="167390" y="47163"/>
                </a:cubicBezTo>
                <a:cubicBezTo>
                  <a:pt x="170199" y="40806"/>
                  <a:pt x="174474" y="36038"/>
                  <a:pt x="180216" y="32859"/>
                </a:cubicBezTo>
                <a:cubicBezTo>
                  <a:pt x="185957" y="29680"/>
                  <a:pt x="192204" y="28091"/>
                  <a:pt x="198955" y="28091"/>
                </a:cubicBezTo>
                <a:cubicBezTo>
                  <a:pt x="207481" y="28091"/>
                  <a:pt x="214455" y="30235"/>
                  <a:pt x="219876" y="34522"/>
                </a:cubicBezTo>
                <a:cubicBezTo>
                  <a:pt x="225297" y="38808"/>
                  <a:pt x="228771" y="44895"/>
                  <a:pt x="230299" y="52781"/>
                </a:cubicBezTo>
                <a:lnTo>
                  <a:pt x="217362" y="54851"/>
                </a:lnTo>
                <a:cubicBezTo>
                  <a:pt x="216130" y="49603"/>
                  <a:pt x="213949" y="45654"/>
                  <a:pt x="210820" y="43005"/>
                </a:cubicBezTo>
                <a:cubicBezTo>
                  <a:pt x="207691" y="40356"/>
                  <a:pt x="203908" y="39032"/>
                  <a:pt x="199473" y="39032"/>
                </a:cubicBezTo>
                <a:cubicBezTo>
                  <a:pt x="192770" y="39032"/>
                  <a:pt x="187325" y="41434"/>
                  <a:pt x="183136" y="46239"/>
                </a:cubicBezTo>
                <a:cubicBezTo>
                  <a:pt x="178947" y="51044"/>
                  <a:pt x="176852" y="58646"/>
                  <a:pt x="176852" y="69044"/>
                </a:cubicBezTo>
                <a:cubicBezTo>
                  <a:pt x="176852" y="79591"/>
                  <a:pt x="178873" y="87254"/>
                  <a:pt x="182914" y="92035"/>
                </a:cubicBezTo>
                <a:cubicBezTo>
                  <a:pt x="186955" y="96815"/>
                  <a:pt x="192228" y="99205"/>
                  <a:pt x="198734" y="99205"/>
                </a:cubicBezTo>
                <a:cubicBezTo>
                  <a:pt x="203957" y="99205"/>
                  <a:pt x="208319" y="97597"/>
                  <a:pt x="211818" y="94382"/>
                </a:cubicBezTo>
                <a:cubicBezTo>
                  <a:pt x="215317" y="91166"/>
                  <a:pt x="217535" y="86219"/>
                  <a:pt x="218471" y="79542"/>
                </a:cubicBezTo>
                <a:close/>
                <a:moveTo>
                  <a:pt x="294169" y="98466"/>
                </a:moveTo>
                <a:cubicBezTo>
                  <a:pt x="289240" y="102737"/>
                  <a:pt x="284497" y="105751"/>
                  <a:pt x="279938" y="107510"/>
                </a:cubicBezTo>
                <a:cubicBezTo>
                  <a:pt x="275380" y="109267"/>
                  <a:pt x="270488" y="110146"/>
                  <a:pt x="265265" y="110146"/>
                </a:cubicBezTo>
                <a:cubicBezTo>
                  <a:pt x="256640" y="110146"/>
                  <a:pt x="250012" y="108039"/>
                  <a:pt x="245379" y="103825"/>
                </a:cubicBezTo>
                <a:cubicBezTo>
                  <a:pt x="240747" y="99612"/>
                  <a:pt x="238430" y="94228"/>
                  <a:pt x="238430" y="87673"/>
                </a:cubicBezTo>
                <a:cubicBezTo>
                  <a:pt x="238430" y="83829"/>
                  <a:pt x="239305" y="80318"/>
                  <a:pt x="241055" y="77139"/>
                </a:cubicBezTo>
                <a:cubicBezTo>
                  <a:pt x="242804" y="73960"/>
                  <a:pt x="245096" y="71410"/>
                  <a:pt x="247929" y="69488"/>
                </a:cubicBezTo>
                <a:cubicBezTo>
                  <a:pt x="250763" y="67566"/>
                  <a:pt x="253954" y="66112"/>
                  <a:pt x="257503" y="65126"/>
                </a:cubicBezTo>
                <a:cubicBezTo>
                  <a:pt x="260115" y="64437"/>
                  <a:pt x="264057" y="63771"/>
                  <a:pt x="269330" y="63131"/>
                </a:cubicBezTo>
                <a:cubicBezTo>
                  <a:pt x="280074" y="61849"/>
                  <a:pt x="287984" y="60321"/>
                  <a:pt x="293060" y="58547"/>
                </a:cubicBezTo>
                <a:cubicBezTo>
                  <a:pt x="293109" y="56732"/>
                  <a:pt x="293134" y="55578"/>
                  <a:pt x="293134" y="55087"/>
                </a:cubicBezTo>
                <a:cubicBezTo>
                  <a:pt x="293134" y="49686"/>
                  <a:pt x="291877" y="45881"/>
                  <a:pt x="289364" y="43673"/>
                </a:cubicBezTo>
                <a:cubicBezTo>
                  <a:pt x="285963" y="40677"/>
                  <a:pt x="280912" y="39179"/>
                  <a:pt x="274209" y="39179"/>
                </a:cubicBezTo>
                <a:cubicBezTo>
                  <a:pt x="267950" y="39179"/>
                  <a:pt x="263330" y="40276"/>
                  <a:pt x="260349" y="42469"/>
                </a:cubicBezTo>
                <a:cubicBezTo>
                  <a:pt x="257367" y="44662"/>
                  <a:pt x="255162" y="48543"/>
                  <a:pt x="253732" y="54112"/>
                </a:cubicBezTo>
                <a:lnTo>
                  <a:pt x="240722" y="52338"/>
                </a:lnTo>
                <a:cubicBezTo>
                  <a:pt x="241905" y="46752"/>
                  <a:pt x="243851" y="42241"/>
                  <a:pt x="246562" y="38805"/>
                </a:cubicBezTo>
                <a:cubicBezTo>
                  <a:pt x="249272" y="35369"/>
                  <a:pt x="253190" y="32725"/>
                  <a:pt x="258316" y="30872"/>
                </a:cubicBezTo>
                <a:cubicBezTo>
                  <a:pt x="263441" y="29018"/>
                  <a:pt x="269380" y="28091"/>
                  <a:pt x="276131" y="28091"/>
                </a:cubicBezTo>
                <a:cubicBezTo>
                  <a:pt x="282834" y="28091"/>
                  <a:pt x="288279" y="28882"/>
                  <a:pt x="292468" y="30466"/>
                </a:cubicBezTo>
                <a:cubicBezTo>
                  <a:pt x="296657" y="32047"/>
                  <a:pt x="299737" y="34038"/>
                  <a:pt x="301709" y="36437"/>
                </a:cubicBezTo>
                <a:cubicBezTo>
                  <a:pt x="303680" y="38835"/>
                  <a:pt x="305060" y="41864"/>
                  <a:pt x="305848" y="45525"/>
                </a:cubicBezTo>
                <a:cubicBezTo>
                  <a:pt x="306292" y="47800"/>
                  <a:pt x="306514" y="51886"/>
                  <a:pt x="306514" y="57783"/>
                </a:cubicBezTo>
                <a:lnTo>
                  <a:pt x="306514" y="75473"/>
                </a:lnTo>
                <a:cubicBezTo>
                  <a:pt x="306514" y="87808"/>
                  <a:pt x="306797" y="95620"/>
                  <a:pt x="307364" y="98909"/>
                </a:cubicBezTo>
                <a:cubicBezTo>
                  <a:pt x="307931" y="102199"/>
                  <a:pt x="309052" y="105353"/>
                  <a:pt x="310727" y="108372"/>
                </a:cubicBezTo>
                <a:lnTo>
                  <a:pt x="296830" y="108372"/>
                </a:lnTo>
                <a:cubicBezTo>
                  <a:pt x="295450" y="105549"/>
                  <a:pt x="294563" y="102247"/>
                  <a:pt x="294169" y="98466"/>
                </a:cubicBezTo>
                <a:moveTo>
                  <a:pt x="293060" y="69044"/>
                </a:moveTo>
                <a:cubicBezTo>
                  <a:pt x="288230" y="71006"/>
                  <a:pt x="280986" y="72674"/>
                  <a:pt x="271326" y="74048"/>
                </a:cubicBezTo>
                <a:cubicBezTo>
                  <a:pt x="265856" y="74832"/>
                  <a:pt x="261987" y="75714"/>
                  <a:pt x="259720" y="76695"/>
                </a:cubicBezTo>
                <a:cubicBezTo>
                  <a:pt x="257453" y="77677"/>
                  <a:pt x="255704" y="79111"/>
                  <a:pt x="254472" y="80999"/>
                </a:cubicBezTo>
                <a:cubicBezTo>
                  <a:pt x="253240" y="82887"/>
                  <a:pt x="252624" y="84984"/>
                  <a:pt x="252624" y="87290"/>
                </a:cubicBezTo>
                <a:cubicBezTo>
                  <a:pt x="252624" y="90821"/>
                  <a:pt x="253967" y="93764"/>
                  <a:pt x="256652" y="96119"/>
                </a:cubicBezTo>
                <a:cubicBezTo>
                  <a:pt x="259338" y="98472"/>
                  <a:pt x="263269" y="99649"/>
                  <a:pt x="268443" y="99649"/>
                </a:cubicBezTo>
                <a:cubicBezTo>
                  <a:pt x="273569" y="99649"/>
                  <a:pt x="278127" y="98531"/>
                  <a:pt x="282119" y="96297"/>
                </a:cubicBezTo>
                <a:cubicBezTo>
                  <a:pt x="286111" y="94061"/>
                  <a:pt x="289043" y="91006"/>
                  <a:pt x="290916" y="87133"/>
                </a:cubicBezTo>
                <a:cubicBezTo>
                  <a:pt x="292345" y="84143"/>
                  <a:pt x="293060" y="79732"/>
                  <a:pt x="293060" y="73898"/>
                </a:cubicBezTo>
                <a:lnTo>
                  <a:pt x="293060" y="69044"/>
                </a:lnTo>
                <a:close/>
                <a:moveTo>
                  <a:pt x="326820" y="108372"/>
                </a:moveTo>
                <a:lnTo>
                  <a:pt x="326820" y="0"/>
                </a:lnTo>
                <a:lnTo>
                  <a:pt x="340126" y="0"/>
                </a:lnTo>
                <a:lnTo>
                  <a:pt x="340126" y="108372"/>
                </a:lnTo>
                <a:lnTo>
                  <a:pt x="326820" y="108372"/>
                </a:lnTo>
                <a:close/>
                <a:moveTo>
                  <a:pt x="404362" y="108372"/>
                </a:moveTo>
                <a:lnTo>
                  <a:pt x="404362" y="0"/>
                </a:lnTo>
                <a:lnTo>
                  <a:pt x="441693" y="0"/>
                </a:lnTo>
                <a:cubicBezTo>
                  <a:pt x="450120" y="0"/>
                  <a:pt x="456552" y="517"/>
                  <a:pt x="460987" y="1552"/>
                </a:cubicBezTo>
                <a:cubicBezTo>
                  <a:pt x="467197" y="2982"/>
                  <a:pt x="472495" y="5569"/>
                  <a:pt x="476881" y="9314"/>
                </a:cubicBezTo>
                <a:cubicBezTo>
                  <a:pt x="482597" y="14144"/>
                  <a:pt x="486873" y="20317"/>
                  <a:pt x="489706" y="27832"/>
                </a:cubicBezTo>
                <a:cubicBezTo>
                  <a:pt x="492540" y="35348"/>
                  <a:pt x="493957" y="43935"/>
                  <a:pt x="493957" y="53594"/>
                </a:cubicBezTo>
                <a:cubicBezTo>
                  <a:pt x="493957" y="61825"/>
                  <a:pt x="492996" y="69118"/>
                  <a:pt x="491074" y="75476"/>
                </a:cubicBezTo>
                <a:cubicBezTo>
                  <a:pt x="489152" y="81833"/>
                  <a:pt x="486688" y="87094"/>
                  <a:pt x="483682" y="91258"/>
                </a:cubicBezTo>
                <a:cubicBezTo>
                  <a:pt x="480675" y="95423"/>
                  <a:pt x="477386" y="98700"/>
                  <a:pt x="473813" y="101090"/>
                </a:cubicBezTo>
                <a:cubicBezTo>
                  <a:pt x="470240" y="103480"/>
                  <a:pt x="465928" y="105292"/>
                  <a:pt x="460876" y="106524"/>
                </a:cubicBezTo>
                <a:cubicBezTo>
                  <a:pt x="455825" y="107756"/>
                  <a:pt x="450022" y="108372"/>
                  <a:pt x="443467" y="108372"/>
                </a:cubicBezTo>
                <a:lnTo>
                  <a:pt x="404362" y="108372"/>
                </a:lnTo>
                <a:moveTo>
                  <a:pt x="418703" y="95509"/>
                </a:moveTo>
                <a:lnTo>
                  <a:pt x="441841" y="95509"/>
                </a:lnTo>
                <a:cubicBezTo>
                  <a:pt x="448987" y="95509"/>
                  <a:pt x="454593" y="94845"/>
                  <a:pt x="458659" y="93518"/>
                </a:cubicBezTo>
                <a:cubicBezTo>
                  <a:pt x="462724" y="92189"/>
                  <a:pt x="465965" y="90319"/>
                  <a:pt x="468379" y="87909"/>
                </a:cubicBezTo>
                <a:cubicBezTo>
                  <a:pt x="471780" y="84514"/>
                  <a:pt x="474429" y="79952"/>
                  <a:pt x="476326" y="74221"/>
                </a:cubicBezTo>
                <a:cubicBezTo>
                  <a:pt x="478224" y="68489"/>
                  <a:pt x="479172" y="61540"/>
                  <a:pt x="479172" y="53375"/>
                </a:cubicBezTo>
                <a:cubicBezTo>
                  <a:pt x="479172" y="42060"/>
                  <a:pt x="477312" y="33365"/>
                  <a:pt x="473591" y="27289"/>
                </a:cubicBezTo>
                <a:cubicBezTo>
                  <a:pt x="469870" y="21214"/>
                  <a:pt x="465349" y="17143"/>
                  <a:pt x="460026" y="15076"/>
                </a:cubicBezTo>
                <a:cubicBezTo>
                  <a:pt x="456182" y="13600"/>
                  <a:pt x="449997" y="12863"/>
                  <a:pt x="441471" y="12863"/>
                </a:cubicBezTo>
                <a:lnTo>
                  <a:pt x="418703" y="12863"/>
                </a:lnTo>
                <a:lnTo>
                  <a:pt x="418703" y="95509"/>
                </a:lnTo>
                <a:close/>
                <a:moveTo>
                  <a:pt x="565711" y="82942"/>
                </a:moveTo>
                <a:lnTo>
                  <a:pt x="579461" y="84716"/>
                </a:lnTo>
                <a:cubicBezTo>
                  <a:pt x="577292" y="92772"/>
                  <a:pt x="573276" y="99025"/>
                  <a:pt x="567411" y="103474"/>
                </a:cubicBezTo>
                <a:cubicBezTo>
                  <a:pt x="561547" y="107922"/>
                  <a:pt x="554056" y="110146"/>
                  <a:pt x="544939" y="110146"/>
                </a:cubicBezTo>
                <a:cubicBezTo>
                  <a:pt x="533456" y="110146"/>
                  <a:pt x="524351" y="106610"/>
                  <a:pt x="517624" y="99538"/>
                </a:cubicBezTo>
                <a:cubicBezTo>
                  <a:pt x="510897" y="92466"/>
                  <a:pt x="507533" y="82548"/>
                  <a:pt x="507533" y="69784"/>
                </a:cubicBezTo>
                <a:cubicBezTo>
                  <a:pt x="507533" y="56576"/>
                  <a:pt x="510934" y="46325"/>
                  <a:pt x="517735" y="39032"/>
                </a:cubicBezTo>
                <a:cubicBezTo>
                  <a:pt x="524536" y="31738"/>
                  <a:pt x="533357" y="28091"/>
                  <a:pt x="544199" y="28091"/>
                </a:cubicBezTo>
                <a:cubicBezTo>
                  <a:pt x="554696" y="28091"/>
                  <a:pt x="563272" y="31658"/>
                  <a:pt x="569925" y="38794"/>
                </a:cubicBezTo>
                <a:cubicBezTo>
                  <a:pt x="576578" y="45927"/>
                  <a:pt x="579904" y="55964"/>
                  <a:pt x="579904" y="68904"/>
                </a:cubicBezTo>
                <a:cubicBezTo>
                  <a:pt x="579904" y="69690"/>
                  <a:pt x="579880" y="70871"/>
                  <a:pt x="579830" y="72445"/>
                </a:cubicBezTo>
                <a:lnTo>
                  <a:pt x="521283" y="72445"/>
                </a:lnTo>
                <a:cubicBezTo>
                  <a:pt x="521776" y="81094"/>
                  <a:pt x="524215" y="87716"/>
                  <a:pt x="528601" y="92312"/>
                </a:cubicBezTo>
                <a:cubicBezTo>
                  <a:pt x="532988" y="96907"/>
                  <a:pt x="538458" y="99205"/>
                  <a:pt x="545012" y="99205"/>
                </a:cubicBezTo>
                <a:cubicBezTo>
                  <a:pt x="549891" y="99205"/>
                  <a:pt x="554056" y="97912"/>
                  <a:pt x="557505" y="95326"/>
                </a:cubicBezTo>
                <a:cubicBezTo>
                  <a:pt x="560955" y="92739"/>
                  <a:pt x="563690" y="88611"/>
                  <a:pt x="565711" y="82942"/>
                </a:cubicBezTo>
                <a:moveTo>
                  <a:pt x="522022" y="61504"/>
                </a:moveTo>
                <a:lnTo>
                  <a:pt x="565859" y="61504"/>
                </a:lnTo>
                <a:cubicBezTo>
                  <a:pt x="565267" y="54922"/>
                  <a:pt x="563592" y="49985"/>
                  <a:pt x="560832" y="46694"/>
                </a:cubicBezTo>
                <a:cubicBezTo>
                  <a:pt x="556594" y="41586"/>
                  <a:pt x="551099" y="39032"/>
                  <a:pt x="544347" y="39032"/>
                </a:cubicBezTo>
                <a:cubicBezTo>
                  <a:pt x="538236" y="39032"/>
                  <a:pt x="533098" y="41071"/>
                  <a:pt x="528934" y="45149"/>
                </a:cubicBezTo>
                <a:cubicBezTo>
                  <a:pt x="524770" y="49225"/>
                  <a:pt x="522466" y="54677"/>
                  <a:pt x="522022" y="61504"/>
                </a:cubicBezTo>
                <a:close/>
                <a:moveTo>
                  <a:pt x="647374" y="79542"/>
                </a:moveTo>
                <a:lnTo>
                  <a:pt x="660458" y="81316"/>
                </a:lnTo>
                <a:cubicBezTo>
                  <a:pt x="659029" y="90334"/>
                  <a:pt x="655370" y="97394"/>
                  <a:pt x="649480" y="102495"/>
                </a:cubicBezTo>
                <a:cubicBezTo>
                  <a:pt x="643591" y="107595"/>
                  <a:pt x="636359" y="110146"/>
                  <a:pt x="627784" y="110146"/>
                </a:cubicBezTo>
                <a:cubicBezTo>
                  <a:pt x="617040" y="110146"/>
                  <a:pt x="608404" y="106634"/>
                  <a:pt x="601874" y="99612"/>
                </a:cubicBezTo>
                <a:cubicBezTo>
                  <a:pt x="595344" y="92589"/>
                  <a:pt x="592079" y="82523"/>
                  <a:pt x="592079" y="69414"/>
                </a:cubicBezTo>
                <a:cubicBezTo>
                  <a:pt x="592079" y="60937"/>
                  <a:pt x="593483" y="53521"/>
                  <a:pt x="596293" y="47163"/>
                </a:cubicBezTo>
                <a:cubicBezTo>
                  <a:pt x="599102" y="40806"/>
                  <a:pt x="603377" y="36038"/>
                  <a:pt x="609118" y="32859"/>
                </a:cubicBezTo>
                <a:cubicBezTo>
                  <a:pt x="614860" y="29680"/>
                  <a:pt x="621106" y="28091"/>
                  <a:pt x="627858" y="28091"/>
                </a:cubicBezTo>
                <a:cubicBezTo>
                  <a:pt x="636384" y="28091"/>
                  <a:pt x="643357" y="30235"/>
                  <a:pt x="648778" y="34522"/>
                </a:cubicBezTo>
                <a:cubicBezTo>
                  <a:pt x="654199" y="38808"/>
                  <a:pt x="657674" y="44895"/>
                  <a:pt x="659201" y="52781"/>
                </a:cubicBezTo>
                <a:lnTo>
                  <a:pt x="646265" y="54851"/>
                </a:lnTo>
                <a:cubicBezTo>
                  <a:pt x="645033" y="49603"/>
                  <a:pt x="642852" y="45654"/>
                  <a:pt x="639722" y="43005"/>
                </a:cubicBezTo>
                <a:cubicBezTo>
                  <a:pt x="636593" y="40356"/>
                  <a:pt x="632811" y="39032"/>
                  <a:pt x="628375" y="39032"/>
                </a:cubicBezTo>
                <a:cubicBezTo>
                  <a:pt x="621673" y="39032"/>
                  <a:pt x="616227" y="41434"/>
                  <a:pt x="612038" y="46239"/>
                </a:cubicBezTo>
                <a:cubicBezTo>
                  <a:pt x="607849" y="51044"/>
                  <a:pt x="605755" y="58646"/>
                  <a:pt x="605755" y="69044"/>
                </a:cubicBezTo>
                <a:cubicBezTo>
                  <a:pt x="605755" y="79591"/>
                  <a:pt x="607775" y="87254"/>
                  <a:pt x="611816" y="92035"/>
                </a:cubicBezTo>
                <a:cubicBezTo>
                  <a:pt x="615858" y="96815"/>
                  <a:pt x="621131" y="99205"/>
                  <a:pt x="627636" y="99205"/>
                </a:cubicBezTo>
                <a:cubicBezTo>
                  <a:pt x="632860" y="99205"/>
                  <a:pt x="637221" y="97597"/>
                  <a:pt x="640720" y="94382"/>
                </a:cubicBezTo>
                <a:cubicBezTo>
                  <a:pt x="644219" y="91166"/>
                  <a:pt x="646437" y="86219"/>
                  <a:pt x="647374" y="79542"/>
                </a:cubicBezTo>
                <a:close/>
                <a:moveTo>
                  <a:pt x="666889" y="69118"/>
                </a:moveTo>
                <a:cubicBezTo>
                  <a:pt x="666889" y="54580"/>
                  <a:pt x="670930" y="43812"/>
                  <a:pt x="679013" y="36814"/>
                </a:cubicBezTo>
                <a:cubicBezTo>
                  <a:pt x="685764" y="30999"/>
                  <a:pt x="693994" y="28091"/>
                  <a:pt x="703703" y="28091"/>
                </a:cubicBezTo>
                <a:cubicBezTo>
                  <a:pt x="714496" y="28091"/>
                  <a:pt x="723317" y="31627"/>
                  <a:pt x="730168" y="38699"/>
                </a:cubicBezTo>
                <a:cubicBezTo>
                  <a:pt x="737018" y="45771"/>
                  <a:pt x="740443" y="55541"/>
                  <a:pt x="740443" y="68009"/>
                </a:cubicBezTo>
                <a:cubicBezTo>
                  <a:pt x="740443" y="78112"/>
                  <a:pt x="738928" y="86059"/>
                  <a:pt x="735897" y="91850"/>
                </a:cubicBezTo>
                <a:cubicBezTo>
                  <a:pt x="732866" y="97640"/>
                  <a:pt x="728455" y="102137"/>
                  <a:pt x="722664" y="105341"/>
                </a:cubicBezTo>
                <a:cubicBezTo>
                  <a:pt x="716874" y="108544"/>
                  <a:pt x="710553" y="110146"/>
                  <a:pt x="703703" y="110146"/>
                </a:cubicBezTo>
                <a:cubicBezTo>
                  <a:pt x="692713" y="110146"/>
                  <a:pt x="683830" y="106622"/>
                  <a:pt x="677054" y="99575"/>
                </a:cubicBezTo>
                <a:cubicBezTo>
                  <a:pt x="670277" y="92527"/>
                  <a:pt x="666889" y="82375"/>
                  <a:pt x="666889" y="69118"/>
                </a:cubicBezTo>
                <a:moveTo>
                  <a:pt x="680565" y="69155"/>
                </a:moveTo>
                <a:cubicBezTo>
                  <a:pt x="680565" y="79197"/>
                  <a:pt x="682758" y="86715"/>
                  <a:pt x="687144" y="91711"/>
                </a:cubicBezTo>
                <a:cubicBezTo>
                  <a:pt x="691530" y="96707"/>
                  <a:pt x="697050" y="99205"/>
                  <a:pt x="703703" y="99205"/>
                </a:cubicBezTo>
                <a:cubicBezTo>
                  <a:pt x="710307" y="99205"/>
                  <a:pt x="715802" y="96695"/>
                  <a:pt x="720188" y="91674"/>
                </a:cubicBezTo>
                <a:cubicBezTo>
                  <a:pt x="724574" y="86654"/>
                  <a:pt x="726767" y="78999"/>
                  <a:pt x="726767" y="68712"/>
                </a:cubicBezTo>
                <a:cubicBezTo>
                  <a:pt x="726767" y="59015"/>
                  <a:pt x="724562" y="51669"/>
                  <a:pt x="720151" y="46673"/>
                </a:cubicBezTo>
                <a:cubicBezTo>
                  <a:pt x="715740" y="41677"/>
                  <a:pt x="710258" y="39179"/>
                  <a:pt x="703703" y="39179"/>
                </a:cubicBezTo>
                <a:cubicBezTo>
                  <a:pt x="697050" y="39179"/>
                  <a:pt x="691530" y="41665"/>
                  <a:pt x="687144" y="46636"/>
                </a:cubicBezTo>
                <a:cubicBezTo>
                  <a:pt x="682758" y="51608"/>
                  <a:pt x="680565" y="59114"/>
                  <a:pt x="680565" y="69155"/>
                </a:cubicBezTo>
                <a:close/>
                <a:moveTo>
                  <a:pt x="806951" y="108372"/>
                </a:moveTo>
                <a:lnTo>
                  <a:pt x="806951" y="98466"/>
                </a:lnTo>
                <a:cubicBezTo>
                  <a:pt x="801973" y="106253"/>
                  <a:pt x="794655" y="110146"/>
                  <a:pt x="784995" y="110146"/>
                </a:cubicBezTo>
                <a:cubicBezTo>
                  <a:pt x="778737" y="110146"/>
                  <a:pt x="772983" y="108421"/>
                  <a:pt x="767734" y="104971"/>
                </a:cubicBezTo>
                <a:cubicBezTo>
                  <a:pt x="762486" y="101521"/>
                  <a:pt x="758420" y="96704"/>
                  <a:pt x="755537" y="90519"/>
                </a:cubicBezTo>
                <a:cubicBezTo>
                  <a:pt x="752654" y="84334"/>
                  <a:pt x="751212" y="77225"/>
                  <a:pt x="751212" y="69192"/>
                </a:cubicBezTo>
                <a:cubicBezTo>
                  <a:pt x="751212" y="61356"/>
                  <a:pt x="752518" y="54247"/>
                  <a:pt x="755130" y="47865"/>
                </a:cubicBezTo>
                <a:cubicBezTo>
                  <a:pt x="757742" y="41483"/>
                  <a:pt x="761660" y="36592"/>
                  <a:pt x="766884" y="33192"/>
                </a:cubicBezTo>
                <a:cubicBezTo>
                  <a:pt x="772108" y="29791"/>
                  <a:pt x="777948" y="28091"/>
                  <a:pt x="784404" y="28091"/>
                </a:cubicBezTo>
                <a:cubicBezTo>
                  <a:pt x="789135" y="28091"/>
                  <a:pt x="793349" y="29096"/>
                  <a:pt x="797045" y="31106"/>
                </a:cubicBezTo>
                <a:cubicBezTo>
                  <a:pt x="800741" y="33114"/>
                  <a:pt x="803747" y="35730"/>
                  <a:pt x="806064" y="38955"/>
                </a:cubicBezTo>
                <a:lnTo>
                  <a:pt x="806064" y="0"/>
                </a:lnTo>
                <a:lnTo>
                  <a:pt x="819296" y="0"/>
                </a:lnTo>
                <a:lnTo>
                  <a:pt x="819296" y="108372"/>
                </a:lnTo>
                <a:lnTo>
                  <a:pt x="806951" y="108372"/>
                </a:lnTo>
                <a:moveTo>
                  <a:pt x="764888" y="69229"/>
                </a:moveTo>
                <a:cubicBezTo>
                  <a:pt x="764888" y="79270"/>
                  <a:pt x="767007" y="86777"/>
                  <a:pt x="771246" y="91748"/>
                </a:cubicBezTo>
                <a:cubicBezTo>
                  <a:pt x="775484" y="96719"/>
                  <a:pt x="780486" y="99205"/>
                  <a:pt x="786252" y="99205"/>
                </a:cubicBezTo>
                <a:cubicBezTo>
                  <a:pt x="792067" y="99205"/>
                  <a:pt x="797008" y="96830"/>
                  <a:pt x="801074" y="92081"/>
                </a:cubicBezTo>
                <a:cubicBezTo>
                  <a:pt x="805140" y="87331"/>
                  <a:pt x="807172" y="80083"/>
                  <a:pt x="807172" y="70336"/>
                </a:cubicBezTo>
                <a:cubicBezTo>
                  <a:pt x="807172" y="59606"/>
                  <a:pt x="805103" y="51731"/>
                  <a:pt x="800963" y="46710"/>
                </a:cubicBezTo>
                <a:cubicBezTo>
                  <a:pt x="796823" y="41690"/>
                  <a:pt x="791722" y="39179"/>
                  <a:pt x="785661" y="39179"/>
                </a:cubicBezTo>
                <a:cubicBezTo>
                  <a:pt x="779747" y="39179"/>
                  <a:pt x="774806" y="41591"/>
                  <a:pt x="770839" y="46415"/>
                </a:cubicBezTo>
                <a:cubicBezTo>
                  <a:pt x="766872" y="51238"/>
                  <a:pt x="764888" y="58843"/>
                  <a:pt x="764888" y="69229"/>
                </a:cubicBezTo>
                <a:close/>
                <a:moveTo>
                  <a:pt x="893935" y="82942"/>
                </a:moveTo>
                <a:lnTo>
                  <a:pt x="907685" y="84716"/>
                </a:lnTo>
                <a:cubicBezTo>
                  <a:pt x="905517" y="92772"/>
                  <a:pt x="901500" y="99025"/>
                  <a:pt x="895636" y="103474"/>
                </a:cubicBezTo>
                <a:cubicBezTo>
                  <a:pt x="889771" y="107922"/>
                  <a:pt x="882280" y="110146"/>
                  <a:pt x="873163" y="110146"/>
                </a:cubicBezTo>
                <a:cubicBezTo>
                  <a:pt x="861680" y="110146"/>
                  <a:pt x="852575" y="106610"/>
                  <a:pt x="845848" y="99538"/>
                </a:cubicBezTo>
                <a:cubicBezTo>
                  <a:pt x="839121" y="92466"/>
                  <a:pt x="835758" y="82548"/>
                  <a:pt x="835758" y="69784"/>
                </a:cubicBezTo>
                <a:cubicBezTo>
                  <a:pt x="835758" y="56576"/>
                  <a:pt x="839158" y="46325"/>
                  <a:pt x="845959" y="39032"/>
                </a:cubicBezTo>
                <a:cubicBezTo>
                  <a:pt x="852760" y="31738"/>
                  <a:pt x="861582" y="28091"/>
                  <a:pt x="872424" y="28091"/>
                </a:cubicBezTo>
                <a:cubicBezTo>
                  <a:pt x="882921" y="28091"/>
                  <a:pt x="891496" y="31658"/>
                  <a:pt x="898149" y="38794"/>
                </a:cubicBezTo>
                <a:cubicBezTo>
                  <a:pt x="904802" y="45927"/>
                  <a:pt x="908129" y="55964"/>
                  <a:pt x="908129" y="68904"/>
                </a:cubicBezTo>
                <a:cubicBezTo>
                  <a:pt x="908129" y="69690"/>
                  <a:pt x="908104" y="70871"/>
                  <a:pt x="908055" y="72445"/>
                </a:cubicBezTo>
                <a:lnTo>
                  <a:pt x="849507" y="72445"/>
                </a:lnTo>
                <a:cubicBezTo>
                  <a:pt x="850000" y="81094"/>
                  <a:pt x="852440" y="87716"/>
                  <a:pt x="856826" y="92312"/>
                </a:cubicBezTo>
                <a:cubicBezTo>
                  <a:pt x="861212" y="96907"/>
                  <a:pt x="866682" y="99205"/>
                  <a:pt x="873237" y="99205"/>
                </a:cubicBezTo>
                <a:cubicBezTo>
                  <a:pt x="878116" y="99205"/>
                  <a:pt x="882280" y="97912"/>
                  <a:pt x="885730" y="95326"/>
                </a:cubicBezTo>
                <a:cubicBezTo>
                  <a:pt x="889180" y="92739"/>
                  <a:pt x="891915" y="88611"/>
                  <a:pt x="893935" y="82942"/>
                </a:cubicBezTo>
                <a:moveTo>
                  <a:pt x="850247" y="61504"/>
                </a:moveTo>
                <a:lnTo>
                  <a:pt x="894083" y="61504"/>
                </a:lnTo>
                <a:cubicBezTo>
                  <a:pt x="893492" y="54922"/>
                  <a:pt x="891816" y="49985"/>
                  <a:pt x="889057" y="46694"/>
                </a:cubicBezTo>
                <a:cubicBezTo>
                  <a:pt x="884818" y="41586"/>
                  <a:pt x="879323" y="39032"/>
                  <a:pt x="872572" y="39032"/>
                </a:cubicBezTo>
                <a:cubicBezTo>
                  <a:pt x="866461" y="39032"/>
                  <a:pt x="861323" y="41071"/>
                  <a:pt x="857159" y="45149"/>
                </a:cubicBezTo>
                <a:cubicBezTo>
                  <a:pt x="852994" y="49225"/>
                  <a:pt x="850690" y="54677"/>
                  <a:pt x="850247" y="61504"/>
                </a:cubicBezTo>
                <a:close/>
                <a:moveTo>
                  <a:pt x="924221" y="108372"/>
                </a:moveTo>
                <a:lnTo>
                  <a:pt x="924221" y="29865"/>
                </a:lnTo>
                <a:lnTo>
                  <a:pt x="936196" y="29865"/>
                </a:lnTo>
                <a:lnTo>
                  <a:pt x="936196" y="41767"/>
                </a:lnTo>
                <a:cubicBezTo>
                  <a:pt x="939252" y="36198"/>
                  <a:pt x="942073" y="32526"/>
                  <a:pt x="944660" y="30752"/>
                </a:cubicBezTo>
                <a:cubicBezTo>
                  <a:pt x="947248" y="28978"/>
                  <a:pt x="950094" y="28091"/>
                  <a:pt x="953199" y="28091"/>
                </a:cubicBezTo>
                <a:cubicBezTo>
                  <a:pt x="957683" y="28091"/>
                  <a:pt x="962242" y="29520"/>
                  <a:pt x="966874" y="32378"/>
                </a:cubicBezTo>
                <a:lnTo>
                  <a:pt x="962291" y="44714"/>
                </a:lnTo>
                <a:cubicBezTo>
                  <a:pt x="959039" y="42799"/>
                  <a:pt x="955786" y="41841"/>
                  <a:pt x="952533" y="41841"/>
                </a:cubicBezTo>
                <a:cubicBezTo>
                  <a:pt x="949626" y="41841"/>
                  <a:pt x="947014" y="42715"/>
                  <a:pt x="944697" y="44465"/>
                </a:cubicBezTo>
                <a:cubicBezTo>
                  <a:pt x="942381" y="46214"/>
                  <a:pt x="940730" y="48642"/>
                  <a:pt x="939745" y="51746"/>
                </a:cubicBezTo>
                <a:cubicBezTo>
                  <a:pt x="938266" y="56477"/>
                  <a:pt x="937527" y="61652"/>
                  <a:pt x="937527" y="67270"/>
                </a:cubicBezTo>
                <a:lnTo>
                  <a:pt x="937527" y="108372"/>
                </a:lnTo>
                <a:lnTo>
                  <a:pt x="924221" y="1083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9B2FD4-5358-4F9A-9523-E72FBB21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960" y="27671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EAD1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1D063A-BFA4-4BAD-BB56-83BFE9170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960" y="27671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3D173F-800C-4640-8B1B-9F8AEB994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86" y="27671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EAD1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AAE805-1123-47CE-B017-9D1969CF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86" y="27671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83F99D-3D45-499E-9902-22DB989A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413" y="27671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EAD1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68D826-8D29-49C0-A10C-C2B15F925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413" y="27671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4F5127-522A-4ABA-9BA7-2F76A51E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640" y="27671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EAD1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87063E-21F8-448D-9517-C22BA8E3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640" y="27671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300D26-FC7C-4B78-83B7-798E02F49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867" y="27671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EAD1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996858-78B6-446C-9889-2D88B220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867" y="27671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459A09-8F66-4CFE-8EDC-9388AD7D0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093" y="27671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EAD1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C12FC3-C505-4ACB-9633-9D427CF7D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0093" y="27671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F6FD0B-99E1-4F32-AFC9-F8129466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320" y="27671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EAD1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51D94A-D3F4-42D5-9E0D-FD67249B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6320" y="27671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3605DB-E226-4F31-A7FC-014A3BEDD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547" y="27671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EAD1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F430D2-D50D-4B7D-8D01-5CAC9329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2547" y="27671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5E915A-844F-4614-B93C-A92D1C491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774" y="27671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EAD1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A05227-41F8-44CA-A907-3BE6AEAB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774" y="27671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591BB1-E19F-472F-B053-6C3A99850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001" y="27671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8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EAD1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E6966B-2B0F-4D34-B33C-0438E2E8C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001" y="27671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8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CF8E6C-109C-45DA-9DBF-0796152A6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1227" y="27671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EAD1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C73005-FEA4-468B-A9A1-C316566DE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1227" y="27671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63E482-9640-4A80-95C9-D3192B109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454" y="27671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EAD1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7F388E-0756-4F53-934B-1AF0481D7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7454" y="27671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70681A-89BC-4513-9EBD-FD8F04A4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681" y="27671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8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EAD1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931A86-19D6-42C6-AB28-9DD1CE67C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681" y="27671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8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2E6EE5-319E-4016-9973-A376E62DD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9907" y="27671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EAD1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5E8F11-E1A5-4C2C-93B9-94C54647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9907" y="27671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8F747C-4A17-4F7A-B49C-BB5DE56AE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6134" y="27671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8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EAD1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5DF70D-0B63-4592-B229-3EC3C61D4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6134" y="27671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8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E907A1-656F-4AED-9516-A07B5B78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361" y="27671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EAD1D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71B224-18C5-42A7-8FBD-45F4A4CB2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361" y="27671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447929-C0F5-410A-941B-E150A4DCD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17" y="451320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EE237A-1E13-4C3A-8D26-BEC22560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17" y="451320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5FA47A-0EAB-4A68-A198-2EF4C25F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44" y="451320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7FF04A-0EE9-4FBF-829A-5A905E10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3244" y="451320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1C69EB-34F8-4DE4-9DBE-C4D30F1F2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71" y="451320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F7634F-9B8B-44E5-BFEF-469E7BE7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471" y="451320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C225E7-7D5D-4697-997E-FCA1C1A91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698" y="451320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8C149B-9C46-4526-BD0A-924ADCA2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698" y="451320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CDEAB9-83E8-4D7B-A2A2-30FE9E0A9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925" y="451320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2FF039-0B4A-4F6D-B62E-9DDCCBF5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925" y="451320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1F2C1D-11A3-4C36-B760-F21C22C41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151" y="451320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2A9819-19F6-4383-8891-41F057590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8151" y="451320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6A1A04-E5B1-49F3-941C-0694292C1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378" y="451320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6366D9-E4FC-45CD-B4E3-9478FC39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378" y="451320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460A3E-5F2F-440C-9FFE-10FF8FD8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605" y="451320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87A673-C87F-45AA-A794-3F1D7CEA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0605" y="451320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CBDB89-90E6-4F50-8C7A-60C7E234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6831" y="451320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8F6858-4F0E-4B3D-BC33-67FAABB9D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6831" y="451320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2BC505-427F-4694-9827-CB21F11A7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3058" y="451320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C43D02-DCFD-43C5-9C49-E8042BB81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3058" y="451320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95662D-D132-499B-8199-EC66B11A8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285" y="451320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861E46-56D8-4FFA-98AE-E08C6891E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9285" y="451320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D3E069-EDB5-4662-9185-2DD24A9B3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512" y="451320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8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64EDD8-B09D-48AA-82F0-20E6C384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5512" y="451320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8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030FCD-371A-490E-9E09-70877B914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738" y="451320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9E50D5-5033-4242-AB17-86C384B4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1738" y="451320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7B7887-DBF4-480D-B353-88D693CB4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965" y="451320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F21D14-E537-46C0-B0B1-7BB9F7EA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7965" y="451320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8FDB71-0713-4D9C-9FB7-0095C44F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192" y="451320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3D76C4-6DDE-4275-9AED-6955FDD4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192" y="451320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7E3CCE-835D-4DDF-B3C7-F4C03B94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418" y="451320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3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3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F4CC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04B4CE-C57D-4F52-9AA2-A8205F4E2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0418" y="451320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3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3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68C38E-DEC9-4FEF-8D2F-64F9FF84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243" y="4770249"/>
            <a:ext cx="323652" cy="146627"/>
          </a:xfrm>
          <a:custGeom xmlns:a="http://schemas.openxmlformats.org/drawingml/2006/main">
            <a:pathLst>
              <a:path w="323652" h="146627">
                <a:moveTo>
                  <a:pt x="0" y="0"/>
                </a:moveTo>
                <a:lnTo>
                  <a:pt x="323652" y="0"/>
                </a:lnTo>
                <a:lnTo>
                  <a:pt x="323652" y="146627"/>
                </a:lnTo>
                <a:lnTo>
                  <a:pt x="0" y="1466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Text &lt;s&gt;">
            <a:extLst xmlns:a="http://schemas.openxmlformats.org/drawingml/2006/main">
              <a:ext uri="{FF2B5EF4-FFF2-40B4-BE49-F238E27FC236}">
                <a16:creationId xmlns:a16="http://schemas.microsoft.com/office/drawing/2014/main" id="{8B1066CC-AB46-4BD0-A1B0-931EEFFD7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82" y="4814371"/>
            <a:ext cx="188592" cy="73569"/>
          </a:xfrm>
          <a:custGeom xmlns:a="http://schemas.openxmlformats.org/drawingml/2006/main">
            <a:pathLst>
              <a:path w="188592" h="73569">
                <a:moveTo>
                  <a:pt x="0" y="34182"/>
                </a:moveTo>
                <a:lnTo>
                  <a:pt x="0" y="24247"/>
                </a:lnTo>
                <a:lnTo>
                  <a:pt x="57424" y="0"/>
                </a:lnTo>
                <a:lnTo>
                  <a:pt x="57424" y="10645"/>
                </a:lnTo>
                <a:lnTo>
                  <a:pt x="11887" y="29274"/>
                </a:lnTo>
                <a:lnTo>
                  <a:pt x="57424" y="48139"/>
                </a:lnTo>
                <a:lnTo>
                  <a:pt x="57424" y="58784"/>
                </a:lnTo>
                <a:lnTo>
                  <a:pt x="0" y="34182"/>
                </a:lnTo>
                <a:close/>
                <a:moveTo>
                  <a:pt x="67713" y="53343"/>
                </a:moveTo>
                <a:lnTo>
                  <a:pt x="78240" y="51687"/>
                </a:lnTo>
                <a:cubicBezTo>
                  <a:pt x="78831" y="55924"/>
                  <a:pt x="80477" y="59172"/>
                  <a:pt x="83178" y="61430"/>
                </a:cubicBezTo>
                <a:cubicBezTo>
                  <a:pt x="85878" y="63687"/>
                  <a:pt x="89653" y="64816"/>
                  <a:pt x="94503" y="64816"/>
                </a:cubicBezTo>
                <a:cubicBezTo>
                  <a:pt x="99392" y="64816"/>
                  <a:pt x="103019" y="63821"/>
                  <a:pt x="105384" y="61830"/>
                </a:cubicBezTo>
                <a:cubicBezTo>
                  <a:pt x="107750" y="59839"/>
                  <a:pt x="108933" y="57503"/>
                  <a:pt x="108933" y="54822"/>
                </a:cubicBezTo>
                <a:cubicBezTo>
                  <a:pt x="108933" y="52417"/>
                  <a:pt x="107888" y="50524"/>
                  <a:pt x="105798" y="49144"/>
                </a:cubicBezTo>
                <a:cubicBezTo>
                  <a:pt x="104339" y="48198"/>
                  <a:pt x="100712" y="46996"/>
                  <a:pt x="94917" y="45537"/>
                </a:cubicBezTo>
                <a:cubicBezTo>
                  <a:pt x="87110" y="43566"/>
                  <a:pt x="81699" y="41860"/>
                  <a:pt x="78683" y="40421"/>
                </a:cubicBezTo>
                <a:cubicBezTo>
                  <a:pt x="75667" y="38982"/>
                  <a:pt x="73380" y="36991"/>
                  <a:pt x="71823" y="34448"/>
                </a:cubicBezTo>
                <a:cubicBezTo>
                  <a:pt x="70266" y="31905"/>
                  <a:pt x="69487" y="29096"/>
                  <a:pt x="69487" y="26021"/>
                </a:cubicBezTo>
                <a:cubicBezTo>
                  <a:pt x="69487" y="23222"/>
                  <a:pt x="70128" y="20630"/>
                  <a:pt x="71409" y="18244"/>
                </a:cubicBezTo>
                <a:cubicBezTo>
                  <a:pt x="72690" y="15859"/>
                  <a:pt x="74435" y="13878"/>
                  <a:pt x="76643" y="12301"/>
                </a:cubicBezTo>
                <a:cubicBezTo>
                  <a:pt x="78299" y="11079"/>
                  <a:pt x="80556" y="10044"/>
                  <a:pt x="83414" y="9196"/>
                </a:cubicBezTo>
                <a:cubicBezTo>
                  <a:pt x="86273" y="8348"/>
                  <a:pt x="89338" y="7925"/>
                  <a:pt x="92610" y="7925"/>
                </a:cubicBezTo>
                <a:cubicBezTo>
                  <a:pt x="97538" y="7925"/>
                  <a:pt x="101865" y="8634"/>
                  <a:pt x="105591" y="10054"/>
                </a:cubicBezTo>
                <a:cubicBezTo>
                  <a:pt x="109317" y="11473"/>
                  <a:pt x="112067" y="13395"/>
                  <a:pt x="113841" y="15820"/>
                </a:cubicBezTo>
                <a:cubicBezTo>
                  <a:pt x="115615" y="18244"/>
                  <a:pt x="116837" y="21487"/>
                  <a:pt x="117508" y="25548"/>
                </a:cubicBezTo>
                <a:lnTo>
                  <a:pt x="107099" y="26967"/>
                </a:lnTo>
                <a:cubicBezTo>
                  <a:pt x="106626" y="23734"/>
                  <a:pt x="105256" y="21211"/>
                  <a:pt x="102989" y="19397"/>
                </a:cubicBezTo>
                <a:cubicBezTo>
                  <a:pt x="100722" y="17584"/>
                  <a:pt x="97519" y="16677"/>
                  <a:pt x="93379" y="16677"/>
                </a:cubicBezTo>
                <a:cubicBezTo>
                  <a:pt x="88490" y="16677"/>
                  <a:pt x="85001" y="17485"/>
                  <a:pt x="82912" y="19102"/>
                </a:cubicBezTo>
                <a:cubicBezTo>
                  <a:pt x="80822" y="20718"/>
                  <a:pt x="79777" y="22611"/>
                  <a:pt x="79777" y="24779"/>
                </a:cubicBezTo>
                <a:cubicBezTo>
                  <a:pt x="79777" y="26159"/>
                  <a:pt x="80211" y="27401"/>
                  <a:pt x="81078" y="28505"/>
                </a:cubicBezTo>
                <a:cubicBezTo>
                  <a:pt x="81946" y="29648"/>
                  <a:pt x="83306" y="30594"/>
                  <a:pt x="85159" y="31344"/>
                </a:cubicBezTo>
                <a:cubicBezTo>
                  <a:pt x="86223" y="31738"/>
                  <a:pt x="89358" y="32645"/>
                  <a:pt x="94562" y="34064"/>
                </a:cubicBezTo>
                <a:cubicBezTo>
                  <a:pt x="102092" y="36075"/>
                  <a:pt x="107346" y="37721"/>
                  <a:pt x="110322" y="39002"/>
                </a:cubicBezTo>
                <a:cubicBezTo>
                  <a:pt x="113299" y="40283"/>
                  <a:pt x="115635" y="42146"/>
                  <a:pt x="117330" y="44591"/>
                </a:cubicBezTo>
                <a:cubicBezTo>
                  <a:pt x="119026" y="47035"/>
                  <a:pt x="119873" y="50071"/>
                  <a:pt x="119873" y="53698"/>
                </a:cubicBezTo>
                <a:cubicBezTo>
                  <a:pt x="119873" y="57246"/>
                  <a:pt x="118838" y="60588"/>
                  <a:pt x="116768" y="63722"/>
                </a:cubicBezTo>
                <a:cubicBezTo>
                  <a:pt x="114699" y="66856"/>
                  <a:pt x="111712" y="69281"/>
                  <a:pt x="107809" y="70996"/>
                </a:cubicBezTo>
                <a:cubicBezTo>
                  <a:pt x="103906" y="72711"/>
                  <a:pt x="99490" y="73569"/>
                  <a:pt x="94562" y="73569"/>
                </a:cubicBezTo>
                <a:cubicBezTo>
                  <a:pt x="86401" y="73569"/>
                  <a:pt x="80181" y="71868"/>
                  <a:pt x="75904" y="68468"/>
                </a:cubicBezTo>
                <a:cubicBezTo>
                  <a:pt x="71626" y="65067"/>
                  <a:pt x="68896" y="60026"/>
                  <a:pt x="67713" y="53343"/>
                </a:cubicBezTo>
                <a:close/>
                <a:moveTo>
                  <a:pt x="188592" y="34182"/>
                </a:moveTo>
                <a:lnTo>
                  <a:pt x="131169" y="58784"/>
                </a:lnTo>
                <a:lnTo>
                  <a:pt x="131169" y="48139"/>
                </a:lnTo>
                <a:lnTo>
                  <a:pt x="176646" y="29274"/>
                </a:lnTo>
                <a:lnTo>
                  <a:pt x="131169" y="10645"/>
                </a:lnTo>
                <a:lnTo>
                  <a:pt x="131169" y="0"/>
                </a:lnTo>
                <a:lnTo>
                  <a:pt x="188592" y="24247"/>
                </a:lnTo>
                <a:lnTo>
                  <a:pt x="188592" y="3418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A4AAEE-C471-44E9-8849-60C74BD62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470" y="4770249"/>
            <a:ext cx="323652" cy="146627"/>
          </a:xfrm>
          <a:custGeom xmlns:a="http://schemas.openxmlformats.org/drawingml/2006/main">
            <a:pathLst>
              <a:path w="323652" h="146627">
                <a:moveTo>
                  <a:pt x="0" y="0"/>
                </a:moveTo>
                <a:lnTo>
                  <a:pt x="323652" y="0"/>
                </a:lnTo>
                <a:lnTo>
                  <a:pt x="323652" y="146627"/>
                </a:lnTo>
                <a:lnTo>
                  <a:pt x="0" y="1466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B">
            <a:extLst xmlns:a="http://schemas.openxmlformats.org/drawingml/2006/main">
              <a:ext uri="{FF2B5EF4-FFF2-40B4-BE49-F238E27FC236}">
                <a16:creationId xmlns:a16="http://schemas.microsoft.com/office/drawing/2014/main" id="{384175BD-BCA9-4E54-9AC8-585AC1A9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14" y="4799823"/>
            <a:ext cx="65467" cy="86697"/>
          </a:xfrm>
          <a:custGeom xmlns:a="http://schemas.openxmlformats.org/drawingml/2006/main">
            <a:pathLst>
              <a:path w="65467" h="86697">
                <a:moveTo>
                  <a:pt x="0" y="86697"/>
                </a:moveTo>
                <a:lnTo>
                  <a:pt x="0" y="0"/>
                </a:lnTo>
                <a:lnTo>
                  <a:pt x="32526" y="0"/>
                </a:lnTo>
                <a:cubicBezTo>
                  <a:pt x="39150" y="0"/>
                  <a:pt x="44462" y="875"/>
                  <a:pt x="48464" y="2624"/>
                </a:cubicBezTo>
                <a:cubicBezTo>
                  <a:pt x="52466" y="4374"/>
                  <a:pt x="55600" y="7066"/>
                  <a:pt x="57867" y="10702"/>
                </a:cubicBezTo>
                <a:cubicBezTo>
                  <a:pt x="60134" y="14338"/>
                  <a:pt x="61268" y="18141"/>
                  <a:pt x="61268" y="22112"/>
                </a:cubicBezTo>
                <a:cubicBezTo>
                  <a:pt x="61268" y="25807"/>
                  <a:pt x="60262" y="29287"/>
                  <a:pt x="58252" y="32550"/>
                </a:cubicBezTo>
                <a:cubicBezTo>
                  <a:pt x="56241" y="35813"/>
                  <a:pt x="53205" y="38446"/>
                  <a:pt x="49144" y="40451"/>
                </a:cubicBezTo>
                <a:cubicBezTo>
                  <a:pt x="54388" y="41992"/>
                  <a:pt x="58419" y="44621"/>
                  <a:pt x="61238" y="48337"/>
                </a:cubicBezTo>
                <a:cubicBezTo>
                  <a:pt x="64057" y="52053"/>
                  <a:pt x="65467" y="56440"/>
                  <a:pt x="65467" y="61499"/>
                </a:cubicBezTo>
                <a:cubicBezTo>
                  <a:pt x="65467" y="65571"/>
                  <a:pt x="64609" y="69356"/>
                  <a:pt x="62894" y="72853"/>
                </a:cubicBezTo>
                <a:cubicBezTo>
                  <a:pt x="61179" y="76351"/>
                  <a:pt x="59060" y="79049"/>
                  <a:pt x="56537" y="80946"/>
                </a:cubicBezTo>
                <a:cubicBezTo>
                  <a:pt x="54013" y="82843"/>
                  <a:pt x="50849" y="84276"/>
                  <a:pt x="47045" y="85245"/>
                </a:cubicBezTo>
                <a:cubicBezTo>
                  <a:pt x="43240" y="86213"/>
                  <a:pt x="38578" y="86697"/>
                  <a:pt x="33059" y="86697"/>
                </a:cubicBezTo>
                <a:lnTo>
                  <a:pt x="0" y="86697"/>
                </a:lnTo>
                <a:moveTo>
                  <a:pt x="11473" y="36311"/>
                </a:moveTo>
                <a:lnTo>
                  <a:pt x="30220" y="36311"/>
                </a:lnTo>
                <a:cubicBezTo>
                  <a:pt x="35306" y="36311"/>
                  <a:pt x="38953" y="35978"/>
                  <a:pt x="41161" y="35311"/>
                </a:cubicBezTo>
                <a:cubicBezTo>
                  <a:pt x="44078" y="34450"/>
                  <a:pt x="46276" y="33021"/>
                  <a:pt x="47754" y="31024"/>
                </a:cubicBezTo>
                <a:cubicBezTo>
                  <a:pt x="49233" y="29027"/>
                  <a:pt x="49972" y="26521"/>
                  <a:pt x="49972" y="23506"/>
                </a:cubicBezTo>
                <a:cubicBezTo>
                  <a:pt x="49972" y="20647"/>
                  <a:pt x="49282" y="18132"/>
                  <a:pt x="47902" y="15958"/>
                </a:cubicBezTo>
                <a:cubicBezTo>
                  <a:pt x="46522" y="13785"/>
                  <a:pt x="44551" y="12297"/>
                  <a:pt x="41988" y="11495"/>
                </a:cubicBezTo>
                <a:cubicBezTo>
                  <a:pt x="39426" y="10692"/>
                  <a:pt x="35030" y="10290"/>
                  <a:pt x="28801" y="10290"/>
                </a:cubicBezTo>
                <a:lnTo>
                  <a:pt x="11473" y="10290"/>
                </a:lnTo>
                <a:lnTo>
                  <a:pt x="11473" y="36311"/>
                </a:lnTo>
                <a:moveTo>
                  <a:pt x="11473" y="76407"/>
                </a:moveTo>
                <a:lnTo>
                  <a:pt x="33059" y="76407"/>
                </a:lnTo>
                <a:cubicBezTo>
                  <a:pt x="36765" y="76407"/>
                  <a:pt x="39367" y="76269"/>
                  <a:pt x="40865" y="75993"/>
                </a:cubicBezTo>
                <a:cubicBezTo>
                  <a:pt x="43506" y="75520"/>
                  <a:pt x="45714" y="74732"/>
                  <a:pt x="47488" y="73628"/>
                </a:cubicBezTo>
                <a:cubicBezTo>
                  <a:pt x="49263" y="72524"/>
                  <a:pt x="50721" y="70917"/>
                  <a:pt x="51865" y="68808"/>
                </a:cubicBezTo>
                <a:cubicBezTo>
                  <a:pt x="53008" y="66699"/>
                  <a:pt x="53580" y="64264"/>
                  <a:pt x="53580" y="61504"/>
                </a:cubicBezTo>
                <a:cubicBezTo>
                  <a:pt x="53580" y="58271"/>
                  <a:pt x="52752" y="55462"/>
                  <a:pt x="51096" y="53077"/>
                </a:cubicBezTo>
                <a:cubicBezTo>
                  <a:pt x="49440" y="50692"/>
                  <a:pt x="47143" y="49016"/>
                  <a:pt x="44206" y="48050"/>
                </a:cubicBezTo>
                <a:cubicBezTo>
                  <a:pt x="41269" y="47084"/>
                  <a:pt x="37041" y="46601"/>
                  <a:pt x="31521" y="46601"/>
                </a:cubicBezTo>
                <a:lnTo>
                  <a:pt x="11473" y="46601"/>
                </a:lnTo>
                <a:lnTo>
                  <a:pt x="11473" y="764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E0709E-2909-4069-A62F-9D1723C50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697" y="4770249"/>
            <a:ext cx="323652" cy="146627"/>
          </a:xfrm>
          <a:custGeom xmlns:a="http://schemas.openxmlformats.org/drawingml/2006/main">
            <a:pathLst>
              <a:path w="323652" h="146627">
                <a:moveTo>
                  <a:pt x="0" y="0"/>
                </a:moveTo>
                <a:lnTo>
                  <a:pt x="323652" y="0"/>
                </a:lnTo>
                <a:lnTo>
                  <a:pt x="323652" y="146627"/>
                </a:lnTo>
                <a:lnTo>
                  <a:pt x="0" y="1466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Text e">
            <a:extLst xmlns:a="http://schemas.openxmlformats.org/drawingml/2006/main">
              <a:ext uri="{FF2B5EF4-FFF2-40B4-BE49-F238E27FC236}">
                <a16:creationId xmlns:a16="http://schemas.microsoft.com/office/drawing/2014/main" id="{0EE1A9C4-678E-48E1-9152-C78DB7F3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311" y="4822295"/>
            <a:ext cx="57897" cy="65644"/>
          </a:xfrm>
          <a:custGeom xmlns:a="http://schemas.openxmlformats.org/drawingml/2006/main">
            <a:pathLst>
              <a:path w="57897" h="65644">
                <a:moveTo>
                  <a:pt x="46542" y="43881"/>
                </a:moveTo>
                <a:lnTo>
                  <a:pt x="57542" y="45300"/>
                </a:lnTo>
                <a:cubicBezTo>
                  <a:pt x="55807" y="51745"/>
                  <a:pt x="52594" y="56747"/>
                  <a:pt x="47902" y="60307"/>
                </a:cubicBezTo>
                <a:cubicBezTo>
                  <a:pt x="43211" y="63865"/>
                  <a:pt x="37218" y="65644"/>
                  <a:pt x="29924" y="65644"/>
                </a:cubicBezTo>
                <a:cubicBezTo>
                  <a:pt x="20738" y="65644"/>
                  <a:pt x="13454" y="62815"/>
                  <a:pt x="8072" y="57158"/>
                </a:cubicBezTo>
                <a:cubicBezTo>
                  <a:pt x="2691" y="51500"/>
                  <a:pt x="0" y="43566"/>
                  <a:pt x="0" y="33354"/>
                </a:cubicBezTo>
                <a:cubicBezTo>
                  <a:pt x="0" y="22788"/>
                  <a:pt x="2720" y="14588"/>
                  <a:pt x="8161" y="8753"/>
                </a:cubicBezTo>
                <a:cubicBezTo>
                  <a:pt x="13602" y="2918"/>
                  <a:pt x="20659" y="0"/>
                  <a:pt x="29333" y="0"/>
                </a:cubicBezTo>
                <a:cubicBezTo>
                  <a:pt x="37730" y="0"/>
                  <a:pt x="44591" y="2854"/>
                  <a:pt x="49913" y="8562"/>
                </a:cubicBezTo>
                <a:cubicBezTo>
                  <a:pt x="55236" y="14269"/>
                  <a:pt x="57897" y="22298"/>
                  <a:pt x="57897" y="32650"/>
                </a:cubicBezTo>
                <a:cubicBezTo>
                  <a:pt x="57897" y="33280"/>
                  <a:pt x="57877" y="34224"/>
                  <a:pt x="57838" y="35483"/>
                </a:cubicBezTo>
                <a:lnTo>
                  <a:pt x="11000" y="35483"/>
                </a:lnTo>
                <a:cubicBezTo>
                  <a:pt x="11394" y="42402"/>
                  <a:pt x="13346" y="47700"/>
                  <a:pt x="16855" y="51377"/>
                </a:cubicBezTo>
                <a:cubicBezTo>
                  <a:pt x="20363" y="55053"/>
                  <a:pt x="24740" y="56891"/>
                  <a:pt x="29983" y="56891"/>
                </a:cubicBezTo>
                <a:cubicBezTo>
                  <a:pt x="33886" y="56891"/>
                  <a:pt x="37218" y="55857"/>
                  <a:pt x="39978" y="53788"/>
                </a:cubicBezTo>
                <a:cubicBezTo>
                  <a:pt x="42738" y="51719"/>
                  <a:pt x="44926" y="48416"/>
                  <a:pt x="46542" y="43881"/>
                </a:cubicBezTo>
                <a:moveTo>
                  <a:pt x="11591" y="26731"/>
                </a:moveTo>
                <a:lnTo>
                  <a:pt x="46660" y="26731"/>
                </a:lnTo>
                <a:cubicBezTo>
                  <a:pt x="46187" y="21465"/>
                  <a:pt x="44847" y="17516"/>
                  <a:pt x="42639" y="14883"/>
                </a:cubicBezTo>
                <a:cubicBezTo>
                  <a:pt x="39248" y="10796"/>
                  <a:pt x="34852" y="8753"/>
                  <a:pt x="29451" y="8753"/>
                </a:cubicBezTo>
                <a:cubicBezTo>
                  <a:pt x="24562" y="8753"/>
                  <a:pt x="20452" y="10384"/>
                  <a:pt x="17121" y="13646"/>
                </a:cubicBezTo>
                <a:cubicBezTo>
                  <a:pt x="13789" y="16908"/>
                  <a:pt x="11946" y="21269"/>
                  <a:pt x="11591" y="267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40168C-338C-4539-9CC5-6D0CD0BBB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923" y="4770249"/>
            <a:ext cx="323652" cy="146627"/>
          </a:xfrm>
          <a:custGeom xmlns:a="http://schemas.openxmlformats.org/drawingml/2006/main">
            <a:pathLst>
              <a:path w="323652" h="146627">
                <a:moveTo>
                  <a:pt x="0" y="0"/>
                </a:moveTo>
                <a:lnTo>
                  <a:pt x="323652" y="0"/>
                </a:lnTo>
                <a:lnTo>
                  <a:pt x="323652" y="146627"/>
                </a:lnTo>
                <a:lnTo>
                  <a:pt x="0" y="1466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t">
            <a:extLst xmlns:a="http://schemas.openxmlformats.org/drawingml/2006/main">
              <a:ext uri="{FF2B5EF4-FFF2-40B4-BE49-F238E27FC236}">
                <a16:creationId xmlns:a16="http://schemas.microsoft.com/office/drawing/2014/main" id="{3B24AA80-C9B1-4DD5-9B24-84D604ACB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070" y="4801774"/>
            <a:ext cx="30634" cy="85574"/>
          </a:xfrm>
          <a:custGeom xmlns:a="http://schemas.openxmlformats.org/drawingml/2006/main">
            <a:pathLst>
              <a:path w="30634" h="85574">
                <a:moveTo>
                  <a:pt x="29096" y="75224"/>
                </a:moveTo>
                <a:lnTo>
                  <a:pt x="30634" y="84627"/>
                </a:lnTo>
                <a:cubicBezTo>
                  <a:pt x="27637" y="85258"/>
                  <a:pt x="24957" y="85574"/>
                  <a:pt x="22591" y="85574"/>
                </a:cubicBezTo>
                <a:cubicBezTo>
                  <a:pt x="18727" y="85574"/>
                  <a:pt x="15731" y="84963"/>
                  <a:pt x="13602" y="83740"/>
                </a:cubicBezTo>
                <a:cubicBezTo>
                  <a:pt x="11473" y="82518"/>
                  <a:pt x="9975" y="80912"/>
                  <a:pt x="9107" y="78921"/>
                </a:cubicBezTo>
                <a:cubicBezTo>
                  <a:pt x="8240" y="76930"/>
                  <a:pt x="7806" y="72741"/>
                  <a:pt x="7806" y="66354"/>
                </a:cubicBezTo>
                <a:lnTo>
                  <a:pt x="7806" y="30220"/>
                </a:lnTo>
                <a:lnTo>
                  <a:pt x="0" y="30220"/>
                </a:lnTo>
                <a:lnTo>
                  <a:pt x="0" y="21940"/>
                </a:lnTo>
                <a:lnTo>
                  <a:pt x="7806" y="21940"/>
                </a:lnTo>
                <a:lnTo>
                  <a:pt x="7806" y="6387"/>
                </a:lnTo>
                <a:lnTo>
                  <a:pt x="18392" y="0"/>
                </a:lnTo>
                <a:lnTo>
                  <a:pt x="18392" y="21940"/>
                </a:lnTo>
                <a:lnTo>
                  <a:pt x="29096" y="21940"/>
                </a:lnTo>
                <a:lnTo>
                  <a:pt x="29096" y="30220"/>
                </a:lnTo>
                <a:lnTo>
                  <a:pt x="18392" y="30220"/>
                </a:lnTo>
                <a:lnTo>
                  <a:pt x="18392" y="66945"/>
                </a:lnTo>
                <a:cubicBezTo>
                  <a:pt x="18392" y="69981"/>
                  <a:pt x="18579" y="71932"/>
                  <a:pt x="18954" y="72800"/>
                </a:cubicBezTo>
                <a:cubicBezTo>
                  <a:pt x="19328" y="73667"/>
                  <a:pt x="19940" y="74357"/>
                  <a:pt x="20787" y="74870"/>
                </a:cubicBezTo>
                <a:cubicBezTo>
                  <a:pt x="21635" y="75382"/>
                  <a:pt x="22847" y="75638"/>
                  <a:pt x="24424" y="75638"/>
                </a:cubicBezTo>
                <a:cubicBezTo>
                  <a:pt x="25607" y="75638"/>
                  <a:pt x="27164" y="75500"/>
                  <a:pt x="29096" y="7522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B315D0-4BB9-4E50-8244-E96176DA5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9377" y="4770249"/>
            <a:ext cx="323652" cy="146627"/>
          </a:xfrm>
          <a:custGeom xmlns:a="http://schemas.openxmlformats.org/drawingml/2006/main">
            <a:pathLst>
              <a:path w="323652" h="146627">
                <a:moveTo>
                  <a:pt x="0" y="0"/>
                </a:moveTo>
                <a:lnTo>
                  <a:pt x="323652" y="0"/>
                </a:lnTo>
                <a:lnTo>
                  <a:pt x="323652" y="146627"/>
                </a:lnTo>
                <a:lnTo>
                  <a:pt x="0" y="1466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Text e">
            <a:extLst xmlns:a="http://schemas.openxmlformats.org/drawingml/2006/main">
              <a:ext uri="{FF2B5EF4-FFF2-40B4-BE49-F238E27FC236}">
                <a16:creationId xmlns:a16="http://schemas.microsoft.com/office/drawing/2014/main" id="{05C4598C-F2E2-4515-833A-4EE79454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991" y="4822295"/>
            <a:ext cx="57897" cy="65644"/>
          </a:xfrm>
          <a:custGeom xmlns:a="http://schemas.openxmlformats.org/drawingml/2006/main">
            <a:pathLst>
              <a:path w="57897" h="65644">
                <a:moveTo>
                  <a:pt x="46542" y="43881"/>
                </a:moveTo>
                <a:lnTo>
                  <a:pt x="57542" y="45300"/>
                </a:lnTo>
                <a:cubicBezTo>
                  <a:pt x="55807" y="51745"/>
                  <a:pt x="52594" y="56747"/>
                  <a:pt x="47902" y="60307"/>
                </a:cubicBezTo>
                <a:cubicBezTo>
                  <a:pt x="43211" y="63865"/>
                  <a:pt x="37218" y="65644"/>
                  <a:pt x="29924" y="65644"/>
                </a:cubicBezTo>
                <a:cubicBezTo>
                  <a:pt x="20738" y="65644"/>
                  <a:pt x="13454" y="62815"/>
                  <a:pt x="8072" y="57158"/>
                </a:cubicBezTo>
                <a:cubicBezTo>
                  <a:pt x="2691" y="51500"/>
                  <a:pt x="0" y="43566"/>
                  <a:pt x="0" y="33354"/>
                </a:cubicBezTo>
                <a:cubicBezTo>
                  <a:pt x="0" y="22788"/>
                  <a:pt x="2720" y="14588"/>
                  <a:pt x="8161" y="8753"/>
                </a:cubicBezTo>
                <a:cubicBezTo>
                  <a:pt x="13602" y="2918"/>
                  <a:pt x="20659" y="0"/>
                  <a:pt x="29333" y="0"/>
                </a:cubicBezTo>
                <a:cubicBezTo>
                  <a:pt x="37730" y="0"/>
                  <a:pt x="44591" y="2854"/>
                  <a:pt x="49913" y="8562"/>
                </a:cubicBezTo>
                <a:cubicBezTo>
                  <a:pt x="55236" y="14269"/>
                  <a:pt x="57897" y="22298"/>
                  <a:pt x="57897" y="32650"/>
                </a:cubicBezTo>
                <a:cubicBezTo>
                  <a:pt x="57897" y="33280"/>
                  <a:pt x="57877" y="34224"/>
                  <a:pt x="57838" y="35483"/>
                </a:cubicBezTo>
                <a:lnTo>
                  <a:pt x="11000" y="35483"/>
                </a:lnTo>
                <a:cubicBezTo>
                  <a:pt x="11394" y="42402"/>
                  <a:pt x="13346" y="47700"/>
                  <a:pt x="16855" y="51377"/>
                </a:cubicBezTo>
                <a:cubicBezTo>
                  <a:pt x="20363" y="55053"/>
                  <a:pt x="24740" y="56891"/>
                  <a:pt x="29983" y="56891"/>
                </a:cubicBezTo>
                <a:cubicBezTo>
                  <a:pt x="33886" y="56891"/>
                  <a:pt x="37218" y="55857"/>
                  <a:pt x="39978" y="53788"/>
                </a:cubicBezTo>
                <a:cubicBezTo>
                  <a:pt x="42738" y="51719"/>
                  <a:pt x="44926" y="48416"/>
                  <a:pt x="46542" y="43881"/>
                </a:cubicBezTo>
                <a:moveTo>
                  <a:pt x="11591" y="26731"/>
                </a:moveTo>
                <a:lnTo>
                  <a:pt x="46660" y="26731"/>
                </a:lnTo>
                <a:cubicBezTo>
                  <a:pt x="46187" y="21465"/>
                  <a:pt x="44847" y="17516"/>
                  <a:pt x="42639" y="14883"/>
                </a:cubicBezTo>
                <a:cubicBezTo>
                  <a:pt x="39248" y="10796"/>
                  <a:pt x="34852" y="8753"/>
                  <a:pt x="29451" y="8753"/>
                </a:cubicBezTo>
                <a:cubicBezTo>
                  <a:pt x="24562" y="8753"/>
                  <a:pt x="20452" y="10384"/>
                  <a:pt x="17121" y="13646"/>
                </a:cubicBezTo>
                <a:cubicBezTo>
                  <a:pt x="13789" y="16908"/>
                  <a:pt x="11946" y="21269"/>
                  <a:pt x="11591" y="267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4C4A92-7231-4242-B287-83CEE5340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3150" y="4770249"/>
            <a:ext cx="323652" cy="146627"/>
          </a:xfrm>
          <a:custGeom xmlns:a="http://schemas.openxmlformats.org/drawingml/2006/main">
            <a:pathLst>
              <a:path w="323652" h="146627">
                <a:moveTo>
                  <a:pt x="0" y="0"/>
                </a:moveTo>
                <a:lnTo>
                  <a:pt x="323652" y="0"/>
                </a:lnTo>
                <a:lnTo>
                  <a:pt x="323652" y="146627"/>
                </a:lnTo>
                <a:lnTo>
                  <a:pt x="0" y="1466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t">
            <a:extLst xmlns:a="http://schemas.openxmlformats.org/drawingml/2006/main">
              <a:ext uri="{FF2B5EF4-FFF2-40B4-BE49-F238E27FC236}">
                <a16:creationId xmlns:a16="http://schemas.microsoft.com/office/drawing/2014/main" id="{25378488-A3EC-4EC7-AED0-98841F738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296" y="4801774"/>
            <a:ext cx="30634" cy="85574"/>
          </a:xfrm>
          <a:custGeom xmlns:a="http://schemas.openxmlformats.org/drawingml/2006/main">
            <a:pathLst>
              <a:path w="30634" h="85574">
                <a:moveTo>
                  <a:pt x="29096" y="75224"/>
                </a:moveTo>
                <a:lnTo>
                  <a:pt x="30634" y="84627"/>
                </a:lnTo>
                <a:cubicBezTo>
                  <a:pt x="27637" y="85258"/>
                  <a:pt x="24957" y="85574"/>
                  <a:pt x="22591" y="85574"/>
                </a:cubicBezTo>
                <a:cubicBezTo>
                  <a:pt x="18727" y="85574"/>
                  <a:pt x="15731" y="84963"/>
                  <a:pt x="13602" y="83740"/>
                </a:cubicBezTo>
                <a:cubicBezTo>
                  <a:pt x="11473" y="82518"/>
                  <a:pt x="9975" y="80912"/>
                  <a:pt x="9107" y="78921"/>
                </a:cubicBezTo>
                <a:cubicBezTo>
                  <a:pt x="8240" y="76930"/>
                  <a:pt x="7806" y="72741"/>
                  <a:pt x="7806" y="66354"/>
                </a:cubicBezTo>
                <a:lnTo>
                  <a:pt x="7806" y="30220"/>
                </a:lnTo>
                <a:lnTo>
                  <a:pt x="0" y="30220"/>
                </a:lnTo>
                <a:lnTo>
                  <a:pt x="0" y="21940"/>
                </a:lnTo>
                <a:lnTo>
                  <a:pt x="7806" y="21940"/>
                </a:lnTo>
                <a:lnTo>
                  <a:pt x="7806" y="6387"/>
                </a:lnTo>
                <a:lnTo>
                  <a:pt x="18392" y="0"/>
                </a:lnTo>
                <a:lnTo>
                  <a:pt x="18392" y="21940"/>
                </a:lnTo>
                <a:lnTo>
                  <a:pt x="29096" y="21940"/>
                </a:lnTo>
                <a:lnTo>
                  <a:pt x="29096" y="30220"/>
                </a:lnTo>
                <a:lnTo>
                  <a:pt x="18392" y="30220"/>
                </a:lnTo>
                <a:lnTo>
                  <a:pt x="18392" y="66945"/>
                </a:lnTo>
                <a:cubicBezTo>
                  <a:pt x="18392" y="69981"/>
                  <a:pt x="18579" y="71932"/>
                  <a:pt x="18954" y="72800"/>
                </a:cubicBezTo>
                <a:cubicBezTo>
                  <a:pt x="19328" y="73667"/>
                  <a:pt x="19940" y="74357"/>
                  <a:pt x="20787" y="74870"/>
                </a:cubicBezTo>
                <a:cubicBezTo>
                  <a:pt x="21635" y="75382"/>
                  <a:pt x="22847" y="75638"/>
                  <a:pt x="24424" y="75638"/>
                </a:cubicBezTo>
                <a:cubicBezTo>
                  <a:pt x="25607" y="75638"/>
                  <a:pt x="27164" y="75500"/>
                  <a:pt x="29096" y="7522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E09B43-D3FD-4712-9F26-6E7E9D541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5603" y="4770249"/>
            <a:ext cx="323652" cy="146627"/>
          </a:xfrm>
          <a:custGeom xmlns:a="http://schemas.openxmlformats.org/drawingml/2006/main">
            <a:pathLst>
              <a:path w="323652" h="146627">
                <a:moveTo>
                  <a:pt x="0" y="0"/>
                </a:moveTo>
                <a:lnTo>
                  <a:pt x="323652" y="0"/>
                </a:lnTo>
                <a:lnTo>
                  <a:pt x="323652" y="146627"/>
                </a:lnTo>
                <a:lnTo>
                  <a:pt x="0" y="1466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Text r">
            <a:extLst xmlns:a="http://schemas.openxmlformats.org/drawingml/2006/main">
              <a:ext uri="{FF2B5EF4-FFF2-40B4-BE49-F238E27FC236}">
                <a16:creationId xmlns:a16="http://schemas.microsoft.com/office/drawing/2014/main" id="{A0149AFF-D343-4D54-9E18-0F6B73D0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148" y="4822295"/>
            <a:ext cx="34123" cy="64225"/>
          </a:xfrm>
          <a:custGeom xmlns:a="http://schemas.openxmlformats.org/drawingml/2006/main">
            <a:pathLst>
              <a:path w="34123" h="64225">
                <a:moveTo>
                  <a:pt x="0" y="64225"/>
                </a:moveTo>
                <a:lnTo>
                  <a:pt x="0" y="1419"/>
                </a:lnTo>
                <a:lnTo>
                  <a:pt x="9580" y="1419"/>
                </a:lnTo>
                <a:lnTo>
                  <a:pt x="9580" y="10941"/>
                </a:lnTo>
                <a:cubicBezTo>
                  <a:pt x="12025" y="6486"/>
                  <a:pt x="14282" y="3548"/>
                  <a:pt x="16352" y="2129"/>
                </a:cubicBezTo>
                <a:cubicBezTo>
                  <a:pt x="18422" y="710"/>
                  <a:pt x="20699" y="0"/>
                  <a:pt x="23182" y="0"/>
                </a:cubicBezTo>
                <a:cubicBezTo>
                  <a:pt x="26770" y="0"/>
                  <a:pt x="30417" y="1143"/>
                  <a:pt x="34123" y="3430"/>
                </a:cubicBezTo>
                <a:lnTo>
                  <a:pt x="30456" y="13299"/>
                </a:lnTo>
                <a:cubicBezTo>
                  <a:pt x="27854" y="11766"/>
                  <a:pt x="25252" y="11000"/>
                  <a:pt x="22650" y="11000"/>
                </a:cubicBezTo>
                <a:cubicBezTo>
                  <a:pt x="20324" y="11000"/>
                  <a:pt x="18234" y="11700"/>
                  <a:pt x="16381" y="13099"/>
                </a:cubicBezTo>
                <a:cubicBezTo>
                  <a:pt x="14528" y="14499"/>
                  <a:pt x="13208" y="16441"/>
                  <a:pt x="12419" y="18924"/>
                </a:cubicBezTo>
                <a:cubicBezTo>
                  <a:pt x="11236" y="22709"/>
                  <a:pt x="10645" y="26849"/>
                  <a:pt x="10645" y="31344"/>
                </a:cubicBezTo>
                <a:lnTo>
                  <a:pt x="10645" y="64225"/>
                </a:lnTo>
                <a:lnTo>
                  <a:pt x="0" y="642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FD58D6-76E1-44E1-9E06-C16711C9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1830" y="4770249"/>
            <a:ext cx="323652" cy="146627"/>
          </a:xfrm>
          <a:custGeom xmlns:a="http://schemas.openxmlformats.org/drawingml/2006/main">
            <a:pathLst>
              <a:path w="323652" h="146627">
                <a:moveTo>
                  <a:pt x="0" y="0"/>
                </a:moveTo>
                <a:lnTo>
                  <a:pt x="323652" y="0"/>
                </a:lnTo>
                <a:lnTo>
                  <a:pt x="323652" y="146627"/>
                </a:lnTo>
                <a:lnTo>
                  <a:pt x="0" y="1466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_">
            <a:extLst xmlns:a="http://schemas.openxmlformats.org/drawingml/2006/main">
              <a:ext uri="{FF2B5EF4-FFF2-40B4-BE49-F238E27FC236}">
                <a16:creationId xmlns:a16="http://schemas.microsoft.com/office/drawing/2014/main" id="{797D01AC-8575-4768-A9D6-52D9179C1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8176" y="4902960"/>
            <a:ext cx="70552" cy="7688"/>
          </a:xfrm>
          <a:custGeom xmlns:a="http://schemas.openxmlformats.org/drawingml/2006/main">
            <a:pathLst>
              <a:path w="70552" h="7688">
                <a:moveTo>
                  <a:pt x="0" y="7688"/>
                </a:moveTo>
                <a:lnTo>
                  <a:pt x="0" y="0"/>
                </a:lnTo>
                <a:lnTo>
                  <a:pt x="70552" y="0"/>
                </a:lnTo>
                <a:lnTo>
                  <a:pt x="70552" y="7688"/>
                </a:lnTo>
                <a:lnTo>
                  <a:pt x="0" y="76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0B14A0-B2D8-41FB-BF4F-40CCF058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8057" y="4770249"/>
            <a:ext cx="323652" cy="146627"/>
          </a:xfrm>
          <a:custGeom xmlns:a="http://schemas.openxmlformats.org/drawingml/2006/main">
            <a:pathLst>
              <a:path w="323652" h="146627">
                <a:moveTo>
                  <a:pt x="0" y="0"/>
                </a:moveTo>
                <a:lnTo>
                  <a:pt x="323652" y="0"/>
                </a:lnTo>
                <a:lnTo>
                  <a:pt x="323652" y="146627"/>
                </a:lnTo>
                <a:lnTo>
                  <a:pt x="0" y="1466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Text t">
            <a:extLst xmlns:a="http://schemas.openxmlformats.org/drawingml/2006/main">
              <a:ext uri="{FF2B5EF4-FFF2-40B4-BE49-F238E27FC236}">
                <a16:creationId xmlns:a16="http://schemas.microsoft.com/office/drawing/2014/main" id="{B194020F-0DD6-4274-99E2-BF8D5121F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5203" y="4801774"/>
            <a:ext cx="30634" cy="85574"/>
          </a:xfrm>
          <a:custGeom xmlns:a="http://schemas.openxmlformats.org/drawingml/2006/main">
            <a:pathLst>
              <a:path w="30634" h="85574">
                <a:moveTo>
                  <a:pt x="29096" y="75224"/>
                </a:moveTo>
                <a:lnTo>
                  <a:pt x="30634" y="84627"/>
                </a:lnTo>
                <a:cubicBezTo>
                  <a:pt x="27637" y="85258"/>
                  <a:pt x="24957" y="85574"/>
                  <a:pt x="22591" y="85574"/>
                </a:cubicBezTo>
                <a:cubicBezTo>
                  <a:pt x="18727" y="85574"/>
                  <a:pt x="15731" y="84963"/>
                  <a:pt x="13602" y="83740"/>
                </a:cubicBezTo>
                <a:cubicBezTo>
                  <a:pt x="11473" y="82518"/>
                  <a:pt x="9975" y="80912"/>
                  <a:pt x="9107" y="78921"/>
                </a:cubicBezTo>
                <a:cubicBezTo>
                  <a:pt x="8240" y="76930"/>
                  <a:pt x="7806" y="72741"/>
                  <a:pt x="7806" y="66354"/>
                </a:cubicBezTo>
                <a:lnTo>
                  <a:pt x="7806" y="30220"/>
                </a:lnTo>
                <a:lnTo>
                  <a:pt x="0" y="30220"/>
                </a:lnTo>
                <a:lnTo>
                  <a:pt x="0" y="21940"/>
                </a:lnTo>
                <a:lnTo>
                  <a:pt x="7806" y="21940"/>
                </a:lnTo>
                <a:lnTo>
                  <a:pt x="7806" y="6387"/>
                </a:lnTo>
                <a:lnTo>
                  <a:pt x="18392" y="0"/>
                </a:lnTo>
                <a:lnTo>
                  <a:pt x="18392" y="21940"/>
                </a:lnTo>
                <a:lnTo>
                  <a:pt x="29096" y="21940"/>
                </a:lnTo>
                <a:lnTo>
                  <a:pt x="29096" y="30220"/>
                </a:lnTo>
                <a:lnTo>
                  <a:pt x="18392" y="30220"/>
                </a:lnTo>
                <a:lnTo>
                  <a:pt x="18392" y="66945"/>
                </a:lnTo>
                <a:cubicBezTo>
                  <a:pt x="18392" y="69981"/>
                  <a:pt x="18579" y="71932"/>
                  <a:pt x="18954" y="72800"/>
                </a:cubicBezTo>
                <a:cubicBezTo>
                  <a:pt x="19328" y="73667"/>
                  <a:pt x="19940" y="74357"/>
                  <a:pt x="20787" y="74870"/>
                </a:cubicBezTo>
                <a:cubicBezTo>
                  <a:pt x="21635" y="75382"/>
                  <a:pt x="22847" y="75638"/>
                  <a:pt x="24424" y="75638"/>
                </a:cubicBezTo>
                <a:cubicBezTo>
                  <a:pt x="25607" y="75638"/>
                  <a:pt x="27164" y="75500"/>
                  <a:pt x="29096" y="7522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B2E871-A0DE-4479-BB08-0449319F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4284" y="4770249"/>
            <a:ext cx="323652" cy="146627"/>
          </a:xfrm>
          <a:custGeom xmlns:a="http://schemas.openxmlformats.org/drawingml/2006/main">
            <a:pathLst>
              <a:path w="323652" h="146627">
                <a:moveTo>
                  <a:pt x="0" y="0"/>
                </a:moveTo>
                <a:lnTo>
                  <a:pt x="323652" y="0"/>
                </a:lnTo>
                <a:lnTo>
                  <a:pt x="323652" y="146627"/>
                </a:lnTo>
                <a:lnTo>
                  <a:pt x="0" y="1466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h">
            <a:extLst xmlns:a="http://schemas.openxmlformats.org/drawingml/2006/main">
              <a:ext uri="{FF2B5EF4-FFF2-40B4-BE49-F238E27FC236}">
                <a16:creationId xmlns:a16="http://schemas.microsoft.com/office/drawing/2014/main" id="{3A9469A9-2847-4C32-BF02-B25D44648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447" y="4799823"/>
            <a:ext cx="51155" cy="86697"/>
          </a:xfrm>
          <a:custGeom xmlns:a="http://schemas.openxmlformats.org/drawingml/2006/main">
            <a:pathLst>
              <a:path w="51155" h="86697">
                <a:moveTo>
                  <a:pt x="0" y="86697"/>
                </a:moveTo>
                <a:lnTo>
                  <a:pt x="0" y="0"/>
                </a:lnTo>
                <a:lnTo>
                  <a:pt x="10645" y="0"/>
                </a:lnTo>
                <a:lnTo>
                  <a:pt x="10645" y="31162"/>
                </a:lnTo>
                <a:cubicBezTo>
                  <a:pt x="15613" y="25369"/>
                  <a:pt x="21881" y="22473"/>
                  <a:pt x="29451" y="22473"/>
                </a:cubicBezTo>
                <a:cubicBezTo>
                  <a:pt x="34103" y="22473"/>
                  <a:pt x="38144" y="23389"/>
                  <a:pt x="41575" y="25223"/>
                </a:cubicBezTo>
                <a:cubicBezTo>
                  <a:pt x="45005" y="27056"/>
                  <a:pt x="47459" y="29589"/>
                  <a:pt x="48937" y="32822"/>
                </a:cubicBezTo>
                <a:cubicBezTo>
                  <a:pt x="50416" y="36055"/>
                  <a:pt x="51155" y="40747"/>
                  <a:pt x="51155" y="46897"/>
                </a:cubicBezTo>
                <a:lnTo>
                  <a:pt x="51155" y="86697"/>
                </a:lnTo>
                <a:lnTo>
                  <a:pt x="40510" y="86697"/>
                </a:lnTo>
                <a:lnTo>
                  <a:pt x="40510" y="46939"/>
                </a:lnTo>
                <a:cubicBezTo>
                  <a:pt x="40510" y="41623"/>
                  <a:pt x="39357" y="37754"/>
                  <a:pt x="37050" y="35332"/>
                </a:cubicBezTo>
                <a:cubicBezTo>
                  <a:pt x="34744" y="32909"/>
                  <a:pt x="31481" y="31698"/>
                  <a:pt x="27263" y="31698"/>
                </a:cubicBezTo>
                <a:cubicBezTo>
                  <a:pt x="24109" y="31698"/>
                  <a:pt x="21142" y="32516"/>
                  <a:pt x="18363" y="34151"/>
                </a:cubicBezTo>
                <a:cubicBezTo>
                  <a:pt x="15583" y="35784"/>
                  <a:pt x="13602" y="38000"/>
                  <a:pt x="12419" y="40796"/>
                </a:cubicBezTo>
                <a:cubicBezTo>
                  <a:pt x="11236" y="43592"/>
                  <a:pt x="10645" y="47451"/>
                  <a:pt x="10645" y="52375"/>
                </a:cubicBezTo>
                <a:lnTo>
                  <a:pt x="10645" y="86697"/>
                </a:lnTo>
                <a:lnTo>
                  <a:pt x="0" y="866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D41B01-E250-4449-9188-CE46F2B66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0511" y="4770249"/>
            <a:ext cx="323652" cy="146627"/>
          </a:xfrm>
          <a:custGeom xmlns:a="http://schemas.openxmlformats.org/drawingml/2006/main">
            <a:pathLst>
              <a:path w="323652" h="146627">
                <a:moveTo>
                  <a:pt x="0" y="0"/>
                </a:moveTo>
                <a:lnTo>
                  <a:pt x="323652" y="0"/>
                </a:lnTo>
                <a:lnTo>
                  <a:pt x="323652" y="146627"/>
                </a:lnTo>
                <a:lnTo>
                  <a:pt x="0" y="1466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a">
            <a:extLst xmlns:a="http://schemas.openxmlformats.org/drawingml/2006/main">
              <a:ext uri="{FF2B5EF4-FFF2-40B4-BE49-F238E27FC236}">
                <a16:creationId xmlns:a16="http://schemas.microsoft.com/office/drawing/2014/main" id="{55A964FA-1649-4F1B-AE73-EC2C7B75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066" y="4822295"/>
            <a:ext cx="57838" cy="65644"/>
          </a:xfrm>
          <a:custGeom xmlns:a="http://schemas.openxmlformats.org/drawingml/2006/main">
            <a:pathLst>
              <a:path w="57838" h="65644">
                <a:moveTo>
                  <a:pt x="44591" y="56300"/>
                </a:moveTo>
                <a:cubicBezTo>
                  <a:pt x="40648" y="59717"/>
                  <a:pt x="36853" y="62128"/>
                  <a:pt x="33206" y="63535"/>
                </a:cubicBezTo>
                <a:cubicBezTo>
                  <a:pt x="29559" y="64941"/>
                  <a:pt x="25646" y="65644"/>
                  <a:pt x="21467" y="65644"/>
                </a:cubicBezTo>
                <a:cubicBezTo>
                  <a:pt x="14568" y="65644"/>
                  <a:pt x="9265" y="63959"/>
                  <a:pt x="5559" y="60588"/>
                </a:cubicBezTo>
                <a:cubicBezTo>
                  <a:pt x="1853" y="57217"/>
                  <a:pt x="0" y="52909"/>
                  <a:pt x="0" y="47666"/>
                </a:cubicBezTo>
                <a:cubicBezTo>
                  <a:pt x="0" y="44591"/>
                  <a:pt x="700" y="41781"/>
                  <a:pt x="2099" y="39239"/>
                </a:cubicBezTo>
                <a:cubicBezTo>
                  <a:pt x="3499" y="36696"/>
                  <a:pt x="5332" y="34655"/>
                  <a:pt x="7599" y="33118"/>
                </a:cubicBezTo>
                <a:cubicBezTo>
                  <a:pt x="9866" y="31580"/>
                  <a:pt x="12419" y="30417"/>
                  <a:pt x="15258" y="29628"/>
                </a:cubicBezTo>
                <a:cubicBezTo>
                  <a:pt x="17347" y="29077"/>
                  <a:pt x="20501" y="28544"/>
                  <a:pt x="24720" y="28032"/>
                </a:cubicBezTo>
                <a:cubicBezTo>
                  <a:pt x="33315" y="27007"/>
                  <a:pt x="39643" y="25784"/>
                  <a:pt x="43703" y="24365"/>
                </a:cubicBezTo>
                <a:cubicBezTo>
                  <a:pt x="43743" y="22913"/>
                  <a:pt x="43763" y="21990"/>
                  <a:pt x="43763" y="21597"/>
                </a:cubicBezTo>
                <a:cubicBezTo>
                  <a:pt x="43763" y="17276"/>
                  <a:pt x="42757" y="14232"/>
                  <a:pt x="40747" y="12465"/>
                </a:cubicBezTo>
                <a:cubicBezTo>
                  <a:pt x="38026" y="10069"/>
                  <a:pt x="33985" y="8871"/>
                  <a:pt x="28623" y="8871"/>
                </a:cubicBezTo>
                <a:cubicBezTo>
                  <a:pt x="23616" y="8871"/>
                  <a:pt x="19920" y="9748"/>
                  <a:pt x="17535" y="11502"/>
                </a:cubicBezTo>
                <a:cubicBezTo>
                  <a:pt x="15149" y="13257"/>
                  <a:pt x="13385" y="16362"/>
                  <a:pt x="12242" y="20817"/>
                </a:cubicBezTo>
                <a:lnTo>
                  <a:pt x="1833" y="19397"/>
                </a:lnTo>
                <a:cubicBezTo>
                  <a:pt x="2780" y="14929"/>
                  <a:pt x="4337" y="11320"/>
                  <a:pt x="6505" y="8571"/>
                </a:cubicBezTo>
                <a:cubicBezTo>
                  <a:pt x="8674" y="5823"/>
                  <a:pt x="11808" y="3707"/>
                  <a:pt x="15908" y="2225"/>
                </a:cubicBezTo>
                <a:cubicBezTo>
                  <a:pt x="20009" y="742"/>
                  <a:pt x="24759" y="0"/>
                  <a:pt x="30161" y="0"/>
                </a:cubicBezTo>
                <a:cubicBezTo>
                  <a:pt x="35523" y="0"/>
                  <a:pt x="39879" y="633"/>
                  <a:pt x="43230" y="1900"/>
                </a:cubicBezTo>
                <a:cubicBezTo>
                  <a:pt x="46582" y="3165"/>
                  <a:pt x="49046" y="4758"/>
                  <a:pt x="50623" y="6677"/>
                </a:cubicBezTo>
                <a:cubicBezTo>
                  <a:pt x="52200" y="8595"/>
                  <a:pt x="53304" y="11019"/>
                  <a:pt x="53934" y="13947"/>
                </a:cubicBezTo>
                <a:cubicBezTo>
                  <a:pt x="54289" y="15767"/>
                  <a:pt x="54467" y="19036"/>
                  <a:pt x="54467" y="23753"/>
                </a:cubicBezTo>
                <a:lnTo>
                  <a:pt x="54467" y="37906"/>
                </a:lnTo>
                <a:cubicBezTo>
                  <a:pt x="54467" y="47774"/>
                  <a:pt x="54693" y="54023"/>
                  <a:pt x="55147" y="56655"/>
                </a:cubicBezTo>
                <a:cubicBezTo>
                  <a:pt x="55600" y="59287"/>
                  <a:pt x="56497" y="61810"/>
                  <a:pt x="57838" y="64225"/>
                </a:cubicBezTo>
                <a:lnTo>
                  <a:pt x="46720" y="64225"/>
                </a:lnTo>
                <a:cubicBezTo>
                  <a:pt x="45616" y="61966"/>
                  <a:pt x="44906" y="59325"/>
                  <a:pt x="44591" y="56300"/>
                </a:cubicBezTo>
                <a:moveTo>
                  <a:pt x="43703" y="32763"/>
                </a:moveTo>
                <a:cubicBezTo>
                  <a:pt x="39840" y="34332"/>
                  <a:pt x="34044" y="35667"/>
                  <a:pt x="26317" y="36766"/>
                </a:cubicBezTo>
                <a:cubicBezTo>
                  <a:pt x="21940" y="37393"/>
                  <a:pt x="18846" y="38099"/>
                  <a:pt x="17032" y="38884"/>
                </a:cubicBezTo>
                <a:cubicBezTo>
                  <a:pt x="15218" y="39669"/>
                  <a:pt x="13819" y="40816"/>
                  <a:pt x="12833" y="42327"/>
                </a:cubicBezTo>
                <a:cubicBezTo>
                  <a:pt x="11847" y="43837"/>
                  <a:pt x="11355" y="45515"/>
                  <a:pt x="11355" y="47359"/>
                </a:cubicBezTo>
                <a:cubicBezTo>
                  <a:pt x="11355" y="50184"/>
                  <a:pt x="12429" y="52539"/>
                  <a:pt x="14578" y="54422"/>
                </a:cubicBezTo>
                <a:cubicBezTo>
                  <a:pt x="16726" y="56305"/>
                  <a:pt x="19871" y="57246"/>
                  <a:pt x="24010" y="57246"/>
                </a:cubicBezTo>
                <a:cubicBezTo>
                  <a:pt x="28111" y="57246"/>
                  <a:pt x="31757" y="56352"/>
                  <a:pt x="34951" y="54565"/>
                </a:cubicBezTo>
                <a:cubicBezTo>
                  <a:pt x="38144" y="52776"/>
                  <a:pt x="40490" y="50332"/>
                  <a:pt x="41988" y="47233"/>
                </a:cubicBezTo>
                <a:cubicBezTo>
                  <a:pt x="43132" y="44842"/>
                  <a:pt x="43703" y="41313"/>
                  <a:pt x="43703" y="36646"/>
                </a:cubicBezTo>
                <a:lnTo>
                  <a:pt x="43703" y="327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14266F-F8D3-4212-BE0F-BA88AE0A0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737" y="4770249"/>
            <a:ext cx="323652" cy="146627"/>
          </a:xfrm>
          <a:custGeom xmlns:a="http://schemas.openxmlformats.org/drawingml/2006/main">
            <a:pathLst>
              <a:path w="323652" h="146627">
                <a:moveTo>
                  <a:pt x="0" y="0"/>
                </a:moveTo>
                <a:lnTo>
                  <a:pt x="323652" y="0"/>
                </a:lnTo>
                <a:lnTo>
                  <a:pt x="323652" y="146627"/>
                </a:lnTo>
                <a:lnTo>
                  <a:pt x="0" y="1466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Text n">
            <a:extLst xmlns:a="http://schemas.openxmlformats.org/drawingml/2006/main">
              <a:ext uri="{FF2B5EF4-FFF2-40B4-BE49-F238E27FC236}">
                <a16:creationId xmlns:a16="http://schemas.microsoft.com/office/drawing/2014/main" id="{0F473AB2-8A21-4C20-8ADC-86A0ABCD5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2900" y="4822295"/>
            <a:ext cx="51037" cy="64225"/>
          </a:xfrm>
          <a:custGeom xmlns:a="http://schemas.openxmlformats.org/drawingml/2006/main">
            <a:pathLst>
              <a:path w="51037" h="64225">
                <a:moveTo>
                  <a:pt x="0" y="64225"/>
                </a:moveTo>
                <a:lnTo>
                  <a:pt x="0" y="1419"/>
                </a:lnTo>
                <a:lnTo>
                  <a:pt x="9580" y="1419"/>
                </a:lnTo>
                <a:lnTo>
                  <a:pt x="9580" y="10349"/>
                </a:lnTo>
                <a:cubicBezTo>
                  <a:pt x="14193" y="3450"/>
                  <a:pt x="20856" y="0"/>
                  <a:pt x="29569" y="0"/>
                </a:cubicBezTo>
                <a:cubicBezTo>
                  <a:pt x="33354" y="0"/>
                  <a:pt x="36834" y="680"/>
                  <a:pt x="40007" y="2040"/>
                </a:cubicBezTo>
                <a:cubicBezTo>
                  <a:pt x="43181" y="3400"/>
                  <a:pt x="45557" y="5184"/>
                  <a:pt x="47134" y="7392"/>
                </a:cubicBezTo>
                <a:cubicBezTo>
                  <a:pt x="48711" y="9600"/>
                  <a:pt x="49814" y="12222"/>
                  <a:pt x="50445" y="15258"/>
                </a:cubicBezTo>
                <a:cubicBezTo>
                  <a:pt x="50840" y="17229"/>
                  <a:pt x="51037" y="20679"/>
                  <a:pt x="51037" y="25607"/>
                </a:cubicBezTo>
                <a:lnTo>
                  <a:pt x="51037" y="64225"/>
                </a:lnTo>
                <a:lnTo>
                  <a:pt x="40392" y="64225"/>
                </a:lnTo>
                <a:lnTo>
                  <a:pt x="40392" y="26021"/>
                </a:lnTo>
                <a:cubicBezTo>
                  <a:pt x="40392" y="21684"/>
                  <a:pt x="39978" y="18441"/>
                  <a:pt x="39150" y="16293"/>
                </a:cubicBezTo>
                <a:cubicBezTo>
                  <a:pt x="38322" y="14144"/>
                  <a:pt x="36853" y="12429"/>
                  <a:pt x="34744" y="11148"/>
                </a:cubicBezTo>
                <a:cubicBezTo>
                  <a:pt x="32635" y="9866"/>
                  <a:pt x="30161" y="9226"/>
                  <a:pt x="27322" y="9226"/>
                </a:cubicBezTo>
                <a:cubicBezTo>
                  <a:pt x="22788" y="9226"/>
                  <a:pt x="18875" y="10665"/>
                  <a:pt x="15583" y="13543"/>
                </a:cubicBezTo>
                <a:cubicBezTo>
                  <a:pt x="12291" y="16421"/>
                  <a:pt x="10645" y="21881"/>
                  <a:pt x="10645" y="29924"/>
                </a:cubicBezTo>
                <a:lnTo>
                  <a:pt x="10645" y="64225"/>
                </a:lnTo>
                <a:lnTo>
                  <a:pt x="0" y="642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8560AD-3C02-4A73-9ED9-2B6A89644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2964" y="4770249"/>
            <a:ext cx="323652" cy="146627"/>
          </a:xfrm>
          <a:custGeom xmlns:a="http://schemas.openxmlformats.org/drawingml/2006/main">
            <a:pathLst>
              <a:path w="323652" h="146627">
                <a:moveTo>
                  <a:pt x="0" y="0"/>
                </a:moveTo>
                <a:lnTo>
                  <a:pt x="323652" y="0"/>
                </a:lnTo>
                <a:lnTo>
                  <a:pt x="323652" y="146627"/>
                </a:lnTo>
                <a:lnTo>
                  <a:pt x="0" y="1466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_">
            <a:extLst xmlns:a="http://schemas.openxmlformats.org/drawingml/2006/main">
              <a:ext uri="{FF2B5EF4-FFF2-40B4-BE49-F238E27FC236}">
                <a16:creationId xmlns:a16="http://schemas.microsoft.com/office/drawing/2014/main" id="{8E077F27-B43E-44E4-BEAF-5A77296D2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9310" y="4902960"/>
            <a:ext cx="70552" cy="7688"/>
          </a:xfrm>
          <a:custGeom xmlns:a="http://schemas.openxmlformats.org/drawingml/2006/main">
            <a:pathLst>
              <a:path w="70552" h="7688">
                <a:moveTo>
                  <a:pt x="0" y="7688"/>
                </a:moveTo>
                <a:lnTo>
                  <a:pt x="0" y="0"/>
                </a:lnTo>
                <a:lnTo>
                  <a:pt x="70552" y="0"/>
                </a:lnTo>
                <a:lnTo>
                  <a:pt x="70552" y="7688"/>
                </a:lnTo>
                <a:lnTo>
                  <a:pt x="0" y="76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E1E200-C06F-47CF-98A6-0AC1FC4B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191" y="4770249"/>
            <a:ext cx="323652" cy="146627"/>
          </a:xfrm>
          <a:custGeom xmlns:a="http://schemas.openxmlformats.org/drawingml/2006/main">
            <a:pathLst>
              <a:path w="323652" h="146627">
                <a:moveTo>
                  <a:pt x="0" y="0"/>
                </a:moveTo>
                <a:lnTo>
                  <a:pt x="323652" y="0"/>
                </a:lnTo>
                <a:lnTo>
                  <a:pt x="323652" y="146627"/>
                </a:lnTo>
                <a:lnTo>
                  <a:pt x="0" y="1466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Text B">
            <a:extLst xmlns:a="http://schemas.openxmlformats.org/drawingml/2006/main">
              <a:ext uri="{FF2B5EF4-FFF2-40B4-BE49-F238E27FC236}">
                <a16:creationId xmlns:a16="http://schemas.microsoft.com/office/drawing/2014/main" id="{4F5D12DD-08C2-4E54-B5E4-F57EC3D3D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9535" y="4799823"/>
            <a:ext cx="65467" cy="86697"/>
          </a:xfrm>
          <a:custGeom xmlns:a="http://schemas.openxmlformats.org/drawingml/2006/main">
            <a:pathLst>
              <a:path w="65467" h="86697">
                <a:moveTo>
                  <a:pt x="0" y="86697"/>
                </a:moveTo>
                <a:lnTo>
                  <a:pt x="0" y="0"/>
                </a:lnTo>
                <a:lnTo>
                  <a:pt x="32526" y="0"/>
                </a:lnTo>
                <a:cubicBezTo>
                  <a:pt x="39150" y="0"/>
                  <a:pt x="44462" y="875"/>
                  <a:pt x="48464" y="2624"/>
                </a:cubicBezTo>
                <a:cubicBezTo>
                  <a:pt x="52466" y="4374"/>
                  <a:pt x="55600" y="7066"/>
                  <a:pt x="57867" y="10702"/>
                </a:cubicBezTo>
                <a:cubicBezTo>
                  <a:pt x="60134" y="14338"/>
                  <a:pt x="61268" y="18141"/>
                  <a:pt x="61268" y="22112"/>
                </a:cubicBezTo>
                <a:cubicBezTo>
                  <a:pt x="61268" y="25807"/>
                  <a:pt x="60262" y="29287"/>
                  <a:pt x="58252" y="32550"/>
                </a:cubicBezTo>
                <a:cubicBezTo>
                  <a:pt x="56241" y="35813"/>
                  <a:pt x="53205" y="38446"/>
                  <a:pt x="49144" y="40451"/>
                </a:cubicBezTo>
                <a:cubicBezTo>
                  <a:pt x="54388" y="41992"/>
                  <a:pt x="58419" y="44621"/>
                  <a:pt x="61238" y="48337"/>
                </a:cubicBezTo>
                <a:cubicBezTo>
                  <a:pt x="64057" y="52053"/>
                  <a:pt x="65467" y="56440"/>
                  <a:pt x="65467" y="61499"/>
                </a:cubicBezTo>
                <a:cubicBezTo>
                  <a:pt x="65467" y="65571"/>
                  <a:pt x="64609" y="69356"/>
                  <a:pt x="62894" y="72853"/>
                </a:cubicBezTo>
                <a:cubicBezTo>
                  <a:pt x="61179" y="76351"/>
                  <a:pt x="59060" y="79049"/>
                  <a:pt x="56537" y="80946"/>
                </a:cubicBezTo>
                <a:cubicBezTo>
                  <a:pt x="54013" y="82843"/>
                  <a:pt x="50849" y="84276"/>
                  <a:pt x="47045" y="85245"/>
                </a:cubicBezTo>
                <a:cubicBezTo>
                  <a:pt x="43240" y="86213"/>
                  <a:pt x="38578" y="86697"/>
                  <a:pt x="33059" y="86697"/>
                </a:cubicBezTo>
                <a:lnTo>
                  <a:pt x="0" y="86697"/>
                </a:lnTo>
                <a:moveTo>
                  <a:pt x="11473" y="36311"/>
                </a:moveTo>
                <a:lnTo>
                  <a:pt x="30220" y="36311"/>
                </a:lnTo>
                <a:cubicBezTo>
                  <a:pt x="35306" y="36311"/>
                  <a:pt x="38953" y="35978"/>
                  <a:pt x="41161" y="35311"/>
                </a:cubicBezTo>
                <a:cubicBezTo>
                  <a:pt x="44078" y="34450"/>
                  <a:pt x="46276" y="33021"/>
                  <a:pt x="47754" y="31024"/>
                </a:cubicBezTo>
                <a:cubicBezTo>
                  <a:pt x="49233" y="29027"/>
                  <a:pt x="49972" y="26521"/>
                  <a:pt x="49972" y="23506"/>
                </a:cubicBezTo>
                <a:cubicBezTo>
                  <a:pt x="49972" y="20647"/>
                  <a:pt x="49282" y="18132"/>
                  <a:pt x="47902" y="15958"/>
                </a:cubicBezTo>
                <a:cubicBezTo>
                  <a:pt x="46522" y="13785"/>
                  <a:pt x="44551" y="12297"/>
                  <a:pt x="41988" y="11495"/>
                </a:cubicBezTo>
                <a:cubicBezTo>
                  <a:pt x="39426" y="10692"/>
                  <a:pt x="35030" y="10290"/>
                  <a:pt x="28801" y="10290"/>
                </a:cubicBezTo>
                <a:lnTo>
                  <a:pt x="11473" y="10290"/>
                </a:lnTo>
                <a:lnTo>
                  <a:pt x="11473" y="36311"/>
                </a:lnTo>
                <a:moveTo>
                  <a:pt x="11473" y="76407"/>
                </a:moveTo>
                <a:lnTo>
                  <a:pt x="33059" y="76407"/>
                </a:lnTo>
                <a:cubicBezTo>
                  <a:pt x="36765" y="76407"/>
                  <a:pt x="39367" y="76269"/>
                  <a:pt x="40865" y="75993"/>
                </a:cubicBezTo>
                <a:cubicBezTo>
                  <a:pt x="43506" y="75520"/>
                  <a:pt x="45714" y="74732"/>
                  <a:pt x="47488" y="73628"/>
                </a:cubicBezTo>
                <a:cubicBezTo>
                  <a:pt x="49263" y="72524"/>
                  <a:pt x="50721" y="70917"/>
                  <a:pt x="51865" y="68808"/>
                </a:cubicBezTo>
                <a:cubicBezTo>
                  <a:pt x="53008" y="66699"/>
                  <a:pt x="53580" y="64264"/>
                  <a:pt x="53580" y="61504"/>
                </a:cubicBezTo>
                <a:cubicBezTo>
                  <a:pt x="53580" y="58271"/>
                  <a:pt x="52752" y="55462"/>
                  <a:pt x="51096" y="53077"/>
                </a:cubicBezTo>
                <a:cubicBezTo>
                  <a:pt x="49440" y="50692"/>
                  <a:pt x="47143" y="49016"/>
                  <a:pt x="44206" y="48050"/>
                </a:cubicBezTo>
                <a:cubicBezTo>
                  <a:pt x="41269" y="47084"/>
                  <a:pt x="37041" y="46601"/>
                  <a:pt x="31521" y="46601"/>
                </a:cubicBezTo>
                <a:lnTo>
                  <a:pt x="11473" y="46601"/>
                </a:lnTo>
                <a:lnTo>
                  <a:pt x="11473" y="764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66C63E-619F-40CC-A11C-2FACEC7EA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5417" y="4770249"/>
            <a:ext cx="323652" cy="146627"/>
          </a:xfrm>
          <a:custGeom xmlns:a="http://schemas.openxmlformats.org/drawingml/2006/main">
            <a:pathLst>
              <a:path w="323652" h="146627">
                <a:moveTo>
                  <a:pt x="0" y="0"/>
                </a:moveTo>
                <a:lnTo>
                  <a:pt x="323652" y="0"/>
                </a:lnTo>
                <a:lnTo>
                  <a:pt x="323652" y="146627"/>
                </a:lnTo>
                <a:lnTo>
                  <a:pt x="0" y="1466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P">
            <a:extLst xmlns:a="http://schemas.openxmlformats.org/drawingml/2006/main">
              <a:ext uri="{FF2B5EF4-FFF2-40B4-BE49-F238E27FC236}">
                <a16:creationId xmlns:a16="http://schemas.microsoft.com/office/drawing/2014/main" id="{FCD18DED-0FFB-4C7A-992B-F1CB0F45E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6235" y="4799823"/>
            <a:ext cx="66176" cy="86697"/>
          </a:xfrm>
          <a:custGeom xmlns:a="http://schemas.openxmlformats.org/drawingml/2006/main">
            <a:pathLst>
              <a:path w="66176" h="86697">
                <a:moveTo>
                  <a:pt x="0" y="86697"/>
                </a:moveTo>
                <a:lnTo>
                  <a:pt x="0" y="0"/>
                </a:lnTo>
                <a:lnTo>
                  <a:pt x="32704" y="0"/>
                </a:lnTo>
                <a:cubicBezTo>
                  <a:pt x="38460" y="0"/>
                  <a:pt x="42856" y="276"/>
                  <a:pt x="45892" y="828"/>
                </a:cubicBezTo>
                <a:cubicBezTo>
                  <a:pt x="50150" y="1538"/>
                  <a:pt x="53718" y="2888"/>
                  <a:pt x="56596" y="4879"/>
                </a:cubicBezTo>
                <a:cubicBezTo>
                  <a:pt x="59474" y="6870"/>
                  <a:pt x="61790" y="9659"/>
                  <a:pt x="63545" y="13247"/>
                </a:cubicBezTo>
                <a:cubicBezTo>
                  <a:pt x="65299" y="16835"/>
                  <a:pt x="66176" y="20777"/>
                  <a:pt x="66176" y="25075"/>
                </a:cubicBezTo>
                <a:cubicBezTo>
                  <a:pt x="66176" y="32447"/>
                  <a:pt x="63830" y="38687"/>
                  <a:pt x="59139" y="43792"/>
                </a:cubicBezTo>
                <a:cubicBezTo>
                  <a:pt x="54447" y="48898"/>
                  <a:pt x="45970" y="51451"/>
                  <a:pt x="33709" y="51451"/>
                </a:cubicBezTo>
                <a:lnTo>
                  <a:pt x="11473" y="51451"/>
                </a:lnTo>
                <a:lnTo>
                  <a:pt x="11473" y="86697"/>
                </a:lnTo>
                <a:lnTo>
                  <a:pt x="0" y="86697"/>
                </a:lnTo>
                <a:moveTo>
                  <a:pt x="11473" y="41161"/>
                </a:moveTo>
                <a:lnTo>
                  <a:pt x="33886" y="41161"/>
                </a:lnTo>
                <a:cubicBezTo>
                  <a:pt x="41299" y="41161"/>
                  <a:pt x="46562" y="39786"/>
                  <a:pt x="49677" y="37037"/>
                </a:cubicBezTo>
                <a:cubicBezTo>
                  <a:pt x="52791" y="34288"/>
                  <a:pt x="54348" y="30419"/>
                  <a:pt x="54348" y="25431"/>
                </a:cubicBezTo>
                <a:cubicBezTo>
                  <a:pt x="54348" y="21818"/>
                  <a:pt x="53432" y="18725"/>
                  <a:pt x="51599" y="16152"/>
                </a:cubicBezTo>
                <a:cubicBezTo>
                  <a:pt x="49765" y="13580"/>
                  <a:pt x="47350" y="11881"/>
                  <a:pt x="44354" y="11055"/>
                </a:cubicBezTo>
                <a:cubicBezTo>
                  <a:pt x="42422" y="10545"/>
                  <a:pt x="38854" y="10290"/>
                  <a:pt x="33650" y="10290"/>
                </a:cubicBezTo>
                <a:lnTo>
                  <a:pt x="11473" y="10290"/>
                </a:lnTo>
                <a:lnTo>
                  <a:pt x="11473" y="411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3AAEFF-095D-4642-A310-C7444F67F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1644" y="4770249"/>
            <a:ext cx="323652" cy="146627"/>
          </a:xfrm>
          <a:custGeom xmlns:a="http://schemas.openxmlformats.org/drawingml/2006/main">
            <a:pathLst>
              <a:path w="323652" h="146627">
                <a:moveTo>
                  <a:pt x="0" y="0"/>
                </a:moveTo>
                <a:lnTo>
                  <a:pt x="323652" y="0"/>
                </a:lnTo>
                <a:lnTo>
                  <a:pt x="323652" y="146627"/>
                </a:lnTo>
                <a:lnTo>
                  <a:pt x="0" y="1466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Text E">
            <a:extLst xmlns:a="http://schemas.openxmlformats.org/drawingml/2006/main">
              <a:ext uri="{FF2B5EF4-FFF2-40B4-BE49-F238E27FC236}">
                <a16:creationId xmlns:a16="http://schemas.microsoft.com/office/drawing/2014/main" id="{8237D199-AECA-4034-BFDF-397C72BB8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2698" y="4799823"/>
            <a:ext cx="64698" cy="86697"/>
          </a:xfrm>
          <a:custGeom xmlns:a="http://schemas.openxmlformats.org/drawingml/2006/main">
            <a:pathLst>
              <a:path w="64698" h="86697">
                <a:moveTo>
                  <a:pt x="0" y="86697"/>
                </a:moveTo>
                <a:lnTo>
                  <a:pt x="0" y="0"/>
                </a:lnTo>
                <a:lnTo>
                  <a:pt x="62687" y="0"/>
                </a:lnTo>
                <a:lnTo>
                  <a:pt x="62687" y="10290"/>
                </a:lnTo>
                <a:lnTo>
                  <a:pt x="11473" y="10290"/>
                </a:lnTo>
                <a:lnTo>
                  <a:pt x="11473" y="36666"/>
                </a:lnTo>
                <a:lnTo>
                  <a:pt x="59434" y="36666"/>
                </a:lnTo>
                <a:lnTo>
                  <a:pt x="59434" y="46956"/>
                </a:lnTo>
                <a:lnTo>
                  <a:pt x="11473" y="46956"/>
                </a:lnTo>
                <a:lnTo>
                  <a:pt x="11473" y="76407"/>
                </a:lnTo>
                <a:lnTo>
                  <a:pt x="64698" y="76407"/>
                </a:lnTo>
                <a:lnTo>
                  <a:pt x="64698" y="86697"/>
                </a:lnTo>
                <a:lnTo>
                  <a:pt x="0" y="866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AECB6B-06A5-4643-BE6C-0C601C43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275" y="52690"/>
            <a:ext cx="323652" cy="146627"/>
          </a:xfrm>
          <a:custGeom xmlns:a="http://schemas.openxmlformats.org/drawingml/2006/main">
            <a:pathLst>
              <a:path w="323652" h="146627">
                <a:moveTo>
                  <a:pt x="0" y="0"/>
                </a:moveTo>
                <a:lnTo>
                  <a:pt x="323652" y="0"/>
                </a:lnTo>
                <a:lnTo>
                  <a:pt x="323652" y="146627"/>
                </a:lnTo>
                <a:lnTo>
                  <a:pt x="0" y="1466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Text B">
            <a:extLst xmlns:a="http://schemas.openxmlformats.org/drawingml/2006/main">
              <a:ext uri="{FF2B5EF4-FFF2-40B4-BE49-F238E27FC236}">
                <a16:creationId xmlns:a16="http://schemas.microsoft.com/office/drawing/2014/main" id="{2B2337D3-DA08-4ED2-A9F1-69249B876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620" y="82264"/>
            <a:ext cx="65467" cy="86697"/>
          </a:xfrm>
          <a:custGeom xmlns:a="http://schemas.openxmlformats.org/drawingml/2006/main">
            <a:pathLst>
              <a:path w="65467" h="86697">
                <a:moveTo>
                  <a:pt x="0" y="86697"/>
                </a:moveTo>
                <a:lnTo>
                  <a:pt x="0" y="0"/>
                </a:lnTo>
                <a:lnTo>
                  <a:pt x="32526" y="0"/>
                </a:lnTo>
                <a:cubicBezTo>
                  <a:pt x="39150" y="0"/>
                  <a:pt x="44462" y="875"/>
                  <a:pt x="48464" y="2624"/>
                </a:cubicBezTo>
                <a:cubicBezTo>
                  <a:pt x="52466" y="4374"/>
                  <a:pt x="55600" y="7066"/>
                  <a:pt x="57867" y="10702"/>
                </a:cubicBezTo>
                <a:cubicBezTo>
                  <a:pt x="60134" y="14338"/>
                  <a:pt x="61268" y="18141"/>
                  <a:pt x="61268" y="22112"/>
                </a:cubicBezTo>
                <a:cubicBezTo>
                  <a:pt x="61268" y="25807"/>
                  <a:pt x="60262" y="29287"/>
                  <a:pt x="58252" y="32550"/>
                </a:cubicBezTo>
                <a:cubicBezTo>
                  <a:pt x="56241" y="35813"/>
                  <a:pt x="53205" y="38446"/>
                  <a:pt x="49144" y="40451"/>
                </a:cubicBezTo>
                <a:cubicBezTo>
                  <a:pt x="54388" y="41992"/>
                  <a:pt x="58419" y="44621"/>
                  <a:pt x="61238" y="48337"/>
                </a:cubicBezTo>
                <a:cubicBezTo>
                  <a:pt x="64057" y="52053"/>
                  <a:pt x="65467" y="56440"/>
                  <a:pt x="65467" y="61499"/>
                </a:cubicBezTo>
                <a:cubicBezTo>
                  <a:pt x="65467" y="65571"/>
                  <a:pt x="64609" y="69356"/>
                  <a:pt x="62894" y="72853"/>
                </a:cubicBezTo>
                <a:cubicBezTo>
                  <a:pt x="61179" y="76351"/>
                  <a:pt x="59060" y="79049"/>
                  <a:pt x="56537" y="80946"/>
                </a:cubicBezTo>
                <a:cubicBezTo>
                  <a:pt x="54013" y="82843"/>
                  <a:pt x="50849" y="84276"/>
                  <a:pt x="47045" y="85245"/>
                </a:cubicBezTo>
                <a:cubicBezTo>
                  <a:pt x="43240" y="86213"/>
                  <a:pt x="38578" y="86697"/>
                  <a:pt x="33059" y="86697"/>
                </a:cubicBezTo>
                <a:lnTo>
                  <a:pt x="0" y="86697"/>
                </a:lnTo>
                <a:moveTo>
                  <a:pt x="11473" y="36311"/>
                </a:moveTo>
                <a:lnTo>
                  <a:pt x="30220" y="36311"/>
                </a:lnTo>
                <a:cubicBezTo>
                  <a:pt x="35306" y="36311"/>
                  <a:pt x="38953" y="35978"/>
                  <a:pt x="41161" y="35311"/>
                </a:cubicBezTo>
                <a:cubicBezTo>
                  <a:pt x="44078" y="34450"/>
                  <a:pt x="46276" y="33021"/>
                  <a:pt x="47754" y="31024"/>
                </a:cubicBezTo>
                <a:cubicBezTo>
                  <a:pt x="49233" y="29027"/>
                  <a:pt x="49972" y="26521"/>
                  <a:pt x="49972" y="23506"/>
                </a:cubicBezTo>
                <a:cubicBezTo>
                  <a:pt x="49972" y="20647"/>
                  <a:pt x="49282" y="18132"/>
                  <a:pt x="47902" y="15958"/>
                </a:cubicBezTo>
                <a:cubicBezTo>
                  <a:pt x="46522" y="13785"/>
                  <a:pt x="44551" y="12297"/>
                  <a:pt x="41988" y="11495"/>
                </a:cubicBezTo>
                <a:cubicBezTo>
                  <a:pt x="39426" y="10692"/>
                  <a:pt x="35030" y="10290"/>
                  <a:pt x="28801" y="10290"/>
                </a:cubicBezTo>
                <a:lnTo>
                  <a:pt x="11473" y="10290"/>
                </a:lnTo>
                <a:lnTo>
                  <a:pt x="11473" y="36311"/>
                </a:lnTo>
                <a:moveTo>
                  <a:pt x="11473" y="76407"/>
                </a:moveTo>
                <a:lnTo>
                  <a:pt x="33059" y="76407"/>
                </a:lnTo>
                <a:cubicBezTo>
                  <a:pt x="36765" y="76407"/>
                  <a:pt x="39367" y="76269"/>
                  <a:pt x="40865" y="75993"/>
                </a:cubicBezTo>
                <a:cubicBezTo>
                  <a:pt x="43506" y="75520"/>
                  <a:pt x="45714" y="74732"/>
                  <a:pt x="47488" y="73628"/>
                </a:cubicBezTo>
                <a:cubicBezTo>
                  <a:pt x="49263" y="72524"/>
                  <a:pt x="50721" y="70917"/>
                  <a:pt x="51865" y="68808"/>
                </a:cubicBezTo>
                <a:cubicBezTo>
                  <a:pt x="53008" y="66699"/>
                  <a:pt x="53580" y="64264"/>
                  <a:pt x="53580" y="61504"/>
                </a:cubicBezTo>
                <a:cubicBezTo>
                  <a:pt x="53580" y="58271"/>
                  <a:pt x="52752" y="55462"/>
                  <a:pt x="51096" y="53077"/>
                </a:cubicBezTo>
                <a:cubicBezTo>
                  <a:pt x="49440" y="50692"/>
                  <a:pt x="47143" y="49016"/>
                  <a:pt x="44206" y="48050"/>
                </a:cubicBezTo>
                <a:cubicBezTo>
                  <a:pt x="41269" y="47084"/>
                  <a:pt x="37041" y="46601"/>
                  <a:pt x="31521" y="46601"/>
                </a:cubicBezTo>
                <a:lnTo>
                  <a:pt x="11473" y="46601"/>
                </a:lnTo>
                <a:lnTo>
                  <a:pt x="11473" y="764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569D37-5FD0-44FB-AB8B-4D71E9FCA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502" y="52690"/>
            <a:ext cx="323652" cy="146627"/>
          </a:xfrm>
          <a:custGeom xmlns:a="http://schemas.openxmlformats.org/drawingml/2006/main">
            <a:pathLst>
              <a:path w="323652" h="146627">
                <a:moveTo>
                  <a:pt x="0" y="0"/>
                </a:moveTo>
                <a:lnTo>
                  <a:pt x="323652" y="0"/>
                </a:lnTo>
                <a:lnTo>
                  <a:pt x="323652" y="146627"/>
                </a:lnTo>
                <a:lnTo>
                  <a:pt x="0" y="1466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e">
            <a:extLst xmlns:a="http://schemas.openxmlformats.org/drawingml/2006/main">
              <a:ext uri="{FF2B5EF4-FFF2-40B4-BE49-F238E27FC236}">
                <a16:creationId xmlns:a16="http://schemas.microsoft.com/office/drawing/2014/main" id="{16478E48-A965-4F7E-BF2F-F86F6FBB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117" y="104737"/>
            <a:ext cx="57897" cy="65644"/>
          </a:xfrm>
          <a:custGeom xmlns:a="http://schemas.openxmlformats.org/drawingml/2006/main">
            <a:pathLst>
              <a:path w="57897" h="65644">
                <a:moveTo>
                  <a:pt x="46542" y="43881"/>
                </a:moveTo>
                <a:lnTo>
                  <a:pt x="57542" y="45300"/>
                </a:lnTo>
                <a:cubicBezTo>
                  <a:pt x="55807" y="51745"/>
                  <a:pt x="52594" y="56747"/>
                  <a:pt x="47902" y="60307"/>
                </a:cubicBezTo>
                <a:cubicBezTo>
                  <a:pt x="43211" y="63865"/>
                  <a:pt x="37218" y="65644"/>
                  <a:pt x="29924" y="65644"/>
                </a:cubicBezTo>
                <a:cubicBezTo>
                  <a:pt x="20738" y="65644"/>
                  <a:pt x="13454" y="62815"/>
                  <a:pt x="8072" y="57158"/>
                </a:cubicBezTo>
                <a:cubicBezTo>
                  <a:pt x="2691" y="51500"/>
                  <a:pt x="0" y="43566"/>
                  <a:pt x="0" y="33354"/>
                </a:cubicBezTo>
                <a:cubicBezTo>
                  <a:pt x="0" y="22788"/>
                  <a:pt x="2720" y="14588"/>
                  <a:pt x="8161" y="8753"/>
                </a:cubicBezTo>
                <a:cubicBezTo>
                  <a:pt x="13602" y="2918"/>
                  <a:pt x="20659" y="0"/>
                  <a:pt x="29333" y="0"/>
                </a:cubicBezTo>
                <a:cubicBezTo>
                  <a:pt x="37730" y="0"/>
                  <a:pt x="44591" y="2854"/>
                  <a:pt x="49913" y="8562"/>
                </a:cubicBezTo>
                <a:cubicBezTo>
                  <a:pt x="55236" y="14269"/>
                  <a:pt x="57897" y="22298"/>
                  <a:pt x="57897" y="32650"/>
                </a:cubicBezTo>
                <a:cubicBezTo>
                  <a:pt x="57897" y="33280"/>
                  <a:pt x="57877" y="34224"/>
                  <a:pt x="57838" y="35483"/>
                </a:cubicBezTo>
                <a:lnTo>
                  <a:pt x="11000" y="35483"/>
                </a:lnTo>
                <a:cubicBezTo>
                  <a:pt x="11394" y="42402"/>
                  <a:pt x="13346" y="47700"/>
                  <a:pt x="16855" y="51377"/>
                </a:cubicBezTo>
                <a:cubicBezTo>
                  <a:pt x="20363" y="55053"/>
                  <a:pt x="24740" y="56891"/>
                  <a:pt x="29983" y="56891"/>
                </a:cubicBezTo>
                <a:cubicBezTo>
                  <a:pt x="33886" y="56891"/>
                  <a:pt x="37218" y="55857"/>
                  <a:pt x="39978" y="53788"/>
                </a:cubicBezTo>
                <a:cubicBezTo>
                  <a:pt x="42738" y="51719"/>
                  <a:pt x="44926" y="48416"/>
                  <a:pt x="46542" y="43881"/>
                </a:cubicBezTo>
                <a:moveTo>
                  <a:pt x="11591" y="26731"/>
                </a:moveTo>
                <a:lnTo>
                  <a:pt x="46660" y="26731"/>
                </a:lnTo>
                <a:cubicBezTo>
                  <a:pt x="46187" y="21465"/>
                  <a:pt x="44847" y="17516"/>
                  <a:pt x="42639" y="14883"/>
                </a:cubicBezTo>
                <a:cubicBezTo>
                  <a:pt x="39248" y="10796"/>
                  <a:pt x="34852" y="8753"/>
                  <a:pt x="29451" y="8753"/>
                </a:cubicBezTo>
                <a:cubicBezTo>
                  <a:pt x="24562" y="8753"/>
                  <a:pt x="20452" y="10384"/>
                  <a:pt x="17121" y="13646"/>
                </a:cubicBezTo>
                <a:cubicBezTo>
                  <a:pt x="13789" y="16908"/>
                  <a:pt x="11946" y="21269"/>
                  <a:pt x="11591" y="267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FF13C6-39B3-4D24-A5FF-80E25354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729" y="52690"/>
            <a:ext cx="323652" cy="146627"/>
          </a:xfrm>
          <a:custGeom xmlns:a="http://schemas.openxmlformats.org/drawingml/2006/main">
            <a:pathLst>
              <a:path w="323652" h="146627">
                <a:moveTo>
                  <a:pt x="0" y="0"/>
                </a:moveTo>
                <a:lnTo>
                  <a:pt x="323652" y="0"/>
                </a:lnTo>
                <a:lnTo>
                  <a:pt x="323652" y="146627"/>
                </a:lnTo>
                <a:lnTo>
                  <a:pt x="0" y="1466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Text t">
            <a:extLst xmlns:a="http://schemas.openxmlformats.org/drawingml/2006/main">
              <a:ext uri="{FF2B5EF4-FFF2-40B4-BE49-F238E27FC236}">
                <a16:creationId xmlns:a16="http://schemas.microsoft.com/office/drawing/2014/main" id="{DB8B8B74-9850-43EC-A2B4-993721E80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875" y="84216"/>
            <a:ext cx="30634" cy="85574"/>
          </a:xfrm>
          <a:custGeom xmlns:a="http://schemas.openxmlformats.org/drawingml/2006/main">
            <a:pathLst>
              <a:path w="30634" h="85574">
                <a:moveTo>
                  <a:pt x="29096" y="75224"/>
                </a:moveTo>
                <a:lnTo>
                  <a:pt x="30634" y="84627"/>
                </a:lnTo>
                <a:cubicBezTo>
                  <a:pt x="27637" y="85258"/>
                  <a:pt x="24957" y="85574"/>
                  <a:pt x="22591" y="85574"/>
                </a:cubicBezTo>
                <a:cubicBezTo>
                  <a:pt x="18727" y="85574"/>
                  <a:pt x="15731" y="84963"/>
                  <a:pt x="13602" y="83740"/>
                </a:cubicBezTo>
                <a:cubicBezTo>
                  <a:pt x="11473" y="82518"/>
                  <a:pt x="9975" y="80912"/>
                  <a:pt x="9107" y="78921"/>
                </a:cubicBezTo>
                <a:cubicBezTo>
                  <a:pt x="8240" y="76930"/>
                  <a:pt x="7806" y="72741"/>
                  <a:pt x="7806" y="66354"/>
                </a:cubicBezTo>
                <a:lnTo>
                  <a:pt x="7806" y="30220"/>
                </a:lnTo>
                <a:lnTo>
                  <a:pt x="0" y="30220"/>
                </a:lnTo>
                <a:lnTo>
                  <a:pt x="0" y="21940"/>
                </a:lnTo>
                <a:lnTo>
                  <a:pt x="7806" y="21940"/>
                </a:lnTo>
                <a:lnTo>
                  <a:pt x="7806" y="6387"/>
                </a:lnTo>
                <a:lnTo>
                  <a:pt x="18392" y="0"/>
                </a:lnTo>
                <a:lnTo>
                  <a:pt x="18392" y="21940"/>
                </a:lnTo>
                <a:lnTo>
                  <a:pt x="29096" y="21940"/>
                </a:lnTo>
                <a:lnTo>
                  <a:pt x="29096" y="30220"/>
                </a:lnTo>
                <a:lnTo>
                  <a:pt x="18392" y="30220"/>
                </a:lnTo>
                <a:lnTo>
                  <a:pt x="18392" y="66945"/>
                </a:lnTo>
                <a:cubicBezTo>
                  <a:pt x="18392" y="69981"/>
                  <a:pt x="18579" y="71932"/>
                  <a:pt x="18954" y="72800"/>
                </a:cubicBezTo>
                <a:cubicBezTo>
                  <a:pt x="19328" y="73667"/>
                  <a:pt x="19940" y="74357"/>
                  <a:pt x="20787" y="74870"/>
                </a:cubicBezTo>
                <a:cubicBezTo>
                  <a:pt x="21635" y="75382"/>
                  <a:pt x="22847" y="75638"/>
                  <a:pt x="24424" y="75638"/>
                </a:cubicBezTo>
                <a:cubicBezTo>
                  <a:pt x="25607" y="75638"/>
                  <a:pt x="27164" y="75500"/>
                  <a:pt x="29096" y="7522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E718FB-7DE6-43CF-B09E-D8E3CF98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182" y="52690"/>
            <a:ext cx="323652" cy="146627"/>
          </a:xfrm>
          <a:custGeom xmlns:a="http://schemas.openxmlformats.org/drawingml/2006/main">
            <a:pathLst>
              <a:path w="323652" h="146627">
                <a:moveTo>
                  <a:pt x="0" y="0"/>
                </a:moveTo>
                <a:lnTo>
                  <a:pt x="323652" y="0"/>
                </a:lnTo>
                <a:lnTo>
                  <a:pt x="323652" y="146627"/>
                </a:lnTo>
                <a:lnTo>
                  <a:pt x="0" y="1466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Text e">
            <a:extLst xmlns:a="http://schemas.openxmlformats.org/drawingml/2006/main">
              <a:ext uri="{FF2B5EF4-FFF2-40B4-BE49-F238E27FC236}">
                <a16:creationId xmlns:a16="http://schemas.microsoft.com/office/drawing/2014/main" id="{CE4CAE99-58F8-4769-930A-04217EB5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797" y="104737"/>
            <a:ext cx="57897" cy="65644"/>
          </a:xfrm>
          <a:custGeom xmlns:a="http://schemas.openxmlformats.org/drawingml/2006/main">
            <a:pathLst>
              <a:path w="57897" h="65644">
                <a:moveTo>
                  <a:pt x="46542" y="43881"/>
                </a:moveTo>
                <a:lnTo>
                  <a:pt x="57542" y="45300"/>
                </a:lnTo>
                <a:cubicBezTo>
                  <a:pt x="55807" y="51745"/>
                  <a:pt x="52594" y="56747"/>
                  <a:pt x="47902" y="60307"/>
                </a:cubicBezTo>
                <a:cubicBezTo>
                  <a:pt x="43211" y="63865"/>
                  <a:pt x="37218" y="65644"/>
                  <a:pt x="29924" y="65644"/>
                </a:cubicBezTo>
                <a:cubicBezTo>
                  <a:pt x="20738" y="65644"/>
                  <a:pt x="13454" y="62815"/>
                  <a:pt x="8072" y="57158"/>
                </a:cubicBezTo>
                <a:cubicBezTo>
                  <a:pt x="2691" y="51500"/>
                  <a:pt x="0" y="43566"/>
                  <a:pt x="0" y="33354"/>
                </a:cubicBezTo>
                <a:cubicBezTo>
                  <a:pt x="0" y="22788"/>
                  <a:pt x="2720" y="14588"/>
                  <a:pt x="8161" y="8753"/>
                </a:cubicBezTo>
                <a:cubicBezTo>
                  <a:pt x="13602" y="2918"/>
                  <a:pt x="20659" y="0"/>
                  <a:pt x="29333" y="0"/>
                </a:cubicBezTo>
                <a:cubicBezTo>
                  <a:pt x="37730" y="0"/>
                  <a:pt x="44591" y="2854"/>
                  <a:pt x="49913" y="8562"/>
                </a:cubicBezTo>
                <a:cubicBezTo>
                  <a:pt x="55236" y="14269"/>
                  <a:pt x="57897" y="22298"/>
                  <a:pt x="57897" y="32650"/>
                </a:cubicBezTo>
                <a:cubicBezTo>
                  <a:pt x="57897" y="33280"/>
                  <a:pt x="57877" y="34224"/>
                  <a:pt x="57838" y="35483"/>
                </a:cubicBezTo>
                <a:lnTo>
                  <a:pt x="11000" y="35483"/>
                </a:lnTo>
                <a:cubicBezTo>
                  <a:pt x="11394" y="42402"/>
                  <a:pt x="13346" y="47700"/>
                  <a:pt x="16855" y="51377"/>
                </a:cubicBezTo>
                <a:cubicBezTo>
                  <a:pt x="20363" y="55053"/>
                  <a:pt x="24740" y="56891"/>
                  <a:pt x="29983" y="56891"/>
                </a:cubicBezTo>
                <a:cubicBezTo>
                  <a:pt x="33886" y="56891"/>
                  <a:pt x="37218" y="55857"/>
                  <a:pt x="39978" y="53788"/>
                </a:cubicBezTo>
                <a:cubicBezTo>
                  <a:pt x="42738" y="51719"/>
                  <a:pt x="44926" y="48416"/>
                  <a:pt x="46542" y="43881"/>
                </a:cubicBezTo>
                <a:moveTo>
                  <a:pt x="11591" y="26731"/>
                </a:moveTo>
                <a:lnTo>
                  <a:pt x="46660" y="26731"/>
                </a:lnTo>
                <a:cubicBezTo>
                  <a:pt x="46187" y="21465"/>
                  <a:pt x="44847" y="17516"/>
                  <a:pt x="42639" y="14883"/>
                </a:cubicBezTo>
                <a:cubicBezTo>
                  <a:pt x="39248" y="10796"/>
                  <a:pt x="34852" y="8753"/>
                  <a:pt x="29451" y="8753"/>
                </a:cubicBezTo>
                <a:cubicBezTo>
                  <a:pt x="24562" y="8753"/>
                  <a:pt x="20452" y="10384"/>
                  <a:pt x="17121" y="13646"/>
                </a:cubicBezTo>
                <a:cubicBezTo>
                  <a:pt x="13789" y="16908"/>
                  <a:pt x="11946" y="21269"/>
                  <a:pt x="11591" y="2673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A0F575-3668-4798-867E-E578E47B7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955" y="52690"/>
            <a:ext cx="323652" cy="146627"/>
          </a:xfrm>
          <a:custGeom xmlns:a="http://schemas.openxmlformats.org/drawingml/2006/main">
            <a:pathLst>
              <a:path w="323652" h="146627">
                <a:moveTo>
                  <a:pt x="0" y="0"/>
                </a:moveTo>
                <a:lnTo>
                  <a:pt x="323652" y="0"/>
                </a:lnTo>
                <a:lnTo>
                  <a:pt x="323652" y="146627"/>
                </a:lnTo>
                <a:lnTo>
                  <a:pt x="0" y="1466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t">
            <a:extLst xmlns:a="http://schemas.openxmlformats.org/drawingml/2006/main">
              <a:ext uri="{FF2B5EF4-FFF2-40B4-BE49-F238E27FC236}">
                <a16:creationId xmlns:a16="http://schemas.microsoft.com/office/drawing/2014/main" id="{BBF58A3A-C6DE-43E3-B671-418F4F80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102" y="84216"/>
            <a:ext cx="30634" cy="85574"/>
          </a:xfrm>
          <a:custGeom xmlns:a="http://schemas.openxmlformats.org/drawingml/2006/main">
            <a:pathLst>
              <a:path w="30634" h="85574">
                <a:moveTo>
                  <a:pt x="29096" y="75224"/>
                </a:moveTo>
                <a:lnTo>
                  <a:pt x="30634" y="84627"/>
                </a:lnTo>
                <a:cubicBezTo>
                  <a:pt x="27637" y="85258"/>
                  <a:pt x="24957" y="85574"/>
                  <a:pt x="22591" y="85574"/>
                </a:cubicBezTo>
                <a:cubicBezTo>
                  <a:pt x="18727" y="85574"/>
                  <a:pt x="15731" y="84963"/>
                  <a:pt x="13602" y="83740"/>
                </a:cubicBezTo>
                <a:cubicBezTo>
                  <a:pt x="11473" y="82518"/>
                  <a:pt x="9975" y="80912"/>
                  <a:pt x="9107" y="78921"/>
                </a:cubicBezTo>
                <a:cubicBezTo>
                  <a:pt x="8240" y="76930"/>
                  <a:pt x="7806" y="72741"/>
                  <a:pt x="7806" y="66354"/>
                </a:cubicBezTo>
                <a:lnTo>
                  <a:pt x="7806" y="30220"/>
                </a:lnTo>
                <a:lnTo>
                  <a:pt x="0" y="30220"/>
                </a:lnTo>
                <a:lnTo>
                  <a:pt x="0" y="21940"/>
                </a:lnTo>
                <a:lnTo>
                  <a:pt x="7806" y="21940"/>
                </a:lnTo>
                <a:lnTo>
                  <a:pt x="7806" y="6387"/>
                </a:lnTo>
                <a:lnTo>
                  <a:pt x="18392" y="0"/>
                </a:lnTo>
                <a:lnTo>
                  <a:pt x="18392" y="21940"/>
                </a:lnTo>
                <a:lnTo>
                  <a:pt x="29096" y="21940"/>
                </a:lnTo>
                <a:lnTo>
                  <a:pt x="29096" y="30220"/>
                </a:lnTo>
                <a:lnTo>
                  <a:pt x="18392" y="30220"/>
                </a:lnTo>
                <a:lnTo>
                  <a:pt x="18392" y="66945"/>
                </a:lnTo>
                <a:cubicBezTo>
                  <a:pt x="18392" y="69981"/>
                  <a:pt x="18579" y="71932"/>
                  <a:pt x="18954" y="72800"/>
                </a:cubicBezTo>
                <a:cubicBezTo>
                  <a:pt x="19328" y="73667"/>
                  <a:pt x="19940" y="74357"/>
                  <a:pt x="20787" y="74870"/>
                </a:cubicBezTo>
                <a:cubicBezTo>
                  <a:pt x="21635" y="75382"/>
                  <a:pt x="22847" y="75638"/>
                  <a:pt x="24424" y="75638"/>
                </a:cubicBezTo>
                <a:cubicBezTo>
                  <a:pt x="25607" y="75638"/>
                  <a:pt x="27164" y="75500"/>
                  <a:pt x="29096" y="7522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E1CD9F-069E-4127-9982-DE9C3B82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9409" y="52690"/>
            <a:ext cx="323652" cy="146627"/>
          </a:xfrm>
          <a:custGeom xmlns:a="http://schemas.openxmlformats.org/drawingml/2006/main">
            <a:pathLst>
              <a:path w="323652" h="146627">
                <a:moveTo>
                  <a:pt x="0" y="0"/>
                </a:moveTo>
                <a:lnTo>
                  <a:pt x="323652" y="0"/>
                </a:lnTo>
                <a:lnTo>
                  <a:pt x="323652" y="146627"/>
                </a:lnTo>
                <a:lnTo>
                  <a:pt x="0" y="1466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Text r">
            <a:extLst xmlns:a="http://schemas.openxmlformats.org/drawingml/2006/main">
              <a:ext uri="{FF2B5EF4-FFF2-40B4-BE49-F238E27FC236}">
                <a16:creationId xmlns:a16="http://schemas.microsoft.com/office/drawing/2014/main" id="{AAE75C99-12E1-40C6-B102-E2616407F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8954" y="104737"/>
            <a:ext cx="34123" cy="64225"/>
          </a:xfrm>
          <a:custGeom xmlns:a="http://schemas.openxmlformats.org/drawingml/2006/main">
            <a:pathLst>
              <a:path w="34123" h="64225">
                <a:moveTo>
                  <a:pt x="0" y="64225"/>
                </a:moveTo>
                <a:lnTo>
                  <a:pt x="0" y="1419"/>
                </a:lnTo>
                <a:lnTo>
                  <a:pt x="9580" y="1419"/>
                </a:lnTo>
                <a:lnTo>
                  <a:pt x="9580" y="10941"/>
                </a:lnTo>
                <a:cubicBezTo>
                  <a:pt x="12025" y="6486"/>
                  <a:pt x="14282" y="3548"/>
                  <a:pt x="16352" y="2129"/>
                </a:cubicBezTo>
                <a:cubicBezTo>
                  <a:pt x="18422" y="710"/>
                  <a:pt x="20699" y="0"/>
                  <a:pt x="23182" y="0"/>
                </a:cubicBezTo>
                <a:cubicBezTo>
                  <a:pt x="26770" y="0"/>
                  <a:pt x="30417" y="1143"/>
                  <a:pt x="34123" y="3430"/>
                </a:cubicBezTo>
                <a:lnTo>
                  <a:pt x="30456" y="13299"/>
                </a:lnTo>
                <a:cubicBezTo>
                  <a:pt x="27854" y="11766"/>
                  <a:pt x="25252" y="11000"/>
                  <a:pt x="22650" y="11000"/>
                </a:cubicBezTo>
                <a:cubicBezTo>
                  <a:pt x="20324" y="11000"/>
                  <a:pt x="18234" y="11700"/>
                  <a:pt x="16381" y="13099"/>
                </a:cubicBezTo>
                <a:cubicBezTo>
                  <a:pt x="14528" y="14499"/>
                  <a:pt x="13208" y="16441"/>
                  <a:pt x="12419" y="18924"/>
                </a:cubicBezTo>
                <a:cubicBezTo>
                  <a:pt x="11236" y="22709"/>
                  <a:pt x="10645" y="26849"/>
                  <a:pt x="10645" y="31344"/>
                </a:cubicBezTo>
                <a:lnTo>
                  <a:pt x="10645" y="64225"/>
                </a:lnTo>
                <a:lnTo>
                  <a:pt x="0" y="642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BDC09A-334F-4E9C-B269-E4BB24E9D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5636" y="52690"/>
            <a:ext cx="323652" cy="146627"/>
          </a:xfrm>
          <a:custGeom xmlns:a="http://schemas.openxmlformats.org/drawingml/2006/main">
            <a:pathLst>
              <a:path w="323652" h="146627">
                <a:moveTo>
                  <a:pt x="0" y="0"/>
                </a:moveTo>
                <a:lnTo>
                  <a:pt x="323652" y="0"/>
                </a:lnTo>
                <a:lnTo>
                  <a:pt x="323652" y="146627"/>
                </a:lnTo>
                <a:lnTo>
                  <a:pt x="0" y="1466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Text _">
            <a:extLst xmlns:a="http://schemas.openxmlformats.org/drawingml/2006/main">
              <a:ext uri="{FF2B5EF4-FFF2-40B4-BE49-F238E27FC236}">
                <a16:creationId xmlns:a16="http://schemas.microsoft.com/office/drawing/2014/main" id="{274F3DD8-BE47-4A55-8518-C25B0E6F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1982" y="185402"/>
            <a:ext cx="70552" cy="7688"/>
          </a:xfrm>
          <a:custGeom xmlns:a="http://schemas.openxmlformats.org/drawingml/2006/main">
            <a:pathLst>
              <a:path w="70552" h="7688">
                <a:moveTo>
                  <a:pt x="0" y="7688"/>
                </a:moveTo>
                <a:lnTo>
                  <a:pt x="0" y="0"/>
                </a:lnTo>
                <a:lnTo>
                  <a:pt x="70552" y="0"/>
                </a:lnTo>
                <a:lnTo>
                  <a:pt x="70552" y="7688"/>
                </a:lnTo>
                <a:lnTo>
                  <a:pt x="0" y="76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84FD79-876F-4D64-9875-DF7158900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1862" y="52690"/>
            <a:ext cx="323652" cy="146627"/>
          </a:xfrm>
          <a:custGeom xmlns:a="http://schemas.openxmlformats.org/drawingml/2006/main">
            <a:pathLst>
              <a:path w="323652" h="146627">
                <a:moveTo>
                  <a:pt x="0" y="0"/>
                </a:moveTo>
                <a:lnTo>
                  <a:pt x="323652" y="0"/>
                </a:lnTo>
                <a:lnTo>
                  <a:pt x="323652" y="146627"/>
                </a:lnTo>
                <a:lnTo>
                  <a:pt x="0" y="1466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t">
            <a:extLst xmlns:a="http://schemas.openxmlformats.org/drawingml/2006/main">
              <a:ext uri="{FF2B5EF4-FFF2-40B4-BE49-F238E27FC236}">
                <a16:creationId xmlns:a16="http://schemas.microsoft.com/office/drawing/2014/main" id="{1E2AC41B-E253-415A-BDFE-11012C8FC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9009" y="84216"/>
            <a:ext cx="30634" cy="85574"/>
          </a:xfrm>
          <a:custGeom xmlns:a="http://schemas.openxmlformats.org/drawingml/2006/main">
            <a:pathLst>
              <a:path w="30634" h="85574">
                <a:moveTo>
                  <a:pt x="29096" y="75224"/>
                </a:moveTo>
                <a:lnTo>
                  <a:pt x="30634" y="84627"/>
                </a:lnTo>
                <a:cubicBezTo>
                  <a:pt x="27637" y="85258"/>
                  <a:pt x="24957" y="85574"/>
                  <a:pt x="22591" y="85574"/>
                </a:cubicBezTo>
                <a:cubicBezTo>
                  <a:pt x="18727" y="85574"/>
                  <a:pt x="15731" y="84963"/>
                  <a:pt x="13602" y="83740"/>
                </a:cubicBezTo>
                <a:cubicBezTo>
                  <a:pt x="11473" y="82518"/>
                  <a:pt x="9975" y="80912"/>
                  <a:pt x="9107" y="78921"/>
                </a:cubicBezTo>
                <a:cubicBezTo>
                  <a:pt x="8240" y="76930"/>
                  <a:pt x="7806" y="72741"/>
                  <a:pt x="7806" y="66354"/>
                </a:cubicBezTo>
                <a:lnTo>
                  <a:pt x="7806" y="30220"/>
                </a:lnTo>
                <a:lnTo>
                  <a:pt x="0" y="30220"/>
                </a:lnTo>
                <a:lnTo>
                  <a:pt x="0" y="21940"/>
                </a:lnTo>
                <a:lnTo>
                  <a:pt x="7806" y="21940"/>
                </a:lnTo>
                <a:lnTo>
                  <a:pt x="7806" y="6387"/>
                </a:lnTo>
                <a:lnTo>
                  <a:pt x="18392" y="0"/>
                </a:lnTo>
                <a:lnTo>
                  <a:pt x="18392" y="21940"/>
                </a:lnTo>
                <a:lnTo>
                  <a:pt x="29096" y="21940"/>
                </a:lnTo>
                <a:lnTo>
                  <a:pt x="29096" y="30220"/>
                </a:lnTo>
                <a:lnTo>
                  <a:pt x="18392" y="30220"/>
                </a:lnTo>
                <a:lnTo>
                  <a:pt x="18392" y="66945"/>
                </a:lnTo>
                <a:cubicBezTo>
                  <a:pt x="18392" y="69981"/>
                  <a:pt x="18579" y="71932"/>
                  <a:pt x="18954" y="72800"/>
                </a:cubicBezTo>
                <a:cubicBezTo>
                  <a:pt x="19328" y="73667"/>
                  <a:pt x="19940" y="74357"/>
                  <a:pt x="20787" y="74870"/>
                </a:cubicBezTo>
                <a:cubicBezTo>
                  <a:pt x="21635" y="75382"/>
                  <a:pt x="22847" y="75638"/>
                  <a:pt x="24424" y="75638"/>
                </a:cubicBezTo>
                <a:cubicBezTo>
                  <a:pt x="25607" y="75638"/>
                  <a:pt x="27164" y="75500"/>
                  <a:pt x="29096" y="7522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35DD0B-CFAA-4C5E-B0ED-D6B1385B4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089" y="52690"/>
            <a:ext cx="323652" cy="146627"/>
          </a:xfrm>
          <a:custGeom xmlns:a="http://schemas.openxmlformats.org/drawingml/2006/main">
            <a:pathLst>
              <a:path w="323652" h="146627">
                <a:moveTo>
                  <a:pt x="0" y="0"/>
                </a:moveTo>
                <a:lnTo>
                  <a:pt x="323652" y="0"/>
                </a:lnTo>
                <a:lnTo>
                  <a:pt x="323652" y="146627"/>
                </a:lnTo>
                <a:lnTo>
                  <a:pt x="0" y="1466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Text h">
            <a:extLst xmlns:a="http://schemas.openxmlformats.org/drawingml/2006/main">
              <a:ext uri="{FF2B5EF4-FFF2-40B4-BE49-F238E27FC236}">
                <a16:creationId xmlns:a16="http://schemas.microsoft.com/office/drawing/2014/main" id="{655D0B86-EE44-4ACE-A6A2-BE1BC95A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4252" y="82264"/>
            <a:ext cx="51155" cy="86697"/>
          </a:xfrm>
          <a:custGeom xmlns:a="http://schemas.openxmlformats.org/drawingml/2006/main">
            <a:pathLst>
              <a:path w="51155" h="86697">
                <a:moveTo>
                  <a:pt x="0" y="86697"/>
                </a:moveTo>
                <a:lnTo>
                  <a:pt x="0" y="0"/>
                </a:lnTo>
                <a:lnTo>
                  <a:pt x="10645" y="0"/>
                </a:lnTo>
                <a:lnTo>
                  <a:pt x="10645" y="31162"/>
                </a:lnTo>
                <a:cubicBezTo>
                  <a:pt x="15613" y="25369"/>
                  <a:pt x="21881" y="22473"/>
                  <a:pt x="29451" y="22473"/>
                </a:cubicBezTo>
                <a:cubicBezTo>
                  <a:pt x="34103" y="22473"/>
                  <a:pt x="38144" y="23389"/>
                  <a:pt x="41575" y="25223"/>
                </a:cubicBezTo>
                <a:cubicBezTo>
                  <a:pt x="45005" y="27056"/>
                  <a:pt x="47459" y="29589"/>
                  <a:pt x="48937" y="32822"/>
                </a:cubicBezTo>
                <a:cubicBezTo>
                  <a:pt x="50416" y="36055"/>
                  <a:pt x="51155" y="40747"/>
                  <a:pt x="51155" y="46897"/>
                </a:cubicBezTo>
                <a:lnTo>
                  <a:pt x="51155" y="86697"/>
                </a:lnTo>
                <a:lnTo>
                  <a:pt x="40510" y="86697"/>
                </a:lnTo>
                <a:lnTo>
                  <a:pt x="40510" y="46939"/>
                </a:lnTo>
                <a:cubicBezTo>
                  <a:pt x="40510" y="41623"/>
                  <a:pt x="39357" y="37754"/>
                  <a:pt x="37050" y="35332"/>
                </a:cubicBezTo>
                <a:cubicBezTo>
                  <a:pt x="34744" y="32909"/>
                  <a:pt x="31481" y="31698"/>
                  <a:pt x="27263" y="31698"/>
                </a:cubicBezTo>
                <a:cubicBezTo>
                  <a:pt x="24109" y="31698"/>
                  <a:pt x="21142" y="32516"/>
                  <a:pt x="18363" y="34151"/>
                </a:cubicBezTo>
                <a:cubicBezTo>
                  <a:pt x="15583" y="35784"/>
                  <a:pt x="13602" y="38000"/>
                  <a:pt x="12419" y="40796"/>
                </a:cubicBezTo>
                <a:cubicBezTo>
                  <a:pt x="11236" y="43592"/>
                  <a:pt x="10645" y="47451"/>
                  <a:pt x="10645" y="52375"/>
                </a:cubicBezTo>
                <a:lnTo>
                  <a:pt x="10645" y="86697"/>
                </a:lnTo>
                <a:lnTo>
                  <a:pt x="0" y="866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6BF403-0B24-48BF-9476-F1B55A223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4316" y="52690"/>
            <a:ext cx="323652" cy="146627"/>
          </a:xfrm>
          <a:custGeom xmlns:a="http://schemas.openxmlformats.org/drawingml/2006/main">
            <a:pathLst>
              <a:path w="323652" h="146627">
                <a:moveTo>
                  <a:pt x="0" y="0"/>
                </a:moveTo>
                <a:lnTo>
                  <a:pt x="323652" y="0"/>
                </a:lnTo>
                <a:lnTo>
                  <a:pt x="323652" y="146627"/>
                </a:lnTo>
                <a:lnTo>
                  <a:pt x="0" y="1466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Text a">
            <a:extLst xmlns:a="http://schemas.openxmlformats.org/drawingml/2006/main">
              <a:ext uri="{FF2B5EF4-FFF2-40B4-BE49-F238E27FC236}">
                <a16:creationId xmlns:a16="http://schemas.microsoft.com/office/drawing/2014/main" id="{716BE6FE-7015-4573-95E4-F8B03243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6871" y="104737"/>
            <a:ext cx="57838" cy="65644"/>
          </a:xfrm>
          <a:custGeom xmlns:a="http://schemas.openxmlformats.org/drawingml/2006/main">
            <a:pathLst>
              <a:path w="57838" h="65644">
                <a:moveTo>
                  <a:pt x="44591" y="56300"/>
                </a:moveTo>
                <a:cubicBezTo>
                  <a:pt x="40648" y="59717"/>
                  <a:pt x="36853" y="62128"/>
                  <a:pt x="33206" y="63535"/>
                </a:cubicBezTo>
                <a:cubicBezTo>
                  <a:pt x="29559" y="64941"/>
                  <a:pt x="25646" y="65644"/>
                  <a:pt x="21467" y="65644"/>
                </a:cubicBezTo>
                <a:cubicBezTo>
                  <a:pt x="14568" y="65644"/>
                  <a:pt x="9265" y="63959"/>
                  <a:pt x="5559" y="60588"/>
                </a:cubicBezTo>
                <a:cubicBezTo>
                  <a:pt x="1853" y="57217"/>
                  <a:pt x="0" y="52909"/>
                  <a:pt x="0" y="47666"/>
                </a:cubicBezTo>
                <a:cubicBezTo>
                  <a:pt x="0" y="44591"/>
                  <a:pt x="700" y="41781"/>
                  <a:pt x="2099" y="39239"/>
                </a:cubicBezTo>
                <a:cubicBezTo>
                  <a:pt x="3499" y="36696"/>
                  <a:pt x="5332" y="34655"/>
                  <a:pt x="7599" y="33118"/>
                </a:cubicBezTo>
                <a:cubicBezTo>
                  <a:pt x="9866" y="31580"/>
                  <a:pt x="12419" y="30417"/>
                  <a:pt x="15258" y="29628"/>
                </a:cubicBezTo>
                <a:cubicBezTo>
                  <a:pt x="17347" y="29077"/>
                  <a:pt x="20501" y="28544"/>
                  <a:pt x="24720" y="28032"/>
                </a:cubicBezTo>
                <a:cubicBezTo>
                  <a:pt x="33315" y="27007"/>
                  <a:pt x="39643" y="25784"/>
                  <a:pt x="43703" y="24365"/>
                </a:cubicBezTo>
                <a:cubicBezTo>
                  <a:pt x="43743" y="22913"/>
                  <a:pt x="43763" y="21990"/>
                  <a:pt x="43763" y="21597"/>
                </a:cubicBezTo>
                <a:cubicBezTo>
                  <a:pt x="43763" y="17276"/>
                  <a:pt x="42757" y="14232"/>
                  <a:pt x="40747" y="12465"/>
                </a:cubicBezTo>
                <a:cubicBezTo>
                  <a:pt x="38026" y="10069"/>
                  <a:pt x="33985" y="8871"/>
                  <a:pt x="28623" y="8871"/>
                </a:cubicBezTo>
                <a:cubicBezTo>
                  <a:pt x="23616" y="8871"/>
                  <a:pt x="19920" y="9748"/>
                  <a:pt x="17535" y="11502"/>
                </a:cubicBezTo>
                <a:cubicBezTo>
                  <a:pt x="15149" y="13257"/>
                  <a:pt x="13385" y="16362"/>
                  <a:pt x="12242" y="20817"/>
                </a:cubicBezTo>
                <a:lnTo>
                  <a:pt x="1833" y="19397"/>
                </a:lnTo>
                <a:cubicBezTo>
                  <a:pt x="2780" y="14929"/>
                  <a:pt x="4337" y="11320"/>
                  <a:pt x="6505" y="8571"/>
                </a:cubicBezTo>
                <a:cubicBezTo>
                  <a:pt x="8674" y="5823"/>
                  <a:pt x="11808" y="3707"/>
                  <a:pt x="15908" y="2225"/>
                </a:cubicBezTo>
                <a:cubicBezTo>
                  <a:pt x="20009" y="742"/>
                  <a:pt x="24759" y="0"/>
                  <a:pt x="30161" y="0"/>
                </a:cubicBezTo>
                <a:cubicBezTo>
                  <a:pt x="35523" y="0"/>
                  <a:pt x="39879" y="633"/>
                  <a:pt x="43230" y="1900"/>
                </a:cubicBezTo>
                <a:cubicBezTo>
                  <a:pt x="46582" y="3165"/>
                  <a:pt x="49046" y="4758"/>
                  <a:pt x="50623" y="6677"/>
                </a:cubicBezTo>
                <a:cubicBezTo>
                  <a:pt x="52200" y="8595"/>
                  <a:pt x="53304" y="11019"/>
                  <a:pt x="53934" y="13947"/>
                </a:cubicBezTo>
                <a:cubicBezTo>
                  <a:pt x="54289" y="15767"/>
                  <a:pt x="54467" y="19036"/>
                  <a:pt x="54467" y="23753"/>
                </a:cubicBezTo>
                <a:lnTo>
                  <a:pt x="54467" y="37906"/>
                </a:lnTo>
                <a:cubicBezTo>
                  <a:pt x="54467" y="47774"/>
                  <a:pt x="54693" y="54023"/>
                  <a:pt x="55147" y="56655"/>
                </a:cubicBezTo>
                <a:cubicBezTo>
                  <a:pt x="55600" y="59287"/>
                  <a:pt x="56497" y="61810"/>
                  <a:pt x="57838" y="64225"/>
                </a:cubicBezTo>
                <a:lnTo>
                  <a:pt x="46720" y="64225"/>
                </a:lnTo>
                <a:cubicBezTo>
                  <a:pt x="45616" y="61966"/>
                  <a:pt x="44906" y="59325"/>
                  <a:pt x="44591" y="56300"/>
                </a:cubicBezTo>
                <a:moveTo>
                  <a:pt x="43703" y="32763"/>
                </a:moveTo>
                <a:cubicBezTo>
                  <a:pt x="39840" y="34332"/>
                  <a:pt x="34044" y="35667"/>
                  <a:pt x="26317" y="36766"/>
                </a:cubicBezTo>
                <a:cubicBezTo>
                  <a:pt x="21940" y="37393"/>
                  <a:pt x="18846" y="38099"/>
                  <a:pt x="17032" y="38884"/>
                </a:cubicBezTo>
                <a:cubicBezTo>
                  <a:pt x="15218" y="39669"/>
                  <a:pt x="13819" y="40816"/>
                  <a:pt x="12833" y="42327"/>
                </a:cubicBezTo>
                <a:cubicBezTo>
                  <a:pt x="11847" y="43837"/>
                  <a:pt x="11355" y="45515"/>
                  <a:pt x="11355" y="47359"/>
                </a:cubicBezTo>
                <a:cubicBezTo>
                  <a:pt x="11355" y="50184"/>
                  <a:pt x="12429" y="52539"/>
                  <a:pt x="14578" y="54422"/>
                </a:cubicBezTo>
                <a:cubicBezTo>
                  <a:pt x="16726" y="56305"/>
                  <a:pt x="19871" y="57246"/>
                  <a:pt x="24010" y="57246"/>
                </a:cubicBezTo>
                <a:cubicBezTo>
                  <a:pt x="28111" y="57246"/>
                  <a:pt x="31757" y="56352"/>
                  <a:pt x="34951" y="54565"/>
                </a:cubicBezTo>
                <a:cubicBezTo>
                  <a:pt x="38144" y="52776"/>
                  <a:pt x="40490" y="50332"/>
                  <a:pt x="41988" y="47233"/>
                </a:cubicBezTo>
                <a:cubicBezTo>
                  <a:pt x="43132" y="44842"/>
                  <a:pt x="43703" y="41313"/>
                  <a:pt x="43703" y="36646"/>
                </a:cubicBezTo>
                <a:lnTo>
                  <a:pt x="43703" y="3276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BEAF83-79B0-4B36-9689-0AF126A85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0543" y="52690"/>
            <a:ext cx="323652" cy="146627"/>
          </a:xfrm>
          <a:custGeom xmlns:a="http://schemas.openxmlformats.org/drawingml/2006/main">
            <a:pathLst>
              <a:path w="323652" h="146627">
                <a:moveTo>
                  <a:pt x="0" y="0"/>
                </a:moveTo>
                <a:lnTo>
                  <a:pt x="323652" y="0"/>
                </a:lnTo>
                <a:lnTo>
                  <a:pt x="323652" y="146627"/>
                </a:lnTo>
                <a:lnTo>
                  <a:pt x="0" y="1466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n">
            <a:extLst xmlns:a="http://schemas.openxmlformats.org/drawingml/2006/main">
              <a:ext uri="{FF2B5EF4-FFF2-40B4-BE49-F238E27FC236}">
                <a16:creationId xmlns:a16="http://schemas.microsoft.com/office/drawing/2014/main" id="{2C450503-7744-4FD4-A231-9B1584FA4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6705" y="104737"/>
            <a:ext cx="51037" cy="64225"/>
          </a:xfrm>
          <a:custGeom xmlns:a="http://schemas.openxmlformats.org/drawingml/2006/main">
            <a:pathLst>
              <a:path w="51037" h="64225">
                <a:moveTo>
                  <a:pt x="0" y="64225"/>
                </a:moveTo>
                <a:lnTo>
                  <a:pt x="0" y="1419"/>
                </a:lnTo>
                <a:lnTo>
                  <a:pt x="9580" y="1419"/>
                </a:lnTo>
                <a:lnTo>
                  <a:pt x="9580" y="10349"/>
                </a:lnTo>
                <a:cubicBezTo>
                  <a:pt x="14193" y="3450"/>
                  <a:pt x="20856" y="0"/>
                  <a:pt x="29569" y="0"/>
                </a:cubicBezTo>
                <a:cubicBezTo>
                  <a:pt x="33354" y="0"/>
                  <a:pt x="36834" y="680"/>
                  <a:pt x="40007" y="2040"/>
                </a:cubicBezTo>
                <a:cubicBezTo>
                  <a:pt x="43181" y="3400"/>
                  <a:pt x="45557" y="5184"/>
                  <a:pt x="47134" y="7392"/>
                </a:cubicBezTo>
                <a:cubicBezTo>
                  <a:pt x="48711" y="9600"/>
                  <a:pt x="49814" y="12222"/>
                  <a:pt x="50445" y="15258"/>
                </a:cubicBezTo>
                <a:cubicBezTo>
                  <a:pt x="50840" y="17229"/>
                  <a:pt x="51037" y="20679"/>
                  <a:pt x="51037" y="25607"/>
                </a:cubicBezTo>
                <a:lnTo>
                  <a:pt x="51037" y="64225"/>
                </a:lnTo>
                <a:lnTo>
                  <a:pt x="40392" y="64225"/>
                </a:lnTo>
                <a:lnTo>
                  <a:pt x="40392" y="26021"/>
                </a:lnTo>
                <a:cubicBezTo>
                  <a:pt x="40392" y="21684"/>
                  <a:pt x="39978" y="18441"/>
                  <a:pt x="39150" y="16293"/>
                </a:cubicBezTo>
                <a:cubicBezTo>
                  <a:pt x="38322" y="14144"/>
                  <a:pt x="36853" y="12429"/>
                  <a:pt x="34744" y="11148"/>
                </a:cubicBezTo>
                <a:cubicBezTo>
                  <a:pt x="32635" y="9866"/>
                  <a:pt x="30161" y="9226"/>
                  <a:pt x="27322" y="9226"/>
                </a:cubicBezTo>
                <a:cubicBezTo>
                  <a:pt x="22788" y="9226"/>
                  <a:pt x="18875" y="10665"/>
                  <a:pt x="15583" y="13543"/>
                </a:cubicBezTo>
                <a:cubicBezTo>
                  <a:pt x="12291" y="16421"/>
                  <a:pt x="10645" y="21881"/>
                  <a:pt x="10645" y="29924"/>
                </a:cubicBezTo>
                <a:lnTo>
                  <a:pt x="10645" y="64225"/>
                </a:lnTo>
                <a:lnTo>
                  <a:pt x="0" y="6422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BBE9E6-B3EE-4BE4-8DB6-03A3FA97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6769" y="52690"/>
            <a:ext cx="323652" cy="146627"/>
          </a:xfrm>
          <a:custGeom xmlns:a="http://schemas.openxmlformats.org/drawingml/2006/main">
            <a:pathLst>
              <a:path w="323652" h="146627">
                <a:moveTo>
                  <a:pt x="0" y="0"/>
                </a:moveTo>
                <a:lnTo>
                  <a:pt x="323652" y="0"/>
                </a:lnTo>
                <a:lnTo>
                  <a:pt x="323652" y="146627"/>
                </a:lnTo>
                <a:lnTo>
                  <a:pt x="0" y="1466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" name="Text _">
            <a:extLst xmlns:a="http://schemas.openxmlformats.org/drawingml/2006/main">
              <a:ext uri="{FF2B5EF4-FFF2-40B4-BE49-F238E27FC236}">
                <a16:creationId xmlns:a16="http://schemas.microsoft.com/office/drawing/2014/main" id="{B6449E73-E79F-4634-ABD6-5F59431A4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3115" y="185402"/>
            <a:ext cx="70552" cy="7688"/>
          </a:xfrm>
          <a:custGeom xmlns:a="http://schemas.openxmlformats.org/drawingml/2006/main">
            <a:pathLst>
              <a:path w="70552" h="7688">
                <a:moveTo>
                  <a:pt x="0" y="7688"/>
                </a:moveTo>
                <a:lnTo>
                  <a:pt x="0" y="0"/>
                </a:lnTo>
                <a:lnTo>
                  <a:pt x="70552" y="0"/>
                </a:lnTo>
                <a:lnTo>
                  <a:pt x="70552" y="7688"/>
                </a:lnTo>
                <a:lnTo>
                  <a:pt x="0" y="768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CC5D15-4A2E-4E99-B815-03874C7AA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2996" y="52690"/>
            <a:ext cx="323652" cy="146627"/>
          </a:xfrm>
          <a:custGeom xmlns:a="http://schemas.openxmlformats.org/drawingml/2006/main">
            <a:pathLst>
              <a:path w="323652" h="146627">
                <a:moveTo>
                  <a:pt x="0" y="0"/>
                </a:moveTo>
                <a:lnTo>
                  <a:pt x="323652" y="0"/>
                </a:lnTo>
                <a:lnTo>
                  <a:pt x="323652" y="146627"/>
                </a:lnTo>
                <a:lnTo>
                  <a:pt x="0" y="1466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B">
            <a:extLst xmlns:a="http://schemas.openxmlformats.org/drawingml/2006/main">
              <a:ext uri="{FF2B5EF4-FFF2-40B4-BE49-F238E27FC236}">
                <a16:creationId xmlns:a16="http://schemas.microsoft.com/office/drawing/2014/main" id="{B957027A-C54C-49D0-8F2B-E9B31DD9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3341" y="82264"/>
            <a:ext cx="65467" cy="86697"/>
          </a:xfrm>
          <a:custGeom xmlns:a="http://schemas.openxmlformats.org/drawingml/2006/main">
            <a:pathLst>
              <a:path w="65467" h="86697">
                <a:moveTo>
                  <a:pt x="0" y="86697"/>
                </a:moveTo>
                <a:lnTo>
                  <a:pt x="0" y="0"/>
                </a:lnTo>
                <a:lnTo>
                  <a:pt x="32526" y="0"/>
                </a:lnTo>
                <a:cubicBezTo>
                  <a:pt x="39150" y="0"/>
                  <a:pt x="44462" y="875"/>
                  <a:pt x="48464" y="2624"/>
                </a:cubicBezTo>
                <a:cubicBezTo>
                  <a:pt x="52466" y="4374"/>
                  <a:pt x="55600" y="7066"/>
                  <a:pt x="57867" y="10702"/>
                </a:cubicBezTo>
                <a:cubicBezTo>
                  <a:pt x="60134" y="14338"/>
                  <a:pt x="61268" y="18141"/>
                  <a:pt x="61268" y="22112"/>
                </a:cubicBezTo>
                <a:cubicBezTo>
                  <a:pt x="61268" y="25807"/>
                  <a:pt x="60262" y="29287"/>
                  <a:pt x="58252" y="32550"/>
                </a:cubicBezTo>
                <a:cubicBezTo>
                  <a:pt x="56241" y="35813"/>
                  <a:pt x="53205" y="38446"/>
                  <a:pt x="49144" y="40451"/>
                </a:cubicBezTo>
                <a:cubicBezTo>
                  <a:pt x="54388" y="41992"/>
                  <a:pt x="58419" y="44621"/>
                  <a:pt x="61238" y="48337"/>
                </a:cubicBezTo>
                <a:cubicBezTo>
                  <a:pt x="64057" y="52053"/>
                  <a:pt x="65467" y="56440"/>
                  <a:pt x="65467" y="61499"/>
                </a:cubicBezTo>
                <a:cubicBezTo>
                  <a:pt x="65467" y="65571"/>
                  <a:pt x="64609" y="69356"/>
                  <a:pt x="62894" y="72853"/>
                </a:cubicBezTo>
                <a:cubicBezTo>
                  <a:pt x="61179" y="76351"/>
                  <a:pt x="59060" y="79049"/>
                  <a:pt x="56537" y="80946"/>
                </a:cubicBezTo>
                <a:cubicBezTo>
                  <a:pt x="54013" y="82843"/>
                  <a:pt x="50849" y="84276"/>
                  <a:pt x="47045" y="85245"/>
                </a:cubicBezTo>
                <a:cubicBezTo>
                  <a:pt x="43240" y="86213"/>
                  <a:pt x="38578" y="86697"/>
                  <a:pt x="33059" y="86697"/>
                </a:cubicBezTo>
                <a:lnTo>
                  <a:pt x="0" y="86697"/>
                </a:lnTo>
                <a:moveTo>
                  <a:pt x="11473" y="36311"/>
                </a:moveTo>
                <a:lnTo>
                  <a:pt x="30220" y="36311"/>
                </a:lnTo>
                <a:cubicBezTo>
                  <a:pt x="35306" y="36311"/>
                  <a:pt x="38953" y="35978"/>
                  <a:pt x="41161" y="35311"/>
                </a:cubicBezTo>
                <a:cubicBezTo>
                  <a:pt x="44078" y="34450"/>
                  <a:pt x="46276" y="33021"/>
                  <a:pt x="47754" y="31024"/>
                </a:cubicBezTo>
                <a:cubicBezTo>
                  <a:pt x="49233" y="29027"/>
                  <a:pt x="49972" y="26521"/>
                  <a:pt x="49972" y="23506"/>
                </a:cubicBezTo>
                <a:cubicBezTo>
                  <a:pt x="49972" y="20647"/>
                  <a:pt x="49282" y="18132"/>
                  <a:pt x="47902" y="15958"/>
                </a:cubicBezTo>
                <a:cubicBezTo>
                  <a:pt x="46522" y="13785"/>
                  <a:pt x="44551" y="12297"/>
                  <a:pt x="41988" y="11495"/>
                </a:cubicBezTo>
                <a:cubicBezTo>
                  <a:pt x="39426" y="10692"/>
                  <a:pt x="35030" y="10290"/>
                  <a:pt x="28801" y="10290"/>
                </a:cubicBezTo>
                <a:lnTo>
                  <a:pt x="11473" y="10290"/>
                </a:lnTo>
                <a:lnTo>
                  <a:pt x="11473" y="36311"/>
                </a:lnTo>
                <a:moveTo>
                  <a:pt x="11473" y="76407"/>
                </a:moveTo>
                <a:lnTo>
                  <a:pt x="33059" y="76407"/>
                </a:lnTo>
                <a:cubicBezTo>
                  <a:pt x="36765" y="76407"/>
                  <a:pt x="39367" y="76269"/>
                  <a:pt x="40865" y="75993"/>
                </a:cubicBezTo>
                <a:cubicBezTo>
                  <a:pt x="43506" y="75520"/>
                  <a:pt x="45714" y="74732"/>
                  <a:pt x="47488" y="73628"/>
                </a:cubicBezTo>
                <a:cubicBezTo>
                  <a:pt x="49263" y="72524"/>
                  <a:pt x="50721" y="70917"/>
                  <a:pt x="51865" y="68808"/>
                </a:cubicBezTo>
                <a:cubicBezTo>
                  <a:pt x="53008" y="66699"/>
                  <a:pt x="53580" y="64264"/>
                  <a:pt x="53580" y="61504"/>
                </a:cubicBezTo>
                <a:cubicBezTo>
                  <a:pt x="53580" y="58271"/>
                  <a:pt x="52752" y="55462"/>
                  <a:pt x="51096" y="53077"/>
                </a:cubicBezTo>
                <a:cubicBezTo>
                  <a:pt x="49440" y="50692"/>
                  <a:pt x="47143" y="49016"/>
                  <a:pt x="44206" y="48050"/>
                </a:cubicBezTo>
                <a:cubicBezTo>
                  <a:pt x="41269" y="47084"/>
                  <a:pt x="37041" y="46601"/>
                  <a:pt x="31521" y="46601"/>
                </a:cubicBezTo>
                <a:lnTo>
                  <a:pt x="11473" y="46601"/>
                </a:lnTo>
                <a:lnTo>
                  <a:pt x="11473" y="7640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6A5E26-D110-4E4C-9078-BF2A2E62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9223" y="52690"/>
            <a:ext cx="323652" cy="146627"/>
          </a:xfrm>
          <a:custGeom xmlns:a="http://schemas.openxmlformats.org/drawingml/2006/main">
            <a:pathLst>
              <a:path w="323652" h="146627">
                <a:moveTo>
                  <a:pt x="0" y="0"/>
                </a:moveTo>
                <a:lnTo>
                  <a:pt x="323652" y="0"/>
                </a:lnTo>
                <a:lnTo>
                  <a:pt x="323652" y="146627"/>
                </a:lnTo>
                <a:lnTo>
                  <a:pt x="0" y="1466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P">
            <a:extLst xmlns:a="http://schemas.openxmlformats.org/drawingml/2006/main">
              <a:ext uri="{FF2B5EF4-FFF2-40B4-BE49-F238E27FC236}">
                <a16:creationId xmlns:a16="http://schemas.microsoft.com/office/drawing/2014/main" id="{A63C0120-0EF5-451C-93CC-E45F762F9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0041" y="82264"/>
            <a:ext cx="66176" cy="86697"/>
          </a:xfrm>
          <a:custGeom xmlns:a="http://schemas.openxmlformats.org/drawingml/2006/main">
            <a:pathLst>
              <a:path w="66176" h="86697">
                <a:moveTo>
                  <a:pt x="0" y="86697"/>
                </a:moveTo>
                <a:lnTo>
                  <a:pt x="0" y="0"/>
                </a:lnTo>
                <a:lnTo>
                  <a:pt x="32704" y="0"/>
                </a:lnTo>
                <a:cubicBezTo>
                  <a:pt x="38460" y="0"/>
                  <a:pt x="42856" y="276"/>
                  <a:pt x="45892" y="828"/>
                </a:cubicBezTo>
                <a:cubicBezTo>
                  <a:pt x="50150" y="1538"/>
                  <a:pt x="53718" y="2888"/>
                  <a:pt x="56596" y="4879"/>
                </a:cubicBezTo>
                <a:cubicBezTo>
                  <a:pt x="59474" y="6870"/>
                  <a:pt x="61790" y="9659"/>
                  <a:pt x="63545" y="13247"/>
                </a:cubicBezTo>
                <a:cubicBezTo>
                  <a:pt x="65299" y="16835"/>
                  <a:pt x="66176" y="20777"/>
                  <a:pt x="66176" y="25075"/>
                </a:cubicBezTo>
                <a:cubicBezTo>
                  <a:pt x="66176" y="32447"/>
                  <a:pt x="63830" y="38687"/>
                  <a:pt x="59139" y="43792"/>
                </a:cubicBezTo>
                <a:cubicBezTo>
                  <a:pt x="54447" y="48898"/>
                  <a:pt x="45970" y="51451"/>
                  <a:pt x="33709" y="51451"/>
                </a:cubicBezTo>
                <a:lnTo>
                  <a:pt x="11473" y="51451"/>
                </a:lnTo>
                <a:lnTo>
                  <a:pt x="11473" y="86697"/>
                </a:lnTo>
                <a:lnTo>
                  <a:pt x="0" y="86697"/>
                </a:lnTo>
                <a:moveTo>
                  <a:pt x="11473" y="41161"/>
                </a:moveTo>
                <a:lnTo>
                  <a:pt x="33886" y="41161"/>
                </a:lnTo>
                <a:cubicBezTo>
                  <a:pt x="41299" y="41161"/>
                  <a:pt x="46562" y="39786"/>
                  <a:pt x="49677" y="37037"/>
                </a:cubicBezTo>
                <a:cubicBezTo>
                  <a:pt x="52791" y="34288"/>
                  <a:pt x="54348" y="30419"/>
                  <a:pt x="54348" y="25431"/>
                </a:cubicBezTo>
                <a:cubicBezTo>
                  <a:pt x="54348" y="21818"/>
                  <a:pt x="53432" y="18725"/>
                  <a:pt x="51599" y="16152"/>
                </a:cubicBezTo>
                <a:cubicBezTo>
                  <a:pt x="49765" y="13580"/>
                  <a:pt x="47350" y="11881"/>
                  <a:pt x="44354" y="11055"/>
                </a:cubicBezTo>
                <a:cubicBezTo>
                  <a:pt x="42422" y="10545"/>
                  <a:pt x="38854" y="10290"/>
                  <a:pt x="33650" y="10290"/>
                </a:cubicBezTo>
                <a:lnTo>
                  <a:pt x="11473" y="10290"/>
                </a:lnTo>
                <a:lnTo>
                  <a:pt x="11473" y="4116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8525B1-C213-466D-9D74-770283B0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5450" y="52690"/>
            <a:ext cx="323651" cy="146627"/>
          </a:xfrm>
          <a:custGeom xmlns:a="http://schemas.openxmlformats.org/drawingml/2006/main">
            <a:pathLst>
              <a:path w="323651" h="146627">
                <a:moveTo>
                  <a:pt x="0" y="0"/>
                </a:moveTo>
                <a:lnTo>
                  <a:pt x="323651" y="0"/>
                </a:lnTo>
                <a:lnTo>
                  <a:pt x="323651" y="146627"/>
                </a:lnTo>
                <a:lnTo>
                  <a:pt x="0" y="1466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Text E">
            <a:extLst xmlns:a="http://schemas.openxmlformats.org/drawingml/2006/main">
              <a:ext uri="{FF2B5EF4-FFF2-40B4-BE49-F238E27FC236}">
                <a16:creationId xmlns:a16="http://schemas.microsoft.com/office/drawing/2014/main" id="{6D86FF91-4D68-40A7-BE5A-F77BBD50D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6504" y="82264"/>
            <a:ext cx="64698" cy="86697"/>
          </a:xfrm>
          <a:custGeom xmlns:a="http://schemas.openxmlformats.org/drawingml/2006/main">
            <a:pathLst>
              <a:path w="64698" h="86697">
                <a:moveTo>
                  <a:pt x="0" y="86697"/>
                </a:moveTo>
                <a:lnTo>
                  <a:pt x="0" y="0"/>
                </a:lnTo>
                <a:lnTo>
                  <a:pt x="62687" y="0"/>
                </a:lnTo>
                <a:lnTo>
                  <a:pt x="62687" y="10290"/>
                </a:lnTo>
                <a:lnTo>
                  <a:pt x="11473" y="10290"/>
                </a:lnTo>
                <a:lnTo>
                  <a:pt x="11473" y="36666"/>
                </a:lnTo>
                <a:lnTo>
                  <a:pt x="59434" y="36666"/>
                </a:lnTo>
                <a:lnTo>
                  <a:pt x="59434" y="46956"/>
                </a:lnTo>
                <a:lnTo>
                  <a:pt x="11473" y="46956"/>
                </a:lnTo>
                <a:lnTo>
                  <a:pt x="11473" y="76407"/>
                </a:lnTo>
                <a:lnTo>
                  <a:pt x="64698" y="76407"/>
                </a:lnTo>
                <a:lnTo>
                  <a:pt x="64698" y="86697"/>
                </a:lnTo>
                <a:lnTo>
                  <a:pt x="0" y="866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0A6D2A-C3D6-448B-B607-11375A81D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677" y="52690"/>
            <a:ext cx="323652" cy="146627"/>
          </a:xfrm>
          <a:custGeom xmlns:a="http://schemas.openxmlformats.org/drawingml/2006/main">
            <a:pathLst>
              <a:path w="323652" h="146627">
                <a:moveTo>
                  <a:pt x="0" y="0"/>
                </a:moveTo>
                <a:lnTo>
                  <a:pt x="323652" y="0"/>
                </a:lnTo>
                <a:lnTo>
                  <a:pt x="323652" y="146627"/>
                </a:lnTo>
                <a:lnTo>
                  <a:pt x="0" y="1466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Text !">
            <a:extLst xmlns:a="http://schemas.openxmlformats.org/drawingml/2006/main">
              <a:ext uri="{FF2B5EF4-FFF2-40B4-BE49-F238E27FC236}">
                <a16:creationId xmlns:a16="http://schemas.microsoft.com/office/drawing/2014/main" id="{9C0E3CAA-89EB-4A0D-942C-8D7A9E934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7102" y="82264"/>
            <a:ext cx="13188" cy="86697"/>
          </a:xfrm>
          <a:custGeom xmlns:a="http://schemas.openxmlformats.org/drawingml/2006/main">
            <a:pathLst>
              <a:path w="13188" h="86697">
                <a:moveTo>
                  <a:pt x="3253" y="65053"/>
                </a:moveTo>
                <a:lnTo>
                  <a:pt x="0" y="19185"/>
                </a:lnTo>
                <a:lnTo>
                  <a:pt x="0" y="0"/>
                </a:lnTo>
                <a:lnTo>
                  <a:pt x="13188" y="0"/>
                </a:lnTo>
                <a:lnTo>
                  <a:pt x="13188" y="19185"/>
                </a:lnTo>
                <a:lnTo>
                  <a:pt x="10113" y="65053"/>
                </a:lnTo>
                <a:lnTo>
                  <a:pt x="3253" y="65053"/>
                </a:lnTo>
                <a:moveTo>
                  <a:pt x="473" y="86697"/>
                </a:moveTo>
                <a:lnTo>
                  <a:pt x="473" y="74515"/>
                </a:lnTo>
                <a:lnTo>
                  <a:pt x="12715" y="74515"/>
                </a:lnTo>
                <a:lnTo>
                  <a:pt x="12715" y="86697"/>
                </a:lnTo>
                <a:lnTo>
                  <a:pt x="473" y="8669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1EFC28-C819-41A2-ABA4-252B455B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491" y="4099832"/>
            <a:ext cx="4094853" cy="284705"/>
          </a:xfrm>
          <a:custGeom xmlns:a="http://schemas.openxmlformats.org/drawingml/2006/main">
            <a:pathLst>
              <a:path w="4094853" h="284705">
                <a:moveTo>
                  <a:pt x="4094853" y="34"/>
                </a:moveTo>
                <a:lnTo>
                  <a:pt x="4094819" y="0"/>
                </a:lnTo>
                <a:cubicBezTo>
                  <a:pt x="4094838" y="0"/>
                  <a:pt x="4094853" y="15"/>
                  <a:pt x="4094853" y="34"/>
                </a:cubicBezTo>
                <a:lnTo>
                  <a:pt x="4094853" y="240199"/>
                </a:lnTo>
                <a:cubicBezTo>
                  <a:pt x="4094853" y="264779"/>
                  <a:pt x="4074927" y="284705"/>
                  <a:pt x="4050348" y="284705"/>
                </a:cubicBezTo>
                <a:lnTo>
                  <a:pt x="44540" y="284705"/>
                </a:lnTo>
                <a:cubicBezTo>
                  <a:pt x="19960" y="284705"/>
                  <a:pt x="34" y="264779"/>
                  <a:pt x="34" y="240199"/>
                </a:cubicBezTo>
                <a:lnTo>
                  <a:pt x="0" y="68"/>
                </a:lnTo>
                <a:cubicBezTo>
                  <a:pt x="0" y="59"/>
                  <a:pt x="4" y="50"/>
                  <a:pt x="10" y="44"/>
                </a:cubicBezTo>
                <a:cubicBezTo>
                  <a:pt x="16" y="38"/>
                  <a:pt x="25" y="34"/>
                  <a:pt x="34" y="34"/>
                </a:cubicBezTo>
                <a:lnTo>
                  <a:pt x="4094853" y="34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4892D9-5E8B-47B7-8ACE-6F4F4F72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491" y="4099832"/>
            <a:ext cx="4094853" cy="284705"/>
          </a:xfrm>
          <a:custGeom xmlns:a="http://schemas.openxmlformats.org/drawingml/2006/main">
            <a:pathLst>
              <a:path w="4094853" h="284705" fill="none">
                <a:moveTo>
                  <a:pt x="4094853" y="34"/>
                </a:moveTo>
                <a:lnTo>
                  <a:pt x="34" y="34"/>
                </a:lnTo>
                <a:cubicBezTo>
                  <a:pt x="25" y="34"/>
                  <a:pt x="16" y="38"/>
                  <a:pt x="10" y="44"/>
                </a:cubicBezTo>
                <a:cubicBezTo>
                  <a:pt x="4" y="50"/>
                  <a:pt x="0" y="59"/>
                  <a:pt x="0" y="68"/>
                </a:cubicBezTo>
                <a:lnTo>
                  <a:pt x="34" y="240199"/>
                </a:lnTo>
                <a:cubicBezTo>
                  <a:pt x="34" y="264779"/>
                  <a:pt x="19960" y="284705"/>
                  <a:pt x="44540" y="284705"/>
                </a:cubicBezTo>
                <a:lnTo>
                  <a:pt x="4050348" y="284705"/>
                </a:lnTo>
                <a:cubicBezTo>
                  <a:pt x="4074927" y="284705"/>
                  <a:pt x="4094853" y="264779"/>
                  <a:pt x="4094853" y="240199"/>
                </a:cubicBezTo>
                <a:lnTo>
                  <a:pt x="4094853" y="34"/>
                </a:lnTo>
                <a:cubicBezTo>
                  <a:pt x="4094853" y="15"/>
                  <a:pt x="4094838" y="0"/>
                  <a:pt x="4094819" y="0"/>
                </a:cubicBezTo>
                <a:lnTo>
                  <a:pt x="4094853" y="3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143" name="Text LocalEncoder">
            <a:extLst xmlns:a="http://schemas.openxmlformats.org/drawingml/2006/main">
              <a:ext uri="{FF2B5EF4-FFF2-40B4-BE49-F238E27FC236}">
                <a16:creationId xmlns:a16="http://schemas.microsoft.com/office/drawing/2014/main" id="{51B9B19A-BB5B-455D-8680-81F1A0EF2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2272" y="4181814"/>
            <a:ext cx="958397" cy="110146"/>
          </a:xfrm>
          <a:custGeom xmlns:a="http://schemas.openxmlformats.org/drawingml/2006/main">
            <a:pathLst>
              <a:path w="958397" h="110146">
                <a:moveTo>
                  <a:pt x="0" y="108372"/>
                </a:moveTo>
                <a:lnTo>
                  <a:pt x="0" y="0"/>
                </a:lnTo>
                <a:lnTo>
                  <a:pt x="14341" y="0"/>
                </a:lnTo>
                <a:lnTo>
                  <a:pt x="14341" y="95509"/>
                </a:lnTo>
                <a:lnTo>
                  <a:pt x="67714" y="95509"/>
                </a:lnTo>
                <a:lnTo>
                  <a:pt x="67714" y="108372"/>
                </a:lnTo>
                <a:lnTo>
                  <a:pt x="0" y="108372"/>
                </a:lnTo>
                <a:close/>
                <a:moveTo>
                  <a:pt x="78114" y="69118"/>
                </a:moveTo>
                <a:cubicBezTo>
                  <a:pt x="78114" y="54580"/>
                  <a:pt x="82155" y="43812"/>
                  <a:pt x="90238" y="36814"/>
                </a:cubicBezTo>
                <a:cubicBezTo>
                  <a:pt x="96989" y="30999"/>
                  <a:pt x="105219" y="28091"/>
                  <a:pt x="114928" y="28091"/>
                </a:cubicBezTo>
                <a:cubicBezTo>
                  <a:pt x="125721" y="28091"/>
                  <a:pt x="134542" y="31627"/>
                  <a:pt x="141393" y="38699"/>
                </a:cubicBezTo>
                <a:cubicBezTo>
                  <a:pt x="148243" y="45771"/>
                  <a:pt x="151668" y="55541"/>
                  <a:pt x="151668" y="68009"/>
                </a:cubicBezTo>
                <a:cubicBezTo>
                  <a:pt x="151668" y="78112"/>
                  <a:pt x="150153" y="86059"/>
                  <a:pt x="147122" y="91850"/>
                </a:cubicBezTo>
                <a:cubicBezTo>
                  <a:pt x="144091" y="97640"/>
                  <a:pt x="139680" y="102137"/>
                  <a:pt x="133889" y="105341"/>
                </a:cubicBezTo>
                <a:cubicBezTo>
                  <a:pt x="128099" y="108544"/>
                  <a:pt x="121778" y="110146"/>
                  <a:pt x="114928" y="110146"/>
                </a:cubicBezTo>
                <a:cubicBezTo>
                  <a:pt x="103938" y="110146"/>
                  <a:pt x="95055" y="106622"/>
                  <a:pt x="88279" y="99575"/>
                </a:cubicBezTo>
                <a:cubicBezTo>
                  <a:pt x="81502" y="92527"/>
                  <a:pt x="78114" y="82375"/>
                  <a:pt x="78114" y="69118"/>
                </a:cubicBezTo>
                <a:moveTo>
                  <a:pt x="91790" y="69155"/>
                </a:moveTo>
                <a:cubicBezTo>
                  <a:pt x="91790" y="79197"/>
                  <a:pt x="93983" y="86715"/>
                  <a:pt x="98369" y="91711"/>
                </a:cubicBezTo>
                <a:cubicBezTo>
                  <a:pt x="102755" y="96707"/>
                  <a:pt x="108275" y="99205"/>
                  <a:pt x="114928" y="99205"/>
                </a:cubicBezTo>
                <a:cubicBezTo>
                  <a:pt x="121532" y="99205"/>
                  <a:pt x="127027" y="96695"/>
                  <a:pt x="131413" y="91674"/>
                </a:cubicBezTo>
                <a:cubicBezTo>
                  <a:pt x="135799" y="86654"/>
                  <a:pt x="137992" y="78999"/>
                  <a:pt x="137992" y="68712"/>
                </a:cubicBezTo>
                <a:cubicBezTo>
                  <a:pt x="137992" y="59015"/>
                  <a:pt x="135787" y="51669"/>
                  <a:pt x="131376" y="46673"/>
                </a:cubicBezTo>
                <a:cubicBezTo>
                  <a:pt x="126965" y="41677"/>
                  <a:pt x="121483" y="39179"/>
                  <a:pt x="114928" y="39179"/>
                </a:cubicBezTo>
                <a:cubicBezTo>
                  <a:pt x="108275" y="39179"/>
                  <a:pt x="102755" y="41665"/>
                  <a:pt x="98369" y="46636"/>
                </a:cubicBezTo>
                <a:cubicBezTo>
                  <a:pt x="93983" y="51608"/>
                  <a:pt x="91790" y="59114"/>
                  <a:pt x="91790" y="69155"/>
                </a:cubicBezTo>
                <a:close/>
                <a:moveTo>
                  <a:pt x="218471" y="79542"/>
                </a:moveTo>
                <a:lnTo>
                  <a:pt x="231556" y="81316"/>
                </a:lnTo>
                <a:cubicBezTo>
                  <a:pt x="230127" y="90334"/>
                  <a:pt x="226467" y="97394"/>
                  <a:pt x="220578" y="102495"/>
                </a:cubicBezTo>
                <a:cubicBezTo>
                  <a:pt x="214689" y="107595"/>
                  <a:pt x="207457" y="110146"/>
                  <a:pt x="198882" y="110146"/>
                </a:cubicBezTo>
                <a:cubicBezTo>
                  <a:pt x="188138" y="110146"/>
                  <a:pt x="179501" y="106634"/>
                  <a:pt x="172972" y="99612"/>
                </a:cubicBezTo>
                <a:cubicBezTo>
                  <a:pt x="166442" y="92589"/>
                  <a:pt x="163177" y="82523"/>
                  <a:pt x="163177" y="69414"/>
                </a:cubicBezTo>
                <a:cubicBezTo>
                  <a:pt x="163177" y="60937"/>
                  <a:pt x="164581" y="53521"/>
                  <a:pt x="167390" y="47163"/>
                </a:cubicBezTo>
                <a:cubicBezTo>
                  <a:pt x="170199" y="40806"/>
                  <a:pt x="174475" y="36038"/>
                  <a:pt x="180216" y="32859"/>
                </a:cubicBezTo>
                <a:cubicBezTo>
                  <a:pt x="185957" y="29680"/>
                  <a:pt x="192204" y="28091"/>
                  <a:pt x="198956" y="28091"/>
                </a:cubicBezTo>
                <a:cubicBezTo>
                  <a:pt x="207481" y="28091"/>
                  <a:pt x="214455" y="30235"/>
                  <a:pt x="219876" y="34522"/>
                </a:cubicBezTo>
                <a:cubicBezTo>
                  <a:pt x="225297" y="38808"/>
                  <a:pt x="228771" y="44895"/>
                  <a:pt x="230299" y="52781"/>
                </a:cubicBezTo>
                <a:lnTo>
                  <a:pt x="217362" y="54851"/>
                </a:lnTo>
                <a:cubicBezTo>
                  <a:pt x="216130" y="49603"/>
                  <a:pt x="213950" y="45654"/>
                  <a:pt x="210820" y="43005"/>
                </a:cubicBezTo>
                <a:cubicBezTo>
                  <a:pt x="207691" y="40356"/>
                  <a:pt x="203908" y="39032"/>
                  <a:pt x="199473" y="39032"/>
                </a:cubicBezTo>
                <a:cubicBezTo>
                  <a:pt x="192771" y="39032"/>
                  <a:pt x="187325" y="41434"/>
                  <a:pt x="183136" y="46239"/>
                </a:cubicBezTo>
                <a:cubicBezTo>
                  <a:pt x="178947" y="51044"/>
                  <a:pt x="176852" y="58646"/>
                  <a:pt x="176852" y="69044"/>
                </a:cubicBezTo>
                <a:cubicBezTo>
                  <a:pt x="176852" y="79591"/>
                  <a:pt x="178873" y="87254"/>
                  <a:pt x="182914" y="92035"/>
                </a:cubicBezTo>
                <a:cubicBezTo>
                  <a:pt x="186955" y="96815"/>
                  <a:pt x="192229" y="99205"/>
                  <a:pt x="198734" y="99205"/>
                </a:cubicBezTo>
                <a:cubicBezTo>
                  <a:pt x="203958" y="99205"/>
                  <a:pt x="208319" y="97597"/>
                  <a:pt x="211818" y="94382"/>
                </a:cubicBezTo>
                <a:cubicBezTo>
                  <a:pt x="215317" y="91166"/>
                  <a:pt x="217535" y="86219"/>
                  <a:pt x="218471" y="79542"/>
                </a:cubicBezTo>
                <a:close/>
                <a:moveTo>
                  <a:pt x="294169" y="98466"/>
                </a:moveTo>
                <a:cubicBezTo>
                  <a:pt x="289241" y="102737"/>
                  <a:pt x="284497" y="105751"/>
                  <a:pt x="279939" y="107510"/>
                </a:cubicBezTo>
                <a:cubicBezTo>
                  <a:pt x="275380" y="109267"/>
                  <a:pt x="270489" y="110146"/>
                  <a:pt x="265265" y="110146"/>
                </a:cubicBezTo>
                <a:cubicBezTo>
                  <a:pt x="256640" y="110146"/>
                  <a:pt x="250012" y="108039"/>
                  <a:pt x="245379" y="103825"/>
                </a:cubicBezTo>
                <a:cubicBezTo>
                  <a:pt x="240747" y="99612"/>
                  <a:pt x="238431" y="94228"/>
                  <a:pt x="238431" y="87673"/>
                </a:cubicBezTo>
                <a:cubicBezTo>
                  <a:pt x="238431" y="83829"/>
                  <a:pt x="239305" y="80318"/>
                  <a:pt x="241055" y="77139"/>
                </a:cubicBezTo>
                <a:cubicBezTo>
                  <a:pt x="242804" y="73960"/>
                  <a:pt x="245096" y="71410"/>
                  <a:pt x="247930" y="69488"/>
                </a:cubicBezTo>
                <a:cubicBezTo>
                  <a:pt x="250763" y="67566"/>
                  <a:pt x="253955" y="66112"/>
                  <a:pt x="257503" y="65126"/>
                </a:cubicBezTo>
                <a:cubicBezTo>
                  <a:pt x="260115" y="64437"/>
                  <a:pt x="264057" y="63771"/>
                  <a:pt x="269331" y="63131"/>
                </a:cubicBezTo>
                <a:cubicBezTo>
                  <a:pt x="280074" y="61849"/>
                  <a:pt x="287984" y="60321"/>
                  <a:pt x="293060" y="58547"/>
                </a:cubicBezTo>
                <a:cubicBezTo>
                  <a:pt x="293109" y="56732"/>
                  <a:pt x="293134" y="55578"/>
                  <a:pt x="293134" y="55087"/>
                </a:cubicBezTo>
                <a:cubicBezTo>
                  <a:pt x="293134" y="49686"/>
                  <a:pt x="291877" y="45881"/>
                  <a:pt x="289364" y="43673"/>
                </a:cubicBezTo>
                <a:cubicBezTo>
                  <a:pt x="285963" y="40677"/>
                  <a:pt x="280912" y="39179"/>
                  <a:pt x="274210" y="39179"/>
                </a:cubicBezTo>
                <a:cubicBezTo>
                  <a:pt x="267951" y="39179"/>
                  <a:pt x="263330" y="40276"/>
                  <a:pt x="260349" y="42469"/>
                </a:cubicBezTo>
                <a:cubicBezTo>
                  <a:pt x="257367" y="44662"/>
                  <a:pt x="255162" y="48543"/>
                  <a:pt x="253733" y="54112"/>
                </a:cubicBezTo>
                <a:lnTo>
                  <a:pt x="240722" y="52338"/>
                </a:lnTo>
                <a:cubicBezTo>
                  <a:pt x="241905" y="46752"/>
                  <a:pt x="243852" y="42241"/>
                  <a:pt x="246562" y="38805"/>
                </a:cubicBezTo>
                <a:cubicBezTo>
                  <a:pt x="249273" y="35369"/>
                  <a:pt x="253191" y="32725"/>
                  <a:pt x="258316" y="30872"/>
                </a:cubicBezTo>
                <a:cubicBezTo>
                  <a:pt x="263441" y="29018"/>
                  <a:pt x="269380" y="28091"/>
                  <a:pt x="276132" y="28091"/>
                </a:cubicBezTo>
                <a:cubicBezTo>
                  <a:pt x="282834" y="28091"/>
                  <a:pt x="288280" y="28882"/>
                  <a:pt x="292469" y="30466"/>
                </a:cubicBezTo>
                <a:cubicBezTo>
                  <a:pt x="296658" y="32047"/>
                  <a:pt x="299738" y="34038"/>
                  <a:pt x="301709" y="36437"/>
                </a:cubicBezTo>
                <a:cubicBezTo>
                  <a:pt x="303680" y="38835"/>
                  <a:pt x="305060" y="41864"/>
                  <a:pt x="305849" y="45525"/>
                </a:cubicBezTo>
                <a:cubicBezTo>
                  <a:pt x="306292" y="47800"/>
                  <a:pt x="306514" y="51886"/>
                  <a:pt x="306514" y="57783"/>
                </a:cubicBezTo>
                <a:lnTo>
                  <a:pt x="306514" y="75473"/>
                </a:lnTo>
                <a:cubicBezTo>
                  <a:pt x="306514" y="87808"/>
                  <a:pt x="306797" y="95620"/>
                  <a:pt x="307364" y="98909"/>
                </a:cubicBezTo>
                <a:cubicBezTo>
                  <a:pt x="307931" y="102199"/>
                  <a:pt x="309052" y="105353"/>
                  <a:pt x="310728" y="108372"/>
                </a:cubicBezTo>
                <a:lnTo>
                  <a:pt x="296830" y="108372"/>
                </a:lnTo>
                <a:cubicBezTo>
                  <a:pt x="295450" y="105549"/>
                  <a:pt x="294563" y="102247"/>
                  <a:pt x="294169" y="98466"/>
                </a:cubicBezTo>
                <a:moveTo>
                  <a:pt x="293060" y="69044"/>
                </a:moveTo>
                <a:cubicBezTo>
                  <a:pt x="288230" y="71006"/>
                  <a:pt x="280986" y="72674"/>
                  <a:pt x="271327" y="74048"/>
                </a:cubicBezTo>
                <a:cubicBezTo>
                  <a:pt x="265856" y="74832"/>
                  <a:pt x="261988" y="75714"/>
                  <a:pt x="259721" y="76695"/>
                </a:cubicBezTo>
                <a:cubicBezTo>
                  <a:pt x="257454" y="77677"/>
                  <a:pt x="255704" y="79111"/>
                  <a:pt x="254472" y="80999"/>
                </a:cubicBezTo>
                <a:cubicBezTo>
                  <a:pt x="253240" y="82887"/>
                  <a:pt x="252624" y="84984"/>
                  <a:pt x="252624" y="87290"/>
                </a:cubicBezTo>
                <a:cubicBezTo>
                  <a:pt x="252624" y="90821"/>
                  <a:pt x="253967" y="93764"/>
                  <a:pt x="256653" y="96119"/>
                </a:cubicBezTo>
                <a:cubicBezTo>
                  <a:pt x="259339" y="98472"/>
                  <a:pt x="263269" y="99649"/>
                  <a:pt x="268443" y="99649"/>
                </a:cubicBezTo>
                <a:cubicBezTo>
                  <a:pt x="273569" y="99649"/>
                  <a:pt x="278127" y="98531"/>
                  <a:pt x="282119" y="96297"/>
                </a:cubicBezTo>
                <a:cubicBezTo>
                  <a:pt x="286111" y="94061"/>
                  <a:pt x="289043" y="91006"/>
                  <a:pt x="290916" y="87133"/>
                </a:cubicBezTo>
                <a:cubicBezTo>
                  <a:pt x="292345" y="84143"/>
                  <a:pt x="293060" y="79732"/>
                  <a:pt x="293060" y="73898"/>
                </a:cubicBezTo>
                <a:lnTo>
                  <a:pt x="293060" y="69044"/>
                </a:lnTo>
                <a:close/>
                <a:moveTo>
                  <a:pt x="326820" y="108372"/>
                </a:moveTo>
                <a:lnTo>
                  <a:pt x="326820" y="0"/>
                </a:lnTo>
                <a:lnTo>
                  <a:pt x="340126" y="0"/>
                </a:lnTo>
                <a:lnTo>
                  <a:pt x="340126" y="108372"/>
                </a:lnTo>
                <a:lnTo>
                  <a:pt x="326820" y="108372"/>
                </a:lnTo>
                <a:close/>
                <a:moveTo>
                  <a:pt x="404658" y="108372"/>
                </a:moveTo>
                <a:lnTo>
                  <a:pt x="404658" y="0"/>
                </a:lnTo>
                <a:lnTo>
                  <a:pt x="483016" y="0"/>
                </a:lnTo>
                <a:lnTo>
                  <a:pt x="483016" y="12863"/>
                </a:lnTo>
                <a:lnTo>
                  <a:pt x="418999" y="12863"/>
                </a:lnTo>
                <a:lnTo>
                  <a:pt x="418999" y="45832"/>
                </a:lnTo>
                <a:lnTo>
                  <a:pt x="478951" y="45832"/>
                </a:lnTo>
                <a:lnTo>
                  <a:pt x="478951" y="58695"/>
                </a:lnTo>
                <a:lnTo>
                  <a:pt x="418999" y="58695"/>
                </a:lnTo>
                <a:lnTo>
                  <a:pt x="418999" y="95509"/>
                </a:lnTo>
                <a:lnTo>
                  <a:pt x="485530" y="95509"/>
                </a:lnTo>
                <a:lnTo>
                  <a:pt x="485530" y="108372"/>
                </a:lnTo>
                <a:lnTo>
                  <a:pt x="404658" y="108372"/>
                </a:lnTo>
                <a:close/>
                <a:moveTo>
                  <a:pt x="503491" y="108372"/>
                </a:moveTo>
                <a:lnTo>
                  <a:pt x="503491" y="29865"/>
                </a:lnTo>
                <a:lnTo>
                  <a:pt x="515466" y="29865"/>
                </a:lnTo>
                <a:lnTo>
                  <a:pt x="515466" y="41027"/>
                </a:lnTo>
                <a:cubicBezTo>
                  <a:pt x="521232" y="32403"/>
                  <a:pt x="529561" y="28091"/>
                  <a:pt x="540452" y="28091"/>
                </a:cubicBezTo>
                <a:cubicBezTo>
                  <a:pt x="545184" y="28091"/>
                  <a:pt x="549533" y="28941"/>
                  <a:pt x="553500" y="30641"/>
                </a:cubicBezTo>
                <a:cubicBezTo>
                  <a:pt x="557467" y="32341"/>
                  <a:pt x="560436" y="34571"/>
                  <a:pt x="562408" y="37331"/>
                </a:cubicBezTo>
                <a:cubicBezTo>
                  <a:pt x="564379" y="40091"/>
                  <a:pt x="565759" y="43368"/>
                  <a:pt x="566547" y="47163"/>
                </a:cubicBezTo>
                <a:cubicBezTo>
                  <a:pt x="567040" y="49627"/>
                  <a:pt x="567287" y="53939"/>
                  <a:pt x="567287" y="60100"/>
                </a:cubicBezTo>
                <a:lnTo>
                  <a:pt x="567287" y="108372"/>
                </a:lnTo>
                <a:lnTo>
                  <a:pt x="553980" y="108372"/>
                </a:lnTo>
                <a:lnTo>
                  <a:pt x="553980" y="60617"/>
                </a:lnTo>
                <a:cubicBezTo>
                  <a:pt x="553980" y="55196"/>
                  <a:pt x="553463" y="51143"/>
                  <a:pt x="552428" y="48457"/>
                </a:cubicBezTo>
                <a:cubicBezTo>
                  <a:pt x="551393" y="45771"/>
                  <a:pt x="549557" y="43627"/>
                  <a:pt x="546921" y="42025"/>
                </a:cubicBezTo>
                <a:cubicBezTo>
                  <a:pt x="544284" y="40424"/>
                  <a:pt x="541192" y="39623"/>
                  <a:pt x="537643" y="39623"/>
                </a:cubicBezTo>
                <a:cubicBezTo>
                  <a:pt x="531976" y="39623"/>
                  <a:pt x="527085" y="41422"/>
                  <a:pt x="522970" y="45019"/>
                </a:cubicBezTo>
                <a:cubicBezTo>
                  <a:pt x="518855" y="48617"/>
                  <a:pt x="516797" y="55443"/>
                  <a:pt x="516797" y="65496"/>
                </a:cubicBezTo>
                <a:lnTo>
                  <a:pt x="516797" y="108372"/>
                </a:lnTo>
                <a:lnTo>
                  <a:pt x="503491" y="108372"/>
                </a:lnTo>
                <a:close/>
                <a:moveTo>
                  <a:pt x="638896" y="79542"/>
                </a:moveTo>
                <a:lnTo>
                  <a:pt x="651980" y="81316"/>
                </a:lnTo>
                <a:cubicBezTo>
                  <a:pt x="650551" y="90334"/>
                  <a:pt x="646892" y="97394"/>
                  <a:pt x="641002" y="102495"/>
                </a:cubicBezTo>
                <a:cubicBezTo>
                  <a:pt x="635113" y="107595"/>
                  <a:pt x="627881" y="110146"/>
                  <a:pt x="619306" y="110146"/>
                </a:cubicBezTo>
                <a:cubicBezTo>
                  <a:pt x="608562" y="110146"/>
                  <a:pt x="599926" y="106634"/>
                  <a:pt x="593396" y="99612"/>
                </a:cubicBezTo>
                <a:cubicBezTo>
                  <a:pt x="586866" y="92589"/>
                  <a:pt x="583601" y="82523"/>
                  <a:pt x="583601" y="69414"/>
                </a:cubicBezTo>
                <a:cubicBezTo>
                  <a:pt x="583601" y="60937"/>
                  <a:pt x="585005" y="53521"/>
                  <a:pt x="587815" y="47163"/>
                </a:cubicBezTo>
                <a:cubicBezTo>
                  <a:pt x="590624" y="40806"/>
                  <a:pt x="594899" y="36038"/>
                  <a:pt x="600640" y="32859"/>
                </a:cubicBezTo>
                <a:cubicBezTo>
                  <a:pt x="606382" y="29680"/>
                  <a:pt x="612628" y="28091"/>
                  <a:pt x="619380" y="28091"/>
                </a:cubicBezTo>
                <a:cubicBezTo>
                  <a:pt x="627906" y="28091"/>
                  <a:pt x="634879" y="30235"/>
                  <a:pt x="640300" y="34522"/>
                </a:cubicBezTo>
                <a:cubicBezTo>
                  <a:pt x="645721" y="38808"/>
                  <a:pt x="649196" y="44895"/>
                  <a:pt x="650723" y="52781"/>
                </a:cubicBezTo>
                <a:lnTo>
                  <a:pt x="637787" y="54851"/>
                </a:lnTo>
                <a:cubicBezTo>
                  <a:pt x="636555" y="49603"/>
                  <a:pt x="634374" y="45654"/>
                  <a:pt x="631245" y="43005"/>
                </a:cubicBezTo>
                <a:cubicBezTo>
                  <a:pt x="628115" y="40356"/>
                  <a:pt x="624333" y="39032"/>
                  <a:pt x="619897" y="39032"/>
                </a:cubicBezTo>
                <a:cubicBezTo>
                  <a:pt x="613195" y="39032"/>
                  <a:pt x="607749" y="41434"/>
                  <a:pt x="603560" y="46239"/>
                </a:cubicBezTo>
                <a:cubicBezTo>
                  <a:pt x="599371" y="51044"/>
                  <a:pt x="597277" y="58646"/>
                  <a:pt x="597277" y="69044"/>
                </a:cubicBezTo>
                <a:cubicBezTo>
                  <a:pt x="597277" y="79591"/>
                  <a:pt x="599297" y="87254"/>
                  <a:pt x="603338" y="92035"/>
                </a:cubicBezTo>
                <a:cubicBezTo>
                  <a:pt x="607380" y="96815"/>
                  <a:pt x="612653" y="99205"/>
                  <a:pt x="619158" y="99205"/>
                </a:cubicBezTo>
                <a:cubicBezTo>
                  <a:pt x="624382" y="99205"/>
                  <a:pt x="628743" y="97597"/>
                  <a:pt x="632243" y="94382"/>
                </a:cubicBezTo>
                <a:cubicBezTo>
                  <a:pt x="635742" y="91166"/>
                  <a:pt x="637959" y="86219"/>
                  <a:pt x="638896" y="79542"/>
                </a:cubicBezTo>
                <a:close/>
                <a:moveTo>
                  <a:pt x="658411" y="69118"/>
                </a:moveTo>
                <a:cubicBezTo>
                  <a:pt x="658411" y="54580"/>
                  <a:pt x="662452" y="43812"/>
                  <a:pt x="670535" y="36814"/>
                </a:cubicBezTo>
                <a:cubicBezTo>
                  <a:pt x="677286" y="30999"/>
                  <a:pt x="685517" y="28091"/>
                  <a:pt x="695225" y="28091"/>
                </a:cubicBezTo>
                <a:cubicBezTo>
                  <a:pt x="706018" y="28091"/>
                  <a:pt x="714840" y="31627"/>
                  <a:pt x="721690" y="38699"/>
                </a:cubicBezTo>
                <a:cubicBezTo>
                  <a:pt x="728540" y="45771"/>
                  <a:pt x="731965" y="55541"/>
                  <a:pt x="731965" y="68009"/>
                </a:cubicBezTo>
                <a:cubicBezTo>
                  <a:pt x="731965" y="78112"/>
                  <a:pt x="730450" y="86059"/>
                  <a:pt x="727419" y="91850"/>
                </a:cubicBezTo>
                <a:cubicBezTo>
                  <a:pt x="724388" y="97640"/>
                  <a:pt x="719977" y="102137"/>
                  <a:pt x="714187" y="105341"/>
                </a:cubicBezTo>
                <a:cubicBezTo>
                  <a:pt x="708396" y="108544"/>
                  <a:pt x="702075" y="110146"/>
                  <a:pt x="695225" y="110146"/>
                </a:cubicBezTo>
                <a:cubicBezTo>
                  <a:pt x="684235" y="110146"/>
                  <a:pt x="675352" y="106622"/>
                  <a:pt x="668576" y="99575"/>
                </a:cubicBezTo>
                <a:cubicBezTo>
                  <a:pt x="661799" y="92527"/>
                  <a:pt x="658411" y="82375"/>
                  <a:pt x="658411" y="69118"/>
                </a:cubicBezTo>
                <a:moveTo>
                  <a:pt x="672087" y="69155"/>
                </a:moveTo>
                <a:cubicBezTo>
                  <a:pt x="672087" y="79197"/>
                  <a:pt x="674280" y="86715"/>
                  <a:pt x="678666" y="91711"/>
                </a:cubicBezTo>
                <a:cubicBezTo>
                  <a:pt x="683052" y="96707"/>
                  <a:pt x="688572" y="99205"/>
                  <a:pt x="695225" y="99205"/>
                </a:cubicBezTo>
                <a:cubicBezTo>
                  <a:pt x="701829" y="99205"/>
                  <a:pt x="707324" y="96695"/>
                  <a:pt x="711710" y="91674"/>
                </a:cubicBezTo>
                <a:cubicBezTo>
                  <a:pt x="716096" y="86654"/>
                  <a:pt x="718289" y="78999"/>
                  <a:pt x="718289" y="68712"/>
                </a:cubicBezTo>
                <a:cubicBezTo>
                  <a:pt x="718289" y="59015"/>
                  <a:pt x="716084" y="51669"/>
                  <a:pt x="711673" y="46673"/>
                </a:cubicBezTo>
                <a:cubicBezTo>
                  <a:pt x="707262" y="41677"/>
                  <a:pt x="701780" y="39179"/>
                  <a:pt x="695225" y="39179"/>
                </a:cubicBezTo>
                <a:cubicBezTo>
                  <a:pt x="688572" y="39179"/>
                  <a:pt x="683052" y="41665"/>
                  <a:pt x="678666" y="46636"/>
                </a:cubicBezTo>
                <a:cubicBezTo>
                  <a:pt x="674280" y="51608"/>
                  <a:pt x="672087" y="59114"/>
                  <a:pt x="672087" y="69155"/>
                </a:cubicBezTo>
                <a:close/>
                <a:moveTo>
                  <a:pt x="798473" y="108372"/>
                </a:moveTo>
                <a:lnTo>
                  <a:pt x="798473" y="98466"/>
                </a:lnTo>
                <a:cubicBezTo>
                  <a:pt x="793496" y="106253"/>
                  <a:pt x="786177" y="110146"/>
                  <a:pt x="776518" y="110146"/>
                </a:cubicBezTo>
                <a:cubicBezTo>
                  <a:pt x="770259" y="110146"/>
                  <a:pt x="764505" y="108421"/>
                  <a:pt x="759257" y="104971"/>
                </a:cubicBezTo>
                <a:cubicBezTo>
                  <a:pt x="754008" y="101521"/>
                  <a:pt x="749942" y="96704"/>
                  <a:pt x="747059" y="90519"/>
                </a:cubicBezTo>
                <a:cubicBezTo>
                  <a:pt x="744176" y="84334"/>
                  <a:pt x="742735" y="77225"/>
                  <a:pt x="742735" y="69192"/>
                </a:cubicBezTo>
                <a:cubicBezTo>
                  <a:pt x="742735" y="61356"/>
                  <a:pt x="744041" y="54247"/>
                  <a:pt x="746653" y="47865"/>
                </a:cubicBezTo>
                <a:cubicBezTo>
                  <a:pt x="749265" y="41483"/>
                  <a:pt x="753183" y="36592"/>
                  <a:pt x="758407" y="33192"/>
                </a:cubicBezTo>
                <a:cubicBezTo>
                  <a:pt x="763631" y="29791"/>
                  <a:pt x="769470" y="28091"/>
                  <a:pt x="775926" y="28091"/>
                </a:cubicBezTo>
                <a:cubicBezTo>
                  <a:pt x="780658" y="28091"/>
                  <a:pt x="784871" y="29096"/>
                  <a:pt x="788567" y="31106"/>
                </a:cubicBezTo>
                <a:cubicBezTo>
                  <a:pt x="792263" y="33114"/>
                  <a:pt x="795270" y="35730"/>
                  <a:pt x="797586" y="38955"/>
                </a:cubicBezTo>
                <a:lnTo>
                  <a:pt x="797586" y="0"/>
                </a:lnTo>
                <a:lnTo>
                  <a:pt x="810818" y="0"/>
                </a:lnTo>
                <a:lnTo>
                  <a:pt x="810818" y="108372"/>
                </a:lnTo>
                <a:lnTo>
                  <a:pt x="798473" y="108372"/>
                </a:lnTo>
                <a:moveTo>
                  <a:pt x="756411" y="69229"/>
                </a:moveTo>
                <a:cubicBezTo>
                  <a:pt x="756411" y="79270"/>
                  <a:pt x="758530" y="86777"/>
                  <a:pt x="762768" y="91748"/>
                </a:cubicBezTo>
                <a:cubicBezTo>
                  <a:pt x="767006" y="96719"/>
                  <a:pt x="772008" y="99205"/>
                  <a:pt x="777775" y="99205"/>
                </a:cubicBezTo>
                <a:cubicBezTo>
                  <a:pt x="783590" y="99205"/>
                  <a:pt x="788530" y="96830"/>
                  <a:pt x="792596" y="92081"/>
                </a:cubicBezTo>
                <a:cubicBezTo>
                  <a:pt x="796662" y="87331"/>
                  <a:pt x="798695" y="80083"/>
                  <a:pt x="798695" y="70336"/>
                </a:cubicBezTo>
                <a:cubicBezTo>
                  <a:pt x="798695" y="59606"/>
                  <a:pt x="796625" y="51731"/>
                  <a:pt x="792485" y="46710"/>
                </a:cubicBezTo>
                <a:cubicBezTo>
                  <a:pt x="788346" y="41690"/>
                  <a:pt x="783245" y="39179"/>
                  <a:pt x="777183" y="39179"/>
                </a:cubicBezTo>
                <a:cubicBezTo>
                  <a:pt x="771269" y="39179"/>
                  <a:pt x="766329" y="41591"/>
                  <a:pt x="762361" y="46415"/>
                </a:cubicBezTo>
                <a:cubicBezTo>
                  <a:pt x="758394" y="51238"/>
                  <a:pt x="756411" y="58843"/>
                  <a:pt x="756411" y="69229"/>
                </a:cubicBezTo>
                <a:close/>
                <a:moveTo>
                  <a:pt x="885458" y="82942"/>
                </a:moveTo>
                <a:lnTo>
                  <a:pt x="899207" y="84716"/>
                </a:lnTo>
                <a:cubicBezTo>
                  <a:pt x="897039" y="92772"/>
                  <a:pt x="893022" y="99025"/>
                  <a:pt x="887158" y="103474"/>
                </a:cubicBezTo>
                <a:cubicBezTo>
                  <a:pt x="881293" y="107922"/>
                  <a:pt x="873802" y="110146"/>
                  <a:pt x="864685" y="110146"/>
                </a:cubicBezTo>
                <a:cubicBezTo>
                  <a:pt x="853202" y="110146"/>
                  <a:pt x="844097" y="106610"/>
                  <a:pt x="837370" y="99538"/>
                </a:cubicBezTo>
                <a:cubicBezTo>
                  <a:pt x="830643" y="92466"/>
                  <a:pt x="827280" y="82548"/>
                  <a:pt x="827280" y="69784"/>
                </a:cubicBezTo>
                <a:cubicBezTo>
                  <a:pt x="827280" y="56576"/>
                  <a:pt x="830680" y="46325"/>
                  <a:pt x="837481" y="39032"/>
                </a:cubicBezTo>
                <a:cubicBezTo>
                  <a:pt x="844282" y="31738"/>
                  <a:pt x="853104" y="28091"/>
                  <a:pt x="863946" y="28091"/>
                </a:cubicBezTo>
                <a:cubicBezTo>
                  <a:pt x="874443" y="28091"/>
                  <a:pt x="883018" y="31658"/>
                  <a:pt x="889671" y="38794"/>
                </a:cubicBezTo>
                <a:cubicBezTo>
                  <a:pt x="896324" y="45927"/>
                  <a:pt x="899651" y="55964"/>
                  <a:pt x="899651" y="68904"/>
                </a:cubicBezTo>
                <a:cubicBezTo>
                  <a:pt x="899651" y="69690"/>
                  <a:pt x="899626" y="70871"/>
                  <a:pt x="899577" y="72445"/>
                </a:cubicBezTo>
                <a:lnTo>
                  <a:pt x="841030" y="72445"/>
                </a:lnTo>
                <a:cubicBezTo>
                  <a:pt x="841522" y="81094"/>
                  <a:pt x="843962" y="87716"/>
                  <a:pt x="848348" y="92312"/>
                </a:cubicBezTo>
                <a:cubicBezTo>
                  <a:pt x="852734" y="96907"/>
                  <a:pt x="858204" y="99205"/>
                  <a:pt x="864759" y="99205"/>
                </a:cubicBezTo>
                <a:cubicBezTo>
                  <a:pt x="869638" y="99205"/>
                  <a:pt x="873802" y="97912"/>
                  <a:pt x="877252" y="95326"/>
                </a:cubicBezTo>
                <a:cubicBezTo>
                  <a:pt x="880702" y="92739"/>
                  <a:pt x="883437" y="88611"/>
                  <a:pt x="885458" y="82942"/>
                </a:cubicBezTo>
                <a:moveTo>
                  <a:pt x="841769" y="61504"/>
                </a:moveTo>
                <a:lnTo>
                  <a:pt x="885605" y="61504"/>
                </a:lnTo>
                <a:cubicBezTo>
                  <a:pt x="885014" y="54922"/>
                  <a:pt x="883338" y="49985"/>
                  <a:pt x="880579" y="46694"/>
                </a:cubicBezTo>
                <a:cubicBezTo>
                  <a:pt x="876340" y="41586"/>
                  <a:pt x="870845" y="39032"/>
                  <a:pt x="864094" y="39032"/>
                </a:cubicBezTo>
                <a:cubicBezTo>
                  <a:pt x="857983" y="39032"/>
                  <a:pt x="852845" y="41071"/>
                  <a:pt x="848681" y="45149"/>
                </a:cubicBezTo>
                <a:cubicBezTo>
                  <a:pt x="844516" y="49225"/>
                  <a:pt x="842212" y="54677"/>
                  <a:pt x="841769" y="61504"/>
                </a:cubicBezTo>
                <a:close/>
                <a:moveTo>
                  <a:pt x="915743" y="108372"/>
                </a:moveTo>
                <a:lnTo>
                  <a:pt x="915743" y="29865"/>
                </a:lnTo>
                <a:lnTo>
                  <a:pt x="927719" y="29865"/>
                </a:lnTo>
                <a:lnTo>
                  <a:pt x="927719" y="41767"/>
                </a:lnTo>
                <a:cubicBezTo>
                  <a:pt x="930774" y="36198"/>
                  <a:pt x="933596" y="32526"/>
                  <a:pt x="936183" y="30752"/>
                </a:cubicBezTo>
                <a:cubicBezTo>
                  <a:pt x="938770" y="28978"/>
                  <a:pt x="941617" y="28091"/>
                  <a:pt x="944721" y="28091"/>
                </a:cubicBezTo>
                <a:cubicBezTo>
                  <a:pt x="949206" y="28091"/>
                  <a:pt x="953765" y="29520"/>
                  <a:pt x="958397" y="32378"/>
                </a:cubicBezTo>
                <a:lnTo>
                  <a:pt x="953814" y="44714"/>
                </a:lnTo>
                <a:cubicBezTo>
                  <a:pt x="950561" y="42799"/>
                  <a:pt x="947309" y="41841"/>
                  <a:pt x="944056" y="41841"/>
                </a:cubicBezTo>
                <a:cubicBezTo>
                  <a:pt x="941148" y="41841"/>
                  <a:pt x="938536" y="42715"/>
                  <a:pt x="936220" y="44465"/>
                </a:cubicBezTo>
                <a:cubicBezTo>
                  <a:pt x="933904" y="46214"/>
                  <a:pt x="932253" y="48642"/>
                  <a:pt x="931267" y="51746"/>
                </a:cubicBezTo>
                <a:cubicBezTo>
                  <a:pt x="929789" y="56477"/>
                  <a:pt x="929050" y="61652"/>
                  <a:pt x="929050" y="67270"/>
                </a:cubicBezTo>
                <a:lnTo>
                  <a:pt x="929050" y="108372"/>
                </a:lnTo>
                <a:lnTo>
                  <a:pt x="915743" y="10837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AD4BFC-7D37-40F3-AE31-739F76679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81" y="3770608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F1B1D5-DAB0-4FCD-9F7A-46A662A42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481" y="3770608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120748-2039-41CA-8094-9AB524302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708" y="3770608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652E3F5-53D7-4937-98D8-27ABF4146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708" y="3770608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5F8F26-2A5D-4EF8-8318-75FE53E74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34" y="3770608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BCC8CA-80B2-4B1B-ACCB-BF66069A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934" y="3770608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20830C-E72D-4F1B-84E3-F30EC8F0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161" y="3770608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8F34BB-59E3-402D-AE1A-D81A42CF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161" y="3770608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EB2DCE-9935-4644-A147-EBD9C5D85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388" y="3770608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930F55-8F8F-4BD0-B263-23C464AA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7388" y="3770608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4C9271-366B-4D15-9AD6-407B8BCA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615" y="3770608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E1A5E9-1298-44EE-9A0A-EED3F8CC9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3615" y="3770608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219C74-2C23-4DAF-B6E1-0D801793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9841" y="3770608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E3762D-95A6-47C6-B88A-EA820E5B7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9841" y="3770608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C1934C-6BBE-4150-935F-7E442A8E2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068" y="3770608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C716B9-5967-46DA-B687-93740DC8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068" y="3770608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04DB2D-C474-401B-A4AD-796864244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2295" y="3770608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19EEE2-68B2-4CC9-BD9E-C4AFE75D8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2295" y="3770608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6E9CF0-D76A-4CA6-BC5F-A564D1C90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8522" y="3770608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1A1C39-B40A-4147-ABFF-8F4BDBD36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8522" y="3770608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2AC11B-5717-4E6E-AF47-65B7EB477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748" y="3770608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A9C9B4-BC7C-443C-A365-2241BCB7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4748" y="3770608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CC77EE-1CD1-4B44-84E7-CE72D4097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0975" y="3770608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8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034F1D-ADFA-41CB-892A-DCF62A8C9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0975" y="3770608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8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E868CA-C637-4BB5-81D5-4FD76BD50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202" y="3770608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680D78-7076-4C83-9865-DEB7948D0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7202" y="3770608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E5AD95-59AE-4503-AA10-E8AD7DCF2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429" y="3770608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B6CF2F-D03C-4EAA-AE87-CE86B29A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3429" y="3770608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AF5946-00D0-4FE9-BDE2-D858045E6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655" y="3770608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36E5BF-DDCE-400D-9A62-4A1A05E9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655" y="3770608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99515E-EE65-48D8-A325-93337B952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5882" y="3770608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FFF2C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47ED4A-E9B5-49EC-8307-B51BE199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5882" y="3770608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172891-5AB2-4EE3-BE97-79E80799D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33" y="993485"/>
            <a:ext cx="1827827" cy="284670"/>
          </a:xfrm>
          <a:custGeom xmlns:a="http://schemas.openxmlformats.org/drawingml/2006/main">
            <a:pathLst>
              <a:path w="1827827" h="284670">
                <a:moveTo>
                  <a:pt x="0" y="47446"/>
                </a:moveTo>
                <a:lnTo>
                  <a:pt x="0" y="47446"/>
                </a:lnTo>
                <a:cubicBezTo>
                  <a:pt x="0" y="21242"/>
                  <a:pt x="21242" y="0"/>
                  <a:pt x="47446" y="0"/>
                </a:cubicBezTo>
                <a:lnTo>
                  <a:pt x="1780381" y="0"/>
                </a:lnTo>
                <a:cubicBezTo>
                  <a:pt x="1792964" y="0"/>
                  <a:pt x="1805033" y="4999"/>
                  <a:pt x="1813931" y="13897"/>
                </a:cubicBezTo>
                <a:cubicBezTo>
                  <a:pt x="1822828" y="22794"/>
                  <a:pt x="1827827" y="34863"/>
                  <a:pt x="1827827" y="47446"/>
                </a:cubicBezTo>
                <a:lnTo>
                  <a:pt x="1827827" y="237224"/>
                </a:lnTo>
                <a:cubicBezTo>
                  <a:pt x="1827827" y="263428"/>
                  <a:pt x="1806585" y="284670"/>
                  <a:pt x="1780381" y="284670"/>
                </a:cubicBezTo>
                <a:lnTo>
                  <a:pt x="47446" y="284670"/>
                </a:lnTo>
                <a:cubicBezTo>
                  <a:pt x="21242" y="284670"/>
                  <a:pt x="0" y="263428"/>
                  <a:pt x="0" y="237224"/>
                </a:cubicBezTo>
                <a:lnTo>
                  <a:pt x="0" y="4744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B857CA-EA83-42E9-B228-1A9CEFCF6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133" y="993485"/>
            <a:ext cx="1827827" cy="284670"/>
          </a:xfrm>
          <a:custGeom xmlns:a="http://schemas.openxmlformats.org/drawingml/2006/main">
            <a:pathLst>
              <a:path w="1827827" h="284670" fill="none">
                <a:moveTo>
                  <a:pt x="0" y="47446"/>
                </a:moveTo>
                <a:lnTo>
                  <a:pt x="0" y="47446"/>
                </a:lnTo>
                <a:cubicBezTo>
                  <a:pt x="0" y="21242"/>
                  <a:pt x="21242" y="0"/>
                  <a:pt x="47446" y="0"/>
                </a:cubicBezTo>
                <a:lnTo>
                  <a:pt x="1780381" y="0"/>
                </a:lnTo>
                <a:cubicBezTo>
                  <a:pt x="1792964" y="0"/>
                  <a:pt x="1805033" y="4999"/>
                  <a:pt x="1813931" y="13897"/>
                </a:cubicBezTo>
                <a:cubicBezTo>
                  <a:pt x="1822828" y="22794"/>
                  <a:pt x="1827827" y="34863"/>
                  <a:pt x="1827827" y="47446"/>
                </a:cubicBezTo>
                <a:lnTo>
                  <a:pt x="1827827" y="237224"/>
                </a:lnTo>
                <a:cubicBezTo>
                  <a:pt x="1827827" y="263428"/>
                  <a:pt x="1806585" y="284670"/>
                  <a:pt x="1780381" y="284670"/>
                </a:cubicBezTo>
                <a:lnTo>
                  <a:pt x="47446" y="284670"/>
                </a:lnTo>
                <a:cubicBezTo>
                  <a:pt x="21242" y="284670"/>
                  <a:pt x="0" y="263428"/>
                  <a:pt x="0" y="237224"/>
                </a:cubicBezTo>
                <a:lnTo>
                  <a:pt x="0" y="474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506473-B698-4EAC-89B6-B8CE08AA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8712" y="993488"/>
            <a:ext cx="1258486" cy="284670"/>
          </a:xfrm>
          <a:custGeom xmlns:a="http://schemas.openxmlformats.org/drawingml/2006/main">
            <a:pathLst>
              <a:path w="1258486" h="284670">
                <a:moveTo>
                  <a:pt x="0" y="47446"/>
                </a:moveTo>
                <a:lnTo>
                  <a:pt x="0" y="47446"/>
                </a:lnTo>
                <a:cubicBezTo>
                  <a:pt x="0" y="21242"/>
                  <a:pt x="21242" y="0"/>
                  <a:pt x="47446" y="0"/>
                </a:cubicBezTo>
                <a:lnTo>
                  <a:pt x="1211040" y="0"/>
                </a:lnTo>
                <a:cubicBezTo>
                  <a:pt x="1223624" y="0"/>
                  <a:pt x="1235692" y="4999"/>
                  <a:pt x="1244590" y="13897"/>
                </a:cubicBezTo>
                <a:cubicBezTo>
                  <a:pt x="1253488" y="22794"/>
                  <a:pt x="1258486" y="34863"/>
                  <a:pt x="1258486" y="47446"/>
                </a:cubicBezTo>
                <a:lnTo>
                  <a:pt x="1258486" y="237224"/>
                </a:lnTo>
                <a:cubicBezTo>
                  <a:pt x="1258486" y="263428"/>
                  <a:pt x="1237244" y="284670"/>
                  <a:pt x="1211040" y="284670"/>
                </a:cubicBezTo>
                <a:lnTo>
                  <a:pt x="47446" y="284670"/>
                </a:lnTo>
                <a:cubicBezTo>
                  <a:pt x="21242" y="284670"/>
                  <a:pt x="0" y="263428"/>
                  <a:pt x="0" y="237224"/>
                </a:cubicBezTo>
                <a:lnTo>
                  <a:pt x="0" y="4744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D2AA0C-FE1A-4DB9-9FD3-25CCF9CF2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8712" y="993488"/>
            <a:ext cx="1258486" cy="284670"/>
          </a:xfrm>
          <a:custGeom xmlns:a="http://schemas.openxmlformats.org/drawingml/2006/main">
            <a:pathLst>
              <a:path w="1258486" h="284670" fill="none">
                <a:moveTo>
                  <a:pt x="0" y="47446"/>
                </a:moveTo>
                <a:lnTo>
                  <a:pt x="0" y="47446"/>
                </a:lnTo>
                <a:cubicBezTo>
                  <a:pt x="0" y="21242"/>
                  <a:pt x="21242" y="0"/>
                  <a:pt x="47446" y="0"/>
                </a:cubicBezTo>
                <a:lnTo>
                  <a:pt x="1211040" y="0"/>
                </a:lnTo>
                <a:cubicBezTo>
                  <a:pt x="1223624" y="0"/>
                  <a:pt x="1235692" y="4999"/>
                  <a:pt x="1244590" y="13897"/>
                </a:cubicBezTo>
                <a:cubicBezTo>
                  <a:pt x="1253488" y="22794"/>
                  <a:pt x="1258486" y="34863"/>
                  <a:pt x="1258486" y="47446"/>
                </a:cubicBezTo>
                <a:lnTo>
                  <a:pt x="1258486" y="237224"/>
                </a:lnTo>
                <a:cubicBezTo>
                  <a:pt x="1258486" y="263428"/>
                  <a:pt x="1237244" y="284670"/>
                  <a:pt x="1211040" y="284670"/>
                </a:cubicBezTo>
                <a:lnTo>
                  <a:pt x="47446" y="284670"/>
                </a:lnTo>
                <a:cubicBezTo>
                  <a:pt x="21242" y="284670"/>
                  <a:pt x="0" y="263428"/>
                  <a:pt x="0" y="237224"/>
                </a:cubicBezTo>
                <a:lnTo>
                  <a:pt x="0" y="474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2E1FD6-C96D-4AA1-AD92-DBF84C23A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481" y="993488"/>
            <a:ext cx="755664" cy="284670"/>
          </a:xfrm>
          <a:custGeom xmlns:a="http://schemas.openxmlformats.org/drawingml/2006/main">
            <a:pathLst>
              <a:path w="755664" h="284670">
                <a:moveTo>
                  <a:pt x="0" y="47446"/>
                </a:moveTo>
                <a:lnTo>
                  <a:pt x="0" y="47446"/>
                </a:lnTo>
                <a:cubicBezTo>
                  <a:pt x="0" y="21242"/>
                  <a:pt x="21242" y="0"/>
                  <a:pt x="47446" y="0"/>
                </a:cubicBezTo>
                <a:lnTo>
                  <a:pt x="708218" y="0"/>
                </a:lnTo>
                <a:cubicBezTo>
                  <a:pt x="720801" y="0"/>
                  <a:pt x="732869" y="4999"/>
                  <a:pt x="741767" y="13897"/>
                </a:cubicBezTo>
                <a:cubicBezTo>
                  <a:pt x="750665" y="22794"/>
                  <a:pt x="755664" y="34863"/>
                  <a:pt x="755664" y="47446"/>
                </a:cubicBezTo>
                <a:lnTo>
                  <a:pt x="755664" y="237224"/>
                </a:lnTo>
                <a:cubicBezTo>
                  <a:pt x="755664" y="263428"/>
                  <a:pt x="734422" y="284670"/>
                  <a:pt x="708218" y="284670"/>
                </a:cubicBezTo>
                <a:lnTo>
                  <a:pt x="47446" y="284670"/>
                </a:lnTo>
                <a:cubicBezTo>
                  <a:pt x="21242" y="284670"/>
                  <a:pt x="0" y="263428"/>
                  <a:pt x="0" y="237224"/>
                </a:cubicBezTo>
                <a:lnTo>
                  <a:pt x="0" y="47446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B84FC9-D187-48D4-AA02-9A67E5AD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481" y="993488"/>
            <a:ext cx="755664" cy="284670"/>
          </a:xfrm>
          <a:custGeom xmlns:a="http://schemas.openxmlformats.org/drawingml/2006/main">
            <a:pathLst>
              <a:path w="755664" h="284670" fill="none">
                <a:moveTo>
                  <a:pt x="0" y="47446"/>
                </a:moveTo>
                <a:lnTo>
                  <a:pt x="0" y="47446"/>
                </a:lnTo>
                <a:cubicBezTo>
                  <a:pt x="0" y="21242"/>
                  <a:pt x="21242" y="0"/>
                  <a:pt x="47446" y="0"/>
                </a:cubicBezTo>
                <a:lnTo>
                  <a:pt x="708218" y="0"/>
                </a:lnTo>
                <a:cubicBezTo>
                  <a:pt x="720801" y="0"/>
                  <a:pt x="732869" y="4999"/>
                  <a:pt x="741767" y="13897"/>
                </a:cubicBezTo>
                <a:cubicBezTo>
                  <a:pt x="750665" y="22794"/>
                  <a:pt x="755664" y="34863"/>
                  <a:pt x="755664" y="47446"/>
                </a:cubicBezTo>
                <a:lnTo>
                  <a:pt x="755664" y="237224"/>
                </a:lnTo>
                <a:cubicBezTo>
                  <a:pt x="755664" y="263428"/>
                  <a:pt x="734422" y="284670"/>
                  <a:pt x="708218" y="284670"/>
                </a:cubicBezTo>
                <a:lnTo>
                  <a:pt x="47446" y="284670"/>
                </a:lnTo>
                <a:cubicBezTo>
                  <a:pt x="21242" y="284670"/>
                  <a:pt x="0" y="263428"/>
                  <a:pt x="0" y="237224"/>
                </a:cubicBezTo>
                <a:lnTo>
                  <a:pt x="0" y="47446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B8C240-2A2E-465A-85AF-D3FB8CD6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851" y="103184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51A8EE-49C1-4E7B-8EAE-40CA2A74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851" y="103184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C32757-1D1B-45BC-A814-44F899391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078" y="103184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A09735-C382-494F-88D7-611205754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078" y="103184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13F3F0-539B-4CDF-9A0D-5E9E7D6E9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05" y="103184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2C09DE-D1C4-4E28-A9D4-819EB243B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305" y="103184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1D1343-9CE6-4869-8DA9-B36CCC1FE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531" y="103184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7EE2C6-53F5-44E0-8BFF-CEB046B92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531" y="103184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55F7F6-7938-4FF6-A539-C88FA8A7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758" y="103184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852302-7B0B-4526-8FF6-6B008040A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3758" y="103184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8B0EDE-8676-432D-B841-5FF286EC1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985" y="103184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AEAEB1-0785-4C5B-8BE8-B323D692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985" y="103184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B496B6-989D-4322-890C-91FFFFBF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6212" y="103184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470267-D7ED-46D7-8DFD-4EAD79474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6212" y="103184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61D7AF-0FF3-4B29-8FBF-7AA71B92B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439" y="103184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F128CC-FFAE-43DC-A14E-DF89E05BF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439" y="103184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F596D7-4B4B-41F0-B850-C2CF12953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8665" y="103184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646BA7-A0F9-4040-9389-46207739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8665" y="103184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949948-CE60-4BA0-9A42-B9A31921E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892" y="103184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3EACD9-9CDC-4377-AD55-1E938B97D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4892" y="103184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DF48FE-3D8B-4EC4-9907-B7FE79D94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119" y="103184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815614-532E-4EB4-BE01-E0B868D3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119" y="103184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8BF6CA-1C39-4420-B2F3-79B4700F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7345" y="103184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24EDAB-CBF6-4D69-A313-53DA5368C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7345" y="103184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5FC816-BC30-41E6-ABE3-99B3AE0CC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572" y="103184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A0394B-43E9-4B56-B8EF-D328F6D8B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3572" y="103184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EFA93A-600D-4FAF-903D-ECEB3523B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799" y="103184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5D4976-26E6-4971-9EF3-4D910751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49799" y="103184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5EA731-0286-4BB0-84A1-9922574F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026" y="103184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7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5052F7-66F9-468E-AE96-C09214F7F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6026" y="103184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7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E2F2B7-2F5A-41CC-AE34-A69757141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988" y="3479767"/>
            <a:ext cx="1260990" cy="252484"/>
          </a:xfrm>
          <a:custGeom xmlns:a="http://schemas.openxmlformats.org/drawingml/2006/main">
            <a:pathLst>
              <a:path w="1260990" h="252484">
                <a:moveTo>
                  <a:pt x="0" y="252484"/>
                </a:moveTo>
                <a:lnTo>
                  <a:pt x="126099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E661D5-E4E1-4FA8-899A-70C1BADE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988" y="3479767"/>
            <a:ext cx="1260990" cy="252484"/>
          </a:xfrm>
          <a:custGeom xmlns:a="http://schemas.openxmlformats.org/drawingml/2006/main">
            <a:pathLst>
              <a:path w="1260990" h="252484" fill="none">
                <a:moveTo>
                  <a:pt x="0" y="252484"/>
                </a:moveTo>
                <a:lnTo>
                  <a:pt x="126099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68ECA5-2D3D-4A2B-9077-B295BF63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719" y="3479659"/>
            <a:ext cx="660535" cy="252484"/>
          </a:xfrm>
          <a:custGeom xmlns:a="http://schemas.openxmlformats.org/drawingml/2006/main">
            <a:pathLst>
              <a:path w="660535" h="252484">
                <a:moveTo>
                  <a:pt x="660535" y="0"/>
                </a:moveTo>
                <a:lnTo>
                  <a:pt x="0" y="252484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4DDC9B-ECC0-4CF6-84D7-7FE78A3D4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719" y="3479659"/>
            <a:ext cx="660535" cy="252484"/>
          </a:xfrm>
          <a:custGeom xmlns:a="http://schemas.openxmlformats.org/drawingml/2006/main">
            <a:pathLst>
              <a:path w="660535" h="252484" fill="none">
                <a:moveTo>
                  <a:pt x="660535" y="0"/>
                </a:moveTo>
                <a:lnTo>
                  <a:pt x="0" y="252484"/>
                </a:lnTo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4C1D95-D630-4D3A-81AB-8E0FFBDA5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553" y="3479644"/>
            <a:ext cx="447390" cy="252484"/>
          </a:xfrm>
          <a:custGeom xmlns:a="http://schemas.openxmlformats.org/drawingml/2006/main">
            <a:pathLst>
              <a:path w="447390" h="252484">
                <a:moveTo>
                  <a:pt x="0" y="0"/>
                </a:moveTo>
                <a:lnTo>
                  <a:pt x="447390" y="252484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E1D2B8-ABA1-4F40-A8A6-50996ECA2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553" y="3479644"/>
            <a:ext cx="447390" cy="252484"/>
          </a:xfrm>
          <a:custGeom xmlns:a="http://schemas.openxmlformats.org/drawingml/2006/main">
            <a:pathLst>
              <a:path w="447390" h="252484" fill="none">
                <a:moveTo>
                  <a:pt x="0" y="0"/>
                </a:moveTo>
                <a:lnTo>
                  <a:pt x="447390" y="252484"/>
                </a:lnTo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EB76BC-11DD-4605-AE16-77E6E7D7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885" y="3479666"/>
            <a:ext cx="1038189" cy="252484"/>
          </a:xfrm>
          <a:custGeom xmlns:a="http://schemas.openxmlformats.org/drawingml/2006/main">
            <a:pathLst>
              <a:path w="1038189" h="252484">
                <a:moveTo>
                  <a:pt x="0" y="0"/>
                </a:moveTo>
                <a:lnTo>
                  <a:pt x="1038189" y="252484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2AF890-6829-49FF-A646-EBD990419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885" y="3479666"/>
            <a:ext cx="1038189" cy="252484"/>
          </a:xfrm>
          <a:custGeom xmlns:a="http://schemas.openxmlformats.org/drawingml/2006/main">
            <a:pathLst>
              <a:path w="1038189" h="252484" fill="none">
                <a:moveTo>
                  <a:pt x="0" y="0"/>
                </a:moveTo>
                <a:lnTo>
                  <a:pt x="1038189" y="252484"/>
                </a:lnTo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7EECD9-49CA-450B-A8BC-7AA5A090D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046" y="1278156"/>
            <a:ext cx="455973" cy="252484"/>
          </a:xfrm>
          <a:custGeom xmlns:a="http://schemas.openxmlformats.org/drawingml/2006/main">
            <a:pathLst>
              <a:path w="455973" h="252484">
                <a:moveTo>
                  <a:pt x="0" y="0"/>
                </a:moveTo>
                <a:lnTo>
                  <a:pt x="455973" y="252484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A579DA-E646-4D3F-8E37-36753F89F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8046" y="1278156"/>
            <a:ext cx="455973" cy="252484"/>
          </a:xfrm>
          <a:custGeom xmlns:a="http://schemas.openxmlformats.org/drawingml/2006/main">
            <a:pathLst>
              <a:path w="455973" h="252484" fill="none">
                <a:moveTo>
                  <a:pt x="0" y="0"/>
                </a:moveTo>
                <a:lnTo>
                  <a:pt x="455973" y="252484"/>
                </a:lnTo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E41828-D811-48A2-BC3A-15087899E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254" y="1278262"/>
            <a:ext cx="660535" cy="252484"/>
          </a:xfrm>
          <a:custGeom xmlns:a="http://schemas.openxmlformats.org/drawingml/2006/main">
            <a:pathLst>
              <a:path w="660535" h="252484">
                <a:moveTo>
                  <a:pt x="0" y="252484"/>
                </a:moveTo>
                <a:lnTo>
                  <a:pt x="660535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4008AE-2619-4ACD-83D7-CBBCE6643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7254" y="1278262"/>
            <a:ext cx="660535" cy="252484"/>
          </a:xfrm>
          <a:custGeom xmlns:a="http://schemas.openxmlformats.org/drawingml/2006/main">
            <a:pathLst>
              <a:path w="660535" h="252484" fill="none">
                <a:moveTo>
                  <a:pt x="0" y="252484"/>
                </a:moveTo>
                <a:lnTo>
                  <a:pt x="660535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52339A-64DE-4546-8AAF-12E5BC00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553" y="1278247"/>
            <a:ext cx="1251691" cy="252484"/>
          </a:xfrm>
          <a:custGeom xmlns:a="http://schemas.openxmlformats.org/drawingml/2006/main">
            <a:pathLst>
              <a:path w="1251691" h="252484">
                <a:moveTo>
                  <a:pt x="0" y="252484"/>
                </a:moveTo>
                <a:lnTo>
                  <a:pt x="1251691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8EE34F-8B55-4ED1-9416-5846824D6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0553" y="1278247"/>
            <a:ext cx="1251691" cy="252484"/>
          </a:xfrm>
          <a:custGeom xmlns:a="http://schemas.openxmlformats.org/drawingml/2006/main">
            <a:pathLst>
              <a:path w="1251691" h="252484" fill="none">
                <a:moveTo>
                  <a:pt x="0" y="252484"/>
                </a:moveTo>
                <a:lnTo>
                  <a:pt x="12516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20D42A-3CFE-4017-B7C4-F2928B72D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954" y="993488"/>
            <a:ext cx="193118" cy="284670"/>
          </a:xfrm>
          <a:custGeom xmlns:a="http://schemas.openxmlformats.org/drawingml/2006/main">
            <a:pathLst>
              <a:path w="193118" h="284670">
                <a:moveTo>
                  <a:pt x="0" y="32187"/>
                </a:moveTo>
                <a:lnTo>
                  <a:pt x="0" y="32187"/>
                </a:lnTo>
                <a:cubicBezTo>
                  <a:pt x="0" y="14411"/>
                  <a:pt x="14411" y="0"/>
                  <a:pt x="32187" y="0"/>
                </a:cubicBezTo>
                <a:lnTo>
                  <a:pt x="160931" y="0"/>
                </a:lnTo>
                <a:cubicBezTo>
                  <a:pt x="169468" y="0"/>
                  <a:pt x="177654" y="3391"/>
                  <a:pt x="183691" y="9427"/>
                </a:cubicBezTo>
                <a:cubicBezTo>
                  <a:pt x="189727" y="15464"/>
                  <a:pt x="193118" y="23650"/>
                  <a:pt x="193118" y="32187"/>
                </a:cubicBezTo>
                <a:lnTo>
                  <a:pt x="193118" y="252483"/>
                </a:lnTo>
                <a:cubicBezTo>
                  <a:pt x="193118" y="270260"/>
                  <a:pt x="178707" y="284670"/>
                  <a:pt x="160931" y="284670"/>
                </a:cubicBezTo>
                <a:lnTo>
                  <a:pt x="32187" y="284670"/>
                </a:lnTo>
                <a:cubicBezTo>
                  <a:pt x="14411" y="284670"/>
                  <a:pt x="0" y="270260"/>
                  <a:pt x="0" y="252483"/>
                </a:cubicBezTo>
                <a:lnTo>
                  <a:pt x="0" y="32187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3C15A3-0200-4D01-A934-9A60C9AFA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6954" y="993488"/>
            <a:ext cx="193118" cy="284670"/>
          </a:xfrm>
          <a:custGeom xmlns:a="http://schemas.openxmlformats.org/drawingml/2006/main">
            <a:pathLst>
              <a:path w="193118" h="284670" fill="none">
                <a:moveTo>
                  <a:pt x="0" y="32187"/>
                </a:moveTo>
                <a:lnTo>
                  <a:pt x="0" y="32187"/>
                </a:lnTo>
                <a:cubicBezTo>
                  <a:pt x="0" y="14411"/>
                  <a:pt x="14411" y="0"/>
                  <a:pt x="32187" y="0"/>
                </a:cubicBezTo>
                <a:lnTo>
                  <a:pt x="160931" y="0"/>
                </a:lnTo>
                <a:cubicBezTo>
                  <a:pt x="169468" y="0"/>
                  <a:pt x="177654" y="3391"/>
                  <a:pt x="183691" y="9427"/>
                </a:cubicBezTo>
                <a:cubicBezTo>
                  <a:pt x="189727" y="15464"/>
                  <a:pt x="193118" y="23650"/>
                  <a:pt x="193118" y="32187"/>
                </a:cubicBezTo>
                <a:lnTo>
                  <a:pt x="193118" y="252483"/>
                </a:lnTo>
                <a:cubicBezTo>
                  <a:pt x="193118" y="270260"/>
                  <a:pt x="178707" y="284670"/>
                  <a:pt x="160931" y="284670"/>
                </a:cubicBezTo>
                <a:lnTo>
                  <a:pt x="32187" y="284670"/>
                </a:lnTo>
                <a:cubicBezTo>
                  <a:pt x="14411" y="284670"/>
                  <a:pt x="0" y="270260"/>
                  <a:pt x="0" y="252483"/>
                </a:cubicBezTo>
                <a:lnTo>
                  <a:pt x="0" y="3218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78EC6A-3D36-4467-BE65-93AB6998C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007" y="1031846"/>
            <a:ext cx="102281" cy="208496"/>
          </a:xfrm>
          <a:custGeom xmlns:a="http://schemas.openxmlformats.org/drawingml/2006/main">
            <a:pathLst>
              <a:path w="102281" h="208496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D9EAD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A471DE-1EC7-407A-B42E-17A31996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3007" y="1031846"/>
            <a:ext cx="102281" cy="208496"/>
          </a:xfrm>
          <a:custGeom xmlns:a="http://schemas.openxmlformats.org/drawingml/2006/main">
            <a:pathLst>
              <a:path w="102281" h="208496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191449"/>
                </a:lnTo>
                <a:cubicBezTo>
                  <a:pt x="102281" y="200864"/>
                  <a:pt x="94649" y="208496"/>
                  <a:pt x="85234" y="208496"/>
                </a:cubicBezTo>
                <a:lnTo>
                  <a:pt x="17047" y="208496"/>
                </a:lnTo>
                <a:cubicBezTo>
                  <a:pt x="7632" y="208496"/>
                  <a:pt x="0" y="200864"/>
                  <a:pt x="0" y="191449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029BFA-DE4E-4180-8176-8AB6B187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887" y="1278159"/>
            <a:ext cx="1309627" cy="252484"/>
          </a:xfrm>
          <a:custGeom xmlns:a="http://schemas.openxmlformats.org/drawingml/2006/main">
            <a:pathLst>
              <a:path w="1309627" h="252484">
                <a:moveTo>
                  <a:pt x="1309627" y="0"/>
                </a:moveTo>
                <a:lnTo>
                  <a:pt x="0" y="252484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936018-3729-46FC-A555-B8B882E92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3887" y="1278159"/>
            <a:ext cx="1309627" cy="252484"/>
          </a:xfrm>
          <a:custGeom xmlns:a="http://schemas.openxmlformats.org/drawingml/2006/main">
            <a:pathLst>
              <a:path w="1309627" h="252484" fill="none">
                <a:moveTo>
                  <a:pt x="1309627" y="0"/>
                </a:moveTo>
                <a:lnTo>
                  <a:pt x="0" y="252484"/>
                </a:lnTo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9225B9-FCB6-446F-9CCD-0D1A6140D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61" y="1653726"/>
            <a:ext cx="195979" cy="2220858"/>
          </a:xfrm>
          <a:custGeom xmlns:a="http://schemas.openxmlformats.org/drawingml/2006/main">
            <a:pathLst>
              <a:path w="195979" h="2220858">
                <a:moveTo>
                  <a:pt x="195979" y="2220858"/>
                </a:moveTo>
                <a:lnTo>
                  <a:pt x="195979" y="2217460"/>
                </a:lnTo>
                <a:lnTo>
                  <a:pt x="0" y="221746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4F2EA8-F530-4581-A291-7C41595A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61" y="1653726"/>
            <a:ext cx="195979" cy="2220858"/>
          </a:xfrm>
          <a:custGeom xmlns:a="http://schemas.openxmlformats.org/drawingml/2006/main">
            <a:pathLst>
              <a:path w="195979" h="2220858" fill="none">
                <a:moveTo>
                  <a:pt x="0" y="0"/>
                </a:moveTo>
                <a:lnTo>
                  <a:pt x="0" y="2217460"/>
                </a:lnTo>
                <a:lnTo>
                  <a:pt x="195979" y="2217460"/>
                </a:lnTo>
                <a:lnTo>
                  <a:pt x="195979" y="2220858"/>
                </a:lnTo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EC41FD-C37E-4D6A-9024-391D45D1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5" y="1135821"/>
            <a:ext cx="188111" cy="676629"/>
          </a:xfrm>
          <a:custGeom xmlns:a="http://schemas.openxmlformats.org/drawingml/2006/main">
            <a:pathLst>
              <a:path w="188111" h="676629">
                <a:moveTo>
                  <a:pt x="0" y="676629"/>
                </a:moveTo>
                <a:lnTo>
                  <a:pt x="0" y="2477"/>
                </a:lnTo>
                <a:lnTo>
                  <a:pt x="188111" y="2477"/>
                </a:lnTo>
                <a:lnTo>
                  <a:pt x="188111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ABFBA7-9F04-4737-A63E-66195E0DC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45" y="1138297"/>
            <a:ext cx="120029" cy="674152"/>
          </a:xfrm>
          <a:custGeom xmlns:a="http://schemas.openxmlformats.org/drawingml/2006/main">
            <a:pathLst>
              <a:path w="120029" h="674152" fill="none">
                <a:moveTo>
                  <a:pt x="120029" y="0"/>
                </a:moveTo>
                <a:lnTo>
                  <a:pt x="0" y="0"/>
                </a:lnTo>
                <a:lnTo>
                  <a:pt x="0" y="674152"/>
                </a:lnTo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825B58-04FF-494A-8FB9-31496D6D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92" y="1119555"/>
            <a:ext cx="52176" cy="37485"/>
          </a:xfrm>
          <a:custGeom xmlns:a="http://schemas.openxmlformats.org/drawingml/2006/main">
            <a:pathLst>
              <a:path w="52176" h="37485">
                <a:moveTo>
                  <a:pt x="1363" y="37485"/>
                </a:moveTo>
                <a:lnTo>
                  <a:pt x="0" y="0"/>
                </a:lnTo>
                <a:lnTo>
                  <a:pt x="52176" y="16869"/>
                </a:lnTo>
                <a:lnTo>
                  <a:pt x="1363" y="3748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5D3C4B-E475-4587-A4B0-A20F3EAD3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92" y="1119555"/>
            <a:ext cx="52176" cy="37485"/>
          </a:xfrm>
          <a:custGeom xmlns:a="http://schemas.openxmlformats.org/drawingml/2006/main">
            <a:pathLst>
              <a:path w="52176" h="37485" fill="none">
                <a:moveTo>
                  <a:pt x="1363" y="37485"/>
                </a:moveTo>
                <a:lnTo>
                  <a:pt x="52176" y="16869"/>
                </a:lnTo>
                <a:lnTo>
                  <a:pt x="0" y="0"/>
                </a:lnTo>
                <a:lnTo>
                  <a:pt x="1363" y="37485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miter/>
          </a:ln>
        </p:spPr>
      </p:sp>
      <p:sp>
        <p:nvSpPr>
          <p:cNvPr id="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6DAF05-7F00-4A11-8DE1-DE2DD8FAC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939" y="2017565"/>
            <a:ext cx="2133955" cy="975246"/>
          </a:xfrm>
          <a:custGeom xmlns:a="http://schemas.openxmlformats.org/drawingml/2006/main">
            <a:pathLst>
              <a:path w="2133955" h="975246">
                <a:moveTo>
                  <a:pt x="0" y="162544"/>
                </a:moveTo>
                <a:lnTo>
                  <a:pt x="0" y="162544"/>
                </a:lnTo>
                <a:cubicBezTo>
                  <a:pt x="0" y="72774"/>
                  <a:pt x="72774" y="0"/>
                  <a:pt x="162544" y="0"/>
                </a:cubicBezTo>
                <a:lnTo>
                  <a:pt x="1971410" y="0"/>
                </a:lnTo>
                <a:cubicBezTo>
                  <a:pt x="2014520" y="0"/>
                  <a:pt x="2055864" y="17125"/>
                  <a:pt x="2086347" y="47608"/>
                </a:cubicBezTo>
                <a:cubicBezTo>
                  <a:pt x="2116830" y="78091"/>
                  <a:pt x="2133955" y="119435"/>
                  <a:pt x="2133955" y="162544"/>
                </a:cubicBezTo>
                <a:lnTo>
                  <a:pt x="2133955" y="812702"/>
                </a:lnTo>
                <a:cubicBezTo>
                  <a:pt x="2133955" y="902473"/>
                  <a:pt x="2061181" y="975246"/>
                  <a:pt x="1971410" y="975246"/>
                </a:cubicBezTo>
                <a:lnTo>
                  <a:pt x="162544" y="975246"/>
                </a:lnTo>
                <a:cubicBezTo>
                  <a:pt x="72774" y="975246"/>
                  <a:pt x="0" y="902473"/>
                  <a:pt x="0" y="812702"/>
                </a:cubicBezTo>
                <a:lnTo>
                  <a:pt x="0" y="162544"/>
                </a:lnTo>
                <a:close/>
              </a:path>
            </a:pathLst>
          </a:custGeom>
          <a:solidFill xmlns:a="http://schemas.openxmlformats.org/drawingml/2006/main">
            <a:srgbClr val="CFE2F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F1AFF1-3FFE-4AAA-A9F9-9715D1654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939" y="2017565"/>
            <a:ext cx="2133955" cy="975246"/>
          </a:xfrm>
          <a:custGeom xmlns:a="http://schemas.openxmlformats.org/drawingml/2006/main">
            <a:pathLst>
              <a:path w="2133955" h="975246" fill="none">
                <a:moveTo>
                  <a:pt x="0" y="162544"/>
                </a:moveTo>
                <a:lnTo>
                  <a:pt x="0" y="162544"/>
                </a:lnTo>
                <a:cubicBezTo>
                  <a:pt x="0" y="72774"/>
                  <a:pt x="72774" y="0"/>
                  <a:pt x="162544" y="0"/>
                </a:cubicBezTo>
                <a:lnTo>
                  <a:pt x="1971410" y="0"/>
                </a:lnTo>
                <a:cubicBezTo>
                  <a:pt x="2014520" y="0"/>
                  <a:pt x="2055864" y="17125"/>
                  <a:pt x="2086347" y="47608"/>
                </a:cubicBezTo>
                <a:cubicBezTo>
                  <a:pt x="2116830" y="78091"/>
                  <a:pt x="2133955" y="119435"/>
                  <a:pt x="2133955" y="162544"/>
                </a:cubicBezTo>
                <a:lnTo>
                  <a:pt x="2133955" y="812702"/>
                </a:lnTo>
                <a:cubicBezTo>
                  <a:pt x="2133955" y="902473"/>
                  <a:pt x="2061181" y="975246"/>
                  <a:pt x="1971410" y="975246"/>
                </a:cubicBezTo>
                <a:lnTo>
                  <a:pt x="162544" y="975246"/>
                </a:lnTo>
                <a:cubicBezTo>
                  <a:pt x="72774" y="975246"/>
                  <a:pt x="0" y="902473"/>
                  <a:pt x="0" y="812702"/>
                </a:cubicBezTo>
                <a:lnTo>
                  <a:pt x="0" y="16254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45419" cap="flat">
            <a:solidFill>
              <a:srgbClr val="000000"/>
            </a:solidFill>
            <a:round/>
          </a:ln>
        </p:spPr>
      </p:sp>
      <p:sp>
        <p:nvSpPr>
          <p:cNvPr id="240" name="Text LatentTransformer">
            <a:extLst xmlns:a="http://schemas.openxmlformats.org/drawingml/2006/main">
              <a:ext uri="{FF2B5EF4-FFF2-40B4-BE49-F238E27FC236}">
                <a16:creationId xmlns:a16="http://schemas.microsoft.com/office/drawing/2014/main" id="{940CD75E-6723-4EB1-BFE8-B7029A191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4628" y="2429558"/>
            <a:ext cx="1776896" cy="156688"/>
          </a:xfrm>
          <a:custGeom xmlns:a="http://schemas.openxmlformats.org/drawingml/2006/main">
            <a:pathLst>
              <a:path w="1776896" h="156688">
                <a:moveTo>
                  <a:pt x="0" y="154204"/>
                </a:moveTo>
                <a:lnTo>
                  <a:pt x="0" y="2484"/>
                </a:lnTo>
                <a:lnTo>
                  <a:pt x="20078" y="2484"/>
                </a:lnTo>
                <a:lnTo>
                  <a:pt x="20078" y="136196"/>
                </a:lnTo>
                <a:lnTo>
                  <a:pt x="94799" y="136196"/>
                </a:lnTo>
                <a:lnTo>
                  <a:pt x="94799" y="154204"/>
                </a:lnTo>
                <a:lnTo>
                  <a:pt x="0" y="154204"/>
                </a:lnTo>
                <a:close/>
                <a:moveTo>
                  <a:pt x="188014" y="140336"/>
                </a:moveTo>
                <a:cubicBezTo>
                  <a:pt x="181114" y="146315"/>
                  <a:pt x="174474" y="150536"/>
                  <a:pt x="168092" y="152998"/>
                </a:cubicBezTo>
                <a:cubicBezTo>
                  <a:pt x="161710" y="155458"/>
                  <a:pt x="154862" y="156688"/>
                  <a:pt x="147548" y="156688"/>
                </a:cubicBezTo>
                <a:cubicBezTo>
                  <a:pt x="135474" y="156688"/>
                  <a:pt x="126194" y="153738"/>
                  <a:pt x="119709" y="147839"/>
                </a:cubicBezTo>
                <a:cubicBezTo>
                  <a:pt x="113223" y="141940"/>
                  <a:pt x="109980" y="134403"/>
                  <a:pt x="109980" y="125226"/>
                </a:cubicBezTo>
                <a:cubicBezTo>
                  <a:pt x="109980" y="119845"/>
                  <a:pt x="111205" y="114929"/>
                  <a:pt x="113654" y="110478"/>
                </a:cubicBezTo>
                <a:cubicBezTo>
                  <a:pt x="116104" y="106028"/>
                  <a:pt x="119312" y="102458"/>
                  <a:pt x="123279" y="99767"/>
                </a:cubicBezTo>
                <a:cubicBezTo>
                  <a:pt x="127247" y="97076"/>
                  <a:pt x="131714" y="95041"/>
                  <a:pt x="136682" y="93661"/>
                </a:cubicBezTo>
                <a:cubicBezTo>
                  <a:pt x="140338" y="92695"/>
                  <a:pt x="145858" y="91764"/>
                  <a:pt x="153240" y="90867"/>
                </a:cubicBezTo>
                <a:cubicBezTo>
                  <a:pt x="168281" y="89073"/>
                  <a:pt x="179355" y="86934"/>
                  <a:pt x="186462" y="84450"/>
                </a:cubicBezTo>
                <a:cubicBezTo>
                  <a:pt x="186531" y="81908"/>
                  <a:pt x="186565" y="80293"/>
                  <a:pt x="186565" y="79605"/>
                </a:cubicBezTo>
                <a:cubicBezTo>
                  <a:pt x="186565" y="72044"/>
                  <a:pt x="184806" y="66717"/>
                  <a:pt x="181287" y="63625"/>
                </a:cubicBezTo>
                <a:cubicBezTo>
                  <a:pt x="176526" y="59432"/>
                  <a:pt x="169454" y="57335"/>
                  <a:pt x="160071" y="57335"/>
                </a:cubicBezTo>
                <a:cubicBezTo>
                  <a:pt x="151309" y="57335"/>
                  <a:pt x="144840" y="58870"/>
                  <a:pt x="140666" y="61940"/>
                </a:cubicBezTo>
                <a:cubicBezTo>
                  <a:pt x="136492" y="65011"/>
                  <a:pt x="133404" y="70444"/>
                  <a:pt x="131403" y="78240"/>
                </a:cubicBezTo>
                <a:lnTo>
                  <a:pt x="113189" y="75757"/>
                </a:lnTo>
                <a:cubicBezTo>
                  <a:pt x="114845" y="67937"/>
                  <a:pt x="117570" y="61621"/>
                  <a:pt x="121365" y="56811"/>
                </a:cubicBezTo>
                <a:cubicBezTo>
                  <a:pt x="125159" y="52001"/>
                  <a:pt x="130645" y="48299"/>
                  <a:pt x="137820" y="45705"/>
                </a:cubicBezTo>
                <a:cubicBezTo>
                  <a:pt x="144996" y="43109"/>
                  <a:pt x="153309" y="41811"/>
                  <a:pt x="162762" y="41811"/>
                </a:cubicBezTo>
                <a:cubicBezTo>
                  <a:pt x="172145" y="41811"/>
                  <a:pt x="179769" y="42919"/>
                  <a:pt x="185634" y="45136"/>
                </a:cubicBezTo>
                <a:cubicBezTo>
                  <a:pt x="191498" y="47350"/>
                  <a:pt x="195810" y="50137"/>
                  <a:pt x="198570" y="53496"/>
                </a:cubicBezTo>
                <a:cubicBezTo>
                  <a:pt x="201330" y="56853"/>
                  <a:pt x="203262" y="61094"/>
                  <a:pt x="204366" y="66219"/>
                </a:cubicBezTo>
                <a:cubicBezTo>
                  <a:pt x="204987" y="69404"/>
                  <a:pt x="205297" y="75124"/>
                  <a:pt x="205297" y="83380"/>
                </a:cubicBezTo>
                <a:lnTo>
                  <a:pt x="205297" y="108147"/>
                </a:lnTo>
                <a:cubicBezTo>
                  <a:pt x="205297" y="125415"/>
                  <a:pt x="205694" y="136352"/>
                  <a:pt x="206487" y="140957"/>
                </a:cubicBezTo>
                <a:cubicBezTo>
                  <a:pt x="207281" y="145563"/>
                  <a:pt x="208851" y="149978"/>
                  <a:pt x="211196" y="154204"/>
                </a:cubicBezTo>
                <a:lnTo>
                  <a:pt x="191740" y="154204"/>
                </a:lnTo>
                <a:cubicBezTo>
                  <a:pt x="189808" y="150252"/>
                  <a:pt x="188566" y="145629"/>
                  <a:pt x="188014" y="140336"/>
                </a:cubicBezTo>
                <a:moveTo>
                  <a:pt x="186462" y="99146"/>
                </a:moveTo>
                <a:cubicBezTo>
                  <a:pt x="179700" y="101893"/>
                  <a:pt x="169558" y="104228"/>
                  <a:pt x="156035" y="106151"/>
                </a:cubicBezTo>
                <a:cubicBezTo>
                  <a:pt x="148376" y="107249"/>
                  <a:pt x="142960" y="108484"/>
                  <a:pt x="139786" y="109858"/>
                </a:cubicBezTo>
                <a:cubicBezTo>
                  <a:pt x="136613" y="111231"/>
                  <a:pt x="134163" y="113239"/>
                  <a:pt x="132438" y="115883"/>
                </a:cubicBezTo>
                <a:cubicBezTo>
                  <a:pt x="130714" y="118526"/>
                  <a:pt x="129851" y="121462"/>
                  <a:pt x="129851" y="124689"/>
                </a:cubicBezTo>
                <a:cubicBezTo>
                  <a:pt x="129851" y="129633"/>
                  <a:pt x="131731" y="133754"/>
                  <a:pt x="135491" y="137050"/>
                </a:cubicBezTo>
                <a:cubicBezTo>
                  <a:pt x="139252" y="140345"/>
                  <a:pt x="144754" y="141992"/>
                  <a:pt x="151999" y="141992"/>
                </a:cubicBezTo>
                <a:cubicBezTo>
                  <a:pt x="159174" y="141992"/>
                  <a:pt x="165556" y="140428"/>
                  <a:pt x="171145" y="137299"/>
                </a:cubicBezTo>
                <a:cubicBezTo>
                  <a:pt x="176733" y="134169"/>
                  <a:pt x="180838" y="129892"/>
                  <a:pt x="183460" y="124469"/>
                </a:cubicBezTo>
                <a:cubicBezTo>
                  <a:pt x="185461" y="120284"/>
                  <a:pt x="186462" y="114108"/>
                  <a:pt x="186462" y="105941"/>
                </a:cubicBezTo>
                <a:lnTo>
                  <a:pt x="186462" y="99146"/>
                </a:lnTo>
                <a:close/>
                <a:moveTo>
                  <a:pt x="274812" y="137542"/>
                </a:moveTo>
                <a:lnTo>
                  <a:pt x="277503" y="153997"/>
                </a:lnTo>
                <a:cubicBezTo>
                  <a:pt x="272259" y="155101"/>
                  <a:pt x="267567" y="155653"/>
                  <a:pt x="263428" y="155653"/>
                </a:cubicBezTo>
                <a:cubicBezTo>
                  <a:pt x="256666" y="155653"/>
                  <a:pt x="251423" y="154584"/>
                  <a:pt x="247697" y="152445"/>
                </a:cubicBezTo>
                <a:cubicBezTo>
                  <a:pt x="243971" y="150306"/>
                  <a:pt x="241349" y="147494"/>
                  <a:pt x="239831" y="144010"/>
                </a:cubicBezTo>
                <a:cubicBezTo>
                  <a:pt x="238314" y="140526"/>
                  <a:pt x="237555" y="133195"/>
                  <a:pt x="237555" y="122018"/>
                </a:cubicBezTo>
                <a:lnTo>
                  <a:pt x="237555" y="58784"/>
                </a:lnTo>
                <a:lnTo>
                  <a:pt x="223894" y="58784"/>
                </a:lnTo>
                <a:lnTo>
                  <a:pt x="223894" y="44295"/>
                </a:lnTo>
                <a:lnTo>
                  <a:pt x="237555" y="44295"/>
                </a:lnTo>
                <a:lnTo>
                  <a:pt x="237555" y="17076"/>
                </a:lnTo>
                <a:lnTo>
                  <a:pt x="256080" y="5899"/>
                </a:lnTo>
                <a:lnTo>
                  <a:pt x="256080" y="44295"/>
                </a:lnTo>
                <a:lnTo>
                  <a:pt x="274812" y="44295"/>
                </a:lnTo>
                <a:lnTo>
                  <a:pt x="274812" y="58784"/>
                </a:lnTo>
                <a:lnTo>
                  <a:pt x="256080" y="58784"/>
                </a:lnTo>
                <a:lnTo>
                  <a:pt x="256080" y="123053"/>
                </a:lnTo>
                <a:cubicBezTo>
                  <a:pt x="256080" y="128365"/>
                  <a:pt x="256408" y="131781"/>
                  <a:pt x="257063" y="133299"/>
                </a:cubicBezTo>
                <a:cubicBezTo>
                  <a:pt x="257718" y="134817"/>
                  <a:pt x="258788" y="136024"/>
                  <a:pt x="260271" y="136921"/>
                </a:cubicBezTo>
                <a:cubicBezTo>
                  <a:pt x="261755" y="137818"/>
                  <a:pt x="263876" y="138266"/>
                  <a:pt x="266636" y="138266"/>
                </a:cubicBezTo>
                <a:cubicBezTo>
                  <a:pt x="268706" y="138266"/>
                  <a:pt x="271431" y="138025"/>
                  <a:pt x="274812" y="137542"/>
                </a:cubicBezTo>
                <a:close/>
                <a:moveTo>
                  <a:pt x="368090" y="118603"/>
                </a:moveTo>
                <a:lnTo>
                  <a:pt x="387339" y="121086"/>
                </a:lnTo>
                <a:cubicBezTo>
                  <a:pt x="384303" y="132365"/>
                  <a:pt x="378680" y="141119"/>
                  <a:pt x="370470" y="147348"/>
                </a:cubicBezTo>
                <a:cubicBezTo>
                  <a:pt x="362260" y="153575"/>
                  <a:pt x="351772" y="156688"/>
                  <a:pt x="339008" y="156688"/>
                </a:cubicBezTo>
                <a:cubicBezTo>
                  <a:pt x="322932" y="156688"/>
                  <a:pt x="310185" y="151738"/>
                  <a:pt x="300768" y="141837"/>
                </a:cubicBezTo>
                <a:cubicBezTo>
                  <a:pt x="291350" y="131936"/>
                  <a:pt x="286641" y="118051"/>
                  <a:pt x="286641" y="100181"/>
                </a:cubicBezTo>
                <a:cubicBezTo>
                  <a:pt x="286641" y="81690"/>
                  <a:pt x="291402" y="67339"/>
                  <a:pt x="300923" y="57128"/>
                </a:cubicBezTo>
                <a:cubicBezTo>
                  <a:pt x="310444" y="46917"/>
                  <a:pt x="322794" y="41811"/>
                  <a:pt x="337973" y="41811"/>
                </a:cubicBezTo>
                <a:cubicBezTo>
                  <a:pt x="352669" y="41811"/>
                  <a:pt x="364674" y="46806"/>
                  <a:pt x="373989" y="56795"/>
                </a:cubicBezTo>
                <a:cubicBezTo>
                  <a:pt x="383303" y="66782"/>
                  <a:pt x="387960" y="80833"/>
                  <a:pt x="387960" y="98949"/>
                </a:cubicBezTo>
                <a:cubicBezTo>
                  <a:pt x="387960" y="100051"/>
                  <a:pt x="387926" y="101703"/>
                  <a:pt x="387857" y="103907"/>
                </a:cubicBezTo>
                <a:lnTo>
                  <a:pt x="305891" y="103907"/>
                </a:lnTo>
                <a:cubicBezTo>
                  <a:pt x="306580" y="116015"/>
                  <a:pt x="309996" y="125287"/>
                  <a:pt x="316136" y="131720"/>
                </a:cubicBezTo>
                <a:cubicBezTo>
                  <a:pt x="322277" y="138154"/>
                  <a:pt x="329935" y="141371"/>
                  <a:pt x="339112" y="141371"/>
                </a:cubicBezTo>
                <a:cubicBezTo>
                  <a:pt x="345942" y="141371"/>
                  <a:pt x="351772" y="139561"/>
                  <a:pt x="356602" y="135941"/>
                </a:cubicBezTo>
                <a:cubicBezTo>
                  <a:pt x="361432" y="132319"/>
                  <a:pt x="365261" y="126539"/>
                  <a:pt x="368090" y="118603"/>
                </a:cubicBezTo>
                <a:moveTo>
                  <a:pt x="306925" y="88590"/>
                </a:moveTo>
                <a:lnTo>
                  <a:pt x="368297" y="88590"/>
                </a:lnTo>
                <a:cubicBezTo>
                  <a:pt x="367469" y="79375"/>
                  <a:pt x="365123" y="72463"/>
                  <a:pt x="361259" y="67856"/>
                </a:cubicBezTo>
                <a:cubicBezTo>
                  <a:pt x="355326" y="60704"/>
                  <a:pt x="347633" y="57128"/>
                  <a:pt x="338180" y="57128"/>
                </a:cubicBezTo>
                <a:cubicBezTo>
                  <a:pt x="329625" y="57128"/>
                  <a:pt x="322432" y="59983"/>
                  <a:pt x="316602" y="65692"/>
                </a:cubicBezTo>
                <a:cubicBezTo>
                  <a:pt x="310772" y="71399"/>
                  <a:pt x="307546" y="79032"/>
                  <a:pt x="306925" y="88590"/>
                </a:cubicBezTo>
                <a:close/>
                <a:moveTo>
                  <a:pt x="410696" y="154204"/>
                </a:moveTo>
                <a:lnTo>
                  <a:pt x="410696" y="44295"/>
                </a:lnTo>
                <a:lnTo>
                  <a:pt x="427462" y="44295"/>
                </a:lnTo>
                <a:lnTo>
                  <a:pt x="427462" y="59922"/>
                </a:lnTo>
                <a:cubicBezTo>
                  <a:pt x="435534" y="47848"/>
                  <a:pt x="447195" y="41811"/>
                  <a:pt x="462443" y="41811"/>
                </a:cubicBezTo>
                <a:cubicBezTo>
                  <a:pt x="469066" y="41811"/>
                  <a:pt x="475155" y="43001"/>
                  <a:pt x="480709" y="45382"/>
                </a:cubicBezTo>
                <a:cubicBezTo>
                  <a:pt x="486263" y="47762"/>
                  <a:pt x="490420" y="50884"/>
                  <a:pt x="493180" y="54748"/>
                </a:cubicBezTo>
                <a:cubicBezTo>
                  <a:pt x="495940" y="58611"/>
                  <a:pt x="497872" y="63200"/>
                  <a:pt x="498976" y="68512"/>
                </a:cubicBezTo>
                <a:cubicBezTo>
                  <a:pt x="499665" y="71962"/>
                  <a:pt x="500010" y="77999"/>
                  <a:pt x="500010" y="86623"/>
                </a:cubicBezTo>
                <a:lnTo>
                  <a:pt x="500010" y="154204"/>
                </a:lnTo>
                <a:lnTo>
                  <a:pt x="481382" y="154204"/>
                </a:lnTo>
                <a:lnTo>
                  <a:pt x="481382" y="87348"/>
                </a:lnTo>
                <a:cubicBezTo>
                  <a:pt x="481382" y="79758"/>
                  <a:pt x="480657" y="74084"/>
                  <a:pt x="479208" y="70323"/>
                </a:cubicBezTo>
                <a:cubicBezTo>
                  <a:pt x="477760" y="66563"/>
                  <a:pt x="475189" y="63562"/>
                  <a:pt x="471498" y="61319"/>
                </a:cubicBezTo>
                <a:cubicBezTo>
                  <a:pt x="467807" y="59077"/>
                  <a:pt x="463478" y="57956"/>
                  <a:pt x="458510" y="57956"/>
                </a:cubicBezTo>
                <a:cubicBezTo>
                  <a:pt x="450575" y="57956"/>
                  <a:pt x="443728" y="60474"/>
                  <a:pt x="437967" y="65511"/>
                </a:cubicBezTo>
                <a:cubicBezTo>
                  <a:pt x="432205" y="70548"/>
                  <a:pt x="429325" y="80103"/>
                  <a:pt x="429325" y="94178"/>
                </a:cubicBezTo>
                <a:lnTo>
                  <a:pt x="429325" y="154204"/>
                </a:lnTo>
                <a:lnTo>
                  <a:pt x="410696" y="154204"/>
                </a:lnTo>
                <a:close/>
                <a:moveTo>
                  <a:pt x="569215" y="137542"/>
                </a:moveTo>
                <a:lnTo>
                  <a:pt x="571906" y="153997"/>
                </a:lnTo>
                <a:cubicBezTo>
                  <a:pt x="566662" y="155101"/>
                  <a:pt x="561970" y="155653"/>
                  <a:pt x="557831" y="155653"/>
                </a:cubicBezTo>
                <a:cubicBezTo>
                  <a:pt x="551069" y="155653"/>
                  <a:pt x="545826" y="154584"/>
                  <a:pt x="542100" y="152445"/>
                </a:cubicBezTo>
                <a:cubicBezTo>
                  <a:pt x="538374" y="150306"/>
                  <a:pt x="535752" y="147494"/>
                  <a:pt x="534234" y="144010"/>
                </a:cubicBezTo>
                <a:cubicBezTo>
                  <a:pt x="532716" y="140526"/>
                  <a:pt x="531957" y="133195"/>
                  <a:pt x="531957" y="122018"/>
                </a:cubicBezTo>
                <a:lnTo>
                  <a:pt x="531957" y="58784"/>
                </a:lnTo>
                <a:lnTo>
                  <a:pt x="518296" y="58784"/>
                </a:lnTo>
                <a:lnTo>
                  <a:pt x="518296" y="44295"/>
                </a:lnTo>
                <a:lnTo>
                  <a:pt x="531957" y="44295"/>
                </a:lnTo>
                <a:lnTo>
                  <a:pt x="531957" y="17076"/>
                </a:lnTo>
                <a:lnTo>
                  <a:pt x="550483" y="5899"/>
                </a:lnTo>
                <a:lnTo>
                  <a:pt x="550483" y="44295"/>
                </a:lnTo>
                <a:lnTo>
                  <a:pt x="569215" y="44295"/>
                </a:lnTo>
                <a:lnTo>
                  <a:pt x="569215" y="58784"/>
                </a:lnTo>
                <a:lnTo>
                  <a:pt x="550483" y="58784"/>
                </a:lnTo>
                <a:lnTo>
                  <a:pt x="550483" y="123053"/>
                </a:lnTo>
                <a:cubicBezTo>
                  <a:pt x="550483" y="128365"/>
                  <a:pt x="550810" y="131781"/>
                  <a:pt x="551466" y="133299"/>
                </a:cubicBezTo>
                <a:cubicBezTo>
                  <a:pt x="552121" y="134817"/>
                  <a:pt x="553191" y="136024"/>
                  <a:pt x="554674" y="136921"/>
                </a:cubicBezTo>
                <a:cubicBezTo>
                  <a:pt x="556158" y="137818"/>
                  <a:pt x="558279" y="138266"/>
                  <a:pt x="561039" y="138266"/>
                </a:cubicBezTo>
                <a:cubicBezTo>
                  <a:pt x="563109" y="138266"/>
                  <a:pt x="565834" y="138025"/>
                  <a:pt x="569215" y="137542"/>
                </a:cubicBezTo>
                <a:close/>
                <a:moveTo>
                  <a:pt x="683132" y="154204"/>
                </a:moveTo>
                <a:lnTo>
                  <a:pt x="683132" y="20492"/>
                </a:lnTo>
                <a:lnTo>
                  <a:pt x="633145" y="20492"/>
                </a:lnTo>
                <a:lnTo>
                  <a:pt x="633145" y="2484"/>
                </a:lnTo>
                <a:lnTo>
                  <a:pt x="753404" y="2484"/>
                </a:lnTo>
                <a:lnTo>
                  <a:pt x="753404" y="20492"/>
                </a:lnTo>
                <a:lnTo>
                  <a:pt x="703210" y="20492"/>
                </a:lnTo>
                <a:lnTo>
                  <a:pt x="703210" y="154204"/>
                </a:lnTo>
                <a:lnTo>
                  <a:pt x="683132" y="154204"/>
                </a:lnTo>
                <a:close/>
                <a:moveTo>
                  <a:pt x="763391" y="154204"/>
                </a:moveTo>
                <a:lnTo>
                  <a:pt x="763391" y="44295"/>
                </a:lnTo>
                <a:lnTo>
                  <a:pt x="780157" y="44295"/>
                </a:lnTo>
                <a:lnTo>
                  <a:pt x="780157" y="60957"/>
                </a:lnTo>
                <a:cubicBezTo>
                  <a:pt x="784435" y="53161"/>
                  <a:pt x="788385" y="48021"/>
                  <a:pt x="792007" y="45537"/>
                </a:cubicBezTo>
                <a:cubicBezTo>
                  <a:pt x="795629" y="43053"/>
                  <a:pt x="799614" y="41811"/>
                  <a:pt x="803960" y="41811"/>
                </a:cubicBezTo>
                <a:cubicBezTo>
                  <a:pt x="810239" y="41811"/>
                  <a:pt x="816621" y="43812"/>
                  <a:pt x="823106" y="47814"/>
                </a:cubicBezTo>
                <a:lnTo>
                  <a:pt x="816690" y="65084"/>
                </a:lnTo>
                <a:cubicBezTo>
                  <a:pt x="812136" y="62402"/>
                  <a:pt x="807583" y="61061"/>
                  <a:pt x="803029" y="61061"/>
                </a:cubicBezTo>
                <a:cubicBezTo>
                  <a:pt x="798958" y="61061"/>
                  <a:pt x="795301" y="62285"/>
                  <a:pt x="792059" y="64735"/>
                </a:cubicBezTo>
                <a:cubicBezTo>
                  <a:pt x="788816" y="67184"/>
                  <a:pt x="786505" y="70582"/>
                  <a:pt x="785125" y="74929"/>
                </a:cubicBezTo>
                <a:cubicBezTo>
                  <a:pt x="783055" y="81552"/>
                  <a:pt x="782020" y="88797"/>
                  <a:pt x="782020" y="96662"/>
                </a:cubicBezTo>
                <a:lnTo>
                  <a:pt x="782020" y="154204"/>
                </a:lnTo>
                <a:lnTo>
                  <a:pt x="763391" y="154204"/>
                </a:lnTo>
                <a:close/>
                <a:moveTo>
                  <a:pt x="905899" y="140336"/>
                </a:moveTo>
                <a:cubicBezTo>
                  <a:pt x="899000" y="146315"/>
                  <a:pt x="892359" y="150536"/>
                  <a:pt x="885977" y="152998"/>
                </a:cubicBezTo>
                <a:cubicBezTo>
                  <a:pt x="879595" y="155458"/>
                  <a:pt x="872747" y="156688"/>
                  <a:pt x="865433" y="156688"/>
                </a:cubicBezTo>
                <a:cubicBezTo>
                  <a:pt x="853359" y="156688"/>
                  <a:pt x="844079" y="153738"/>
                  <a:pt x="837594" y="147839"/>
                </a:cubicBezTo>
                <a:cubicBezTo>
                  <a:pt x="831108" y="141940"/>
                  <a:pt x="827866" y="134403"/>
                  <a:pt x="827866" y="125226"/>
                </a:cubicBezTo>
                <a:cubicBezTo>
                  <a:pt x="827866" y="119845"/>
                  <a:pt x="829090" y="114929"/>
                  <a:pt x="831540" y="110478"/>
                </a:cubicBezTo>
                <a:cubicBezTo>
                  <a:pt x="833989" y="106028"/>
                  <a:pt x="837197" y="102458"/>
                  <a:pt x="841164" y="99767"/>
                </a:cubicBezTo>
                <a:cubicBezTo>
                  <a:pt x="845132" y="97076"/>
                  <a:pt x="849599" y="95041"/>
                  <a:pt x="854567" y="93661"/>
                </a:cubicBezTo>
                <a:cubicBezTo>
                  <a:pt x="858223" y="92695"/>
                  <a:pt x="863743" y="91764"/>
                  <a:pt x="871126" y="90867"/>
                </a:cubicBezTo>
                <a:cubicBezTo>
                  <a:pt x="886166" y="89073"/>
                  <a:pt x="897240" y="86934"/>
                  <a:pt x="904347" y="84450"/>
                </a:cubicBezTo>
                <a:cubicBezTo>
                  <a:pt x="904416" y="81908"/>
                  <a:pt x="904450" y="80293"/>
                  <a:pt x="904450" y="79605"/>
                </a:cubicBezTo>
                <a:cubicBezTo>
                  <a:pt x="904450" y="72044"/>
                  <a:pt x="902691" y="66717"/>
                  <a:pt x="899172" y="63625"/>
                </a:cubicBezTo>
                <a:cubicBezTo>
                  <a:pt x="894411" y="59432"/>
                  <a:pt x="887339" y="57335"/>
                  <a:pt x="877956" y="57335"/>
                </a:cubicBezTo>
                <a:cubicBezTo>
                  <a:pt x="869194" y="57335"/>
                  <a:pt x="862725" y="58870"/>
                  <a:pt x="858551" y="61940"/>
                </a:cubicBezTo>
                <a:cubicBezTo>
                  <a:pt x="854377" y="65011"/>
                  <a:pt x="851289" y="70444"/>
                  <a:pt x="849289" y="78240"/>
                </a:cubicBezTo>
                <a:lnTo>
                  <a:pt x="831074" y="75757"/>
                </a:lnTo>
                <a:cubicBezTo>
                  <a:pt x="832730" y="67937"/>
                  <a:pt x="835455" y="61621"/>
                  <a:pt x="839250" y="56811"/>
                </a:cubicBezTo>
                <a:cubicBezTo>
                  <a:pt x="843045" y="52001"/>
                  <a:pt x="848530" y="48299"/>
                  <a:pt x="855705" y="45705"/>
                </a:cubicBezTo>
                <a:cubicBezTo>
                  <a:pt x="862881" y="43109"/>
                  <a:pt x="871195" y="41811"/>
                  <a:pt x="880647" y="41811"/>
                </a:cubicBezTo>
                <a:cubicBezTo>
                  <a:pt x="890030" y="41811"/>
                  <a:pt x="897654" y="42919"/>
                  <a:pt x="903519" y="45136"/>
                </a:cubicBezTo>
                <a:cubicBezTo>
                  <a:pt x="909383" y="47350"/>
                  <a:pt x="913696" y="50137"/>
                  <a:pt x="916455" y="53496"/>
                </a:cubicBezTo>
                <a:cubicBezTo>
                  <a:pt x="919215" y="56853"/>
                  <a:pt x="921147" y="61094"/>
                  <a:pt x="922251" y="66219"/>
                </a:cubicBezTo>
                <a:cubicBezTo>
                  <a:pt x="922872" y="69404"/>
                  <a:pt x="923182" y="75124"/>
                  <a:pt x="923182" y="83380"/>
                </a:cubicBezTo>
                <a:lnTo>
                  <a:pt x="923182" y="108147"/>
                </a:lnTo>
                <a:cubicBezTo>
                  <a:pt x="923182" y="125415"/>
                  <a:pt x="923579" y="136352"/>
                  <a:pt x="924373" y="140957"/>
                </a:cubicBezTo>
                <a:cubicBezTo>
                  <a:pt x="925166" y="145563"/>
                  <a:pt x="926736" y="149978"/>
                  <a:pt x="929081" y="154204"/>
                </a:cubicBezTo>
                <a:lnTo>
                  <a:pt x="909625" y="154204"/>
                </a:lnTo>
                <a:cubicBezTo>
                  <a:pt x="907693" y="150252"/>
                  <a:pt x="906451" y="145629"/>
                  <a:pt x="905899" y="140336"/>
                </a:cubicBezTo>
                <a:moveTo>
                  <a:pt x="904347" y="99146"/>
                </a:moveTo>
                <a:cubicBezTo>
                  <a:pt x="897585" y="101893"/>
                  <a:pt x="887443" y="104228"/>
                  <a:pt x="873920" y="106151"/>
                </a:cubicBezTo>
                <a:cubicBezTo>
                  <a:pt x="866261" y="107249"/>
                  <a:pt x="860845" y="108484"/>
                  <a:pt x="857672" y="109858"/>
                </a:cubicBezTo>
                <a:cubicBezTo>
                  <a:pt x="854498" y="111231"/>
                  <a:pt x="852048" y="113239"/>
                  <a:pt x="850324" y="115883"/>
                </a:cubicBezTo>
                <a:cubicBezTo>
                  <a:pt x="848599" y="118526"/>
                  <a:pt x="847736" y="121462"/>
                  <a:pt x="847736" y="124689"/>
                </a:cubicBezTo>
                <a:cubicBezTo>
                  <a:pt x="847736" y="129633"/>
                  <a:pt x="849616" y="133754"/>
                  <a:pt x="853377" y="137050"/>
                </a:cubicBezTo>
                <a:cubicBezTo>
                  <a:pt x="857137" y="140345"/>
                  <a:pt x="862639" y="141992"/>
                  <a:pt x="869884" y="141992"/>
                </a:cubicBezTo>
                <a:cubicBezTo>
                  <a:pt x="877059" y="141992"/>
                  <a:pt x="883441" y="140428"/>
                  <a:pt x="889030" y="137299"/>
                </a:cubicBezTo>
                <a:cubicBezTo>
                  <a:pt x="894618" y="134169"/>
                  <a:pt x="898724" y="129892"/>
                  <a:pt x="901345" y="124469"/>
                </a:cubicBezTo>
                <a:cubicBezTo>
                  <a:pt x="903346" y="120284"/>
                  <a:pt x="904347" y="114108"/>
                  <a:pt x="904347" y="105941"/>
                </a:cubicBezTo>
                <a:lnTo>
                  <a:pt x="904347" y="99146"/>
                </a:lnTo>
                <a:close/>
                <a:moveTo>
                  <a:pt x="952025" y="154204"/>
                </a:moveTo>
                <a:lnTo>
                  <a:pt x="952025" y="44295"/>
                </a:lnTo>
                <a:lnTo>
                  <a:pt x="968790" y="44295"/>
                </a:lnTo>
                <a:lnTo>
                  <a:pt x="968790" y="59922"/>
                </a:lnTo>
                <a:cubicBezTo>
                  <a:pt x="976863" y="47848"/>
                  <a:pt x="988523" y="41811"/>
                  <a:pt x="1003771" y="41811"/>
                </a:cubicBezTo>
                <a:cubicBezTo>
                  <a:pt x="1010394" y="41811"/>
                  <a:pt x="1016483" y="43001"/>
                  <a:pt x="1022037" y="45382"/>
                </a:cubicBezTo>
                <a:cubicBezTo>
                  <a:pt x="1027592" y="47762"/>
                  <a:pt x="1031748" y="50884"/>
                  <a:pt x="1034508" y="54748"/>
                </a:cubicBezTo>
                <a:cubicBezTo>
                  <a:pt x="1037268" y="58611"/>
                  <a:pt x="1039200" y="63200"/>
                  <a:pt x="1040304" y="68512"/>
                </a:cubicBezTo>
                <a:cubicBezTo>
                  <a:pt x="1040994" y="71962"/>
                  <a:pt x="1041339" y="77999"/>
                  <a:pt x="1041339" y="86623"/>
                </a:cubicBezTo>
                <a:lnTo>
                  <a:pt x="1041339" y="154204"/>
                </a:lnTo>
                <a:lnTo>
                  <a:pt x="1022710" y="154204"/>
                </a:lnTo>
                <a:lnTo>
                  <a:pt x="1022710" y="87348"/>
                </a:lnTo>
                <a:cubicBezTo>
                  <a:pt x="1022710" y="79758"/>
                  <a:pt x="1021986" y="74084"/>
                  <a:pt x="1020537" y="70323"/>
                </a:cubicBezTo>
                <a:cubicBezTo>
                  <a:pt x="1019088" y="66563"/>
                  <a:pt x="1016518" y="63562"/>
                  <a:pt x="1012827" y="61319"/>
                </a:cubicBezTo>
                <a:cubicBezTo>
                  <a:pt x="1009135" y="59077"/>
                  <a:pt x="1004806" y="57956"/>
                  <a:pt x="999838" y="57956"/>
                </a:cubicBezTo>
                <a:cubicBezTo>
                  <a:pt x="991904" y="57956"/>
                  <a:pt x="985056" y="60474"/>
                  <a:pt x="979295" y="65511"/>
                </a:cubicBezTo>
                <a:cubicBezTo>
                  <a:pt x="973534" y="70548"/>
                  <a:pt x="970653" y="80103"/>
                  <a:pt x="970653" y="94178"/>
                </a:cubicBezTo>
                <a:lnTo>
                  <a:pt x="970653" y="154204"/>
                </a:lnTo>
                <a:lnTo>
                  <a:pt x="952025" y="154204"/>
                </a:lnTo>
                <a:close/>
                <a:moveTo>
                  <a:pt x="1062419" y="121293"/>
                </a:moveTo>
                <a:lnTo>
                  <a:pt x="1080841" y="118396"/>
                </a:lnTo>
                <a:cubicBezTo>
                  <a:pt x="1081876" y="125810"/>
                  <a:pt x="1084756" y="131494"/>
                  <a:pt x="1089482" y="135446"/>
                </a:cubicBezTo>
                <a:cubicBezTo>
                  <a:pt x="1094208" y="139396"/>
                  <a:pt x="1100815" y="141371"/>
                  <a:pt x="1109301" y="141371"/>
                </a:cubicBezTo>
                <a:cubicBezTo>
                  <a:pt x="1117857" y="141371"/>
                  <a:pt x="1124204" y="139629"/>
                  <a:pt x="1128344" y="136145"/>
                </a:cubicBezTo>
                <a:cubicBezTo>
                  <a:pt x="1132484" y="132660"/>
                  <a:pt x="1134553" y="128572"/>
                  <a:pt x="1134553" y="123881"/>
                </a:cubicBezTo>
                <a:cubicBezTo>
                  <a:pt x="1134553" y="119672"/>
                  <a:pt x="1132725" y="116360"/>
                  <a:pt x="1129068" y="113945"/>
                </a:cubicBezTo>
                <a:cubicBezTo>
                  <a:pt x="1126515" y="112290"/>
                  <a:pt x="1120168" y="110185"/>
                  <a:pt x="1110026" y="107632"/>
                </a:cubicBezTo>
                <a:cubicBezTo>
                  <a:pt x="1096365" y="104183"/>
                  <a:pt x="1086895" y="101199"/>
                  <a:pt x="1081617" y="98680"/>
                </a:cubicBezTo>
                <a:cubicBezTo>
                  <a:pt x="1076339" y="96162"/>
                  <a:pt x="1072337" y="92678"/>
                  <a:pt x="1069612" y="88228"/>
                </a:cubicBezTo>
                <a:cubicBezTo>
                  <a:pt x="1066886" y="83777"/>
                  <a:pt x="1065524" y="78861"/>
                  <a:pt x="1065524" y="73480"/>
                </a:cubicBezTo>
                <a:cubicBezTo>
                  <a:pt x="1065524" y="68581"/>
                  <a:pt x="1066645" y="64045"/>
                  <a:pt x="1068887" y="59871"/>
                </a:cubicBezTo>
                <a:cubicBezTo>
                  <a:pt x="1071130" y="55696"/>
                  <a:pt x="1074183" y="52229"/>
                  <a:pt x="1078046" y="49470"/>
                </a:cubicBezTo>
                <a:cubicBezTo>
                  <a:pt x="1080944" y="47331"/>
                  <a:pt x="1084894" y="45520"/>
                  <a:pt x="1089896" y="44036"/>
                </a:cubicBezTo>
                <a:cubicBezTo>
                  <a:pt x="1094898" y="42553"/>
                  <a:pt x="1100263" y="41811"/>
                  <a:pt x="1105989" y="41811"/>
                </a:cubicBezTo>
                <a:cubicBezTo>
                  <a:pt x="1114614" y="41811"/>
                  <a:pt x="1122186" y="43053"/>
                  <a:pt x="1128706" y="45537"/>
                </a:cubicBezTo>
                <a:cubicBezTo>
                  <a:pt x="1135226" y="48021"/>
                  <a:pt x="1140039" y="51384"/>
                  <a:pt x="1143143" y="55627"/>
                </a:cubicBezTo>
                <a:cubicBezTo>
                  <a:pt x="1146248" y="59871"/>
                  <a:pt x="1148387" y="65545"/>
                  <a:pt x="1149560" y="72652"/>
                </a:cubicBezTo>
                <a:lnTo>
                  <a:pt x="1131345" y="75136"/>
                </a:lnTo>
                <a:cubicBezTo>
                  <a:pt x="1130517" y="69478"/>
                  <a:pt x="1128120" y="65062"/>
                  <a:pt x="1124152" y="61889"/>
                </a:cubicBezTo>
                <a:cubicBezTo>
                  <a:pt x="1120185" y="58715"/>
                  <a:pt x="1114579" y="57128"/>
                  <a:pt x="1107335" y="57128"/>
                </a:cubicBezTo>
                <a:cubicBezTo>
                  <a:pt x="1098779" y="57128"/>
                  <a:pt x="1092673" y="58542"/>
                  <a:pt x="1089017" y="61371"/>
                </a:cubicBezTo>
                <a:cubicBezTo>
                  <a:pt x="1085360" y="64200"/>
                  <a:pt x="1083532" y="67512"/>
                  <a:pt x="1083532" y="71306"/>
                </a:cubicBezTo>
                <a:cubicBezTo>
                  <a:pt x="1083532" y="73721"/>
                  <a:pt x="1084290" y="75895"/>
                  <a:pt x="1085808" y="77827"/>
                </a:cubicBezTo>
                <a:cubicBezTo>
                  <a:pt x="1087326" y="79827"/>
                  <a:pt x="1089707" y="81483"/>
                  <a:pt x="1092949" y="82794"/>
                </a:cubicBezTo>
                <a:cubicBezTo>
                  <a:pt x="1094812" y="83484"/>
                  <a:pt x="1100297" y="85071"/>
                  <a:pt x="1109405" y="87555"/>
                </a:cubicBezTo>
                <a:cubicBezTo>
                  <a:pt x="1122583" y="91074"/>
                  <a:pt x="1131776" y="93954"/>
                  <a:pt x="1136985" y="96196"/>
                </a:cubicBezTo>
                <a:cubicBezTo>
                  <a:pt x="1142195" y="98439"/>
                  <a:pt x="1146283" y="101699"/>
                  <a:pt x="1149249" y="105977"/>
                </a:cubicBezTo>
                <a:cubicBezTo>
                  <a:pt x="1152216" y="110254"/>
                  <a:pt x="1153700" y="115567"/>
                  <a:pt x="1153700" y="121914"/>
                </a:cubicBezTo>
                <a:cubicBezTo>
                  <a:pt x="1153700" y="128124"/>
                  <a:pt x="1151888" y="133971"/>
                  <a:pt x="1148266" y="139456"/>
                </a:cubicBezTo>
                <a:cubicBezTo>
                  <a:pt x="1144644" y="144942"/>
                  <a:pt x="1139418" y="149185"/>
                  <a:pt x="1132587" y="152186"/>
                </a:cubicBezTo>
                <a:cubicBezTo>
                  <a:pt x="1125757" y="155187"/>
                  <a:pt x="1118029" y="156688"/>
                  <a:pt x="1109405" y="156688"/>
                </a:cubicBezTo>
                <a:cubicBezTo>
                  <a:pt x="1095123" y="156688"/>
                  <a:pt x="1084239" y="153713"/>
                  <a:pt x="1076753" y="147762"/>
                </a:cubicBezTo>
                <a:cubicBezTo>
                  <a:pt x="1069267" y="141811"/>
                  <a:pt x="1064489" y="132988"/>
                  <a:pt x="1062419" y="121293"/>
                </a:cubicBezTo>
                <a:close/>
                <a:moveTo>
                  <a:pt x="1180297" y="154204"/>
                </a:moveTo>
                <a:lnTo>
                  <a:pt x="1180297" y="58784"/>
                </a:lnTo>
                <a:lnTo>
                  <a:pt x="1163842" y="58784"/>
                </a:lnTo>
                <a:lnTo>
                  <a:pt x="1163842" y="44295"/>
                </a:lnTo>
                <a:lnTo>
                  <a:pt x="1180297" y="44295"/>
                </a:lnTo>
                <a:lnTo>
                  <a:pt x="1180297" y="32626"/>
                </a:lnTo>
                <a:cubicBezTo>
                  <a:pt x="1180297" y="25261"/>
                  <a:pt x="1180953" y="19789"/>
                  <a:pt x="1182264" y="16210"/>
                </a:cubicBezTo>
                <a:cubicBezTo>
                  <a:pt x="1184058" y="11393"/>
                  <a:pt x="1187214" y="7487"/>
                  <a:pt x="1191733" y="4492"/>
                </a:cubicBezTo>
                <a:cubicBezTo>
                  <a:pt x="1196252" y="1497"/>
                  <a:pt x="1202583" y="0"/>
                  <a:pt x="1210724" y="0"/>
                </a:cubicBezTo>
                <a:cubicBezTo>
                  <a:pt x="1215968" y="0"/>
                  <a:pt x="1221763" y="624"/>
                  <a:pt x="1228111" y="1873"/>
                </a:cubicBezTo>
                <a:lnTo>
                  <a:pt x="1225317" y="18208"/>
                </a:lnTo>
                <a:cubicBezTo>
                  <a:pt x="1221453" y="17523"/>
                  <a:pt x="1217796" y="17180"/>
                  <a:pt x="1214346" y="17180"/>
                </a:cubicBezTo>
                <a:cubicBezTo>
                  <a:pt x="1208689" y="17180"/>
                  <a:pt x="1204687" y="18379"/>
                  <a:pt x="1202341" y="20776"/>
                </a:cubicBezTo>
                <a:cubicBezTo>
                  <a:pt x="1199995" y="23172"/>
                  <a:pt x="1198823" y="27656"/>
                  <a:pt x="1198823" y="34230"/>
                </a:cubicBezTo>
                <a:lnTo>
                  <a:pt x="1198823" y="44295"/>
                </a:lnTo>
                <a:lnTo>
                  <a:pt x="1220246" y="44295"/>
                </a:lnTo>
                <a:lnTo>
                  <a:pt x="1220246" y="58784"/>
                </a:lnTo>
                <a:lnTo>
                  <a:pt x="1198823" y="58784"/>
                </a:lnTo>
                <a:lnTo>
                  <a:pt x="1198823" y="154204"/>
                </a:lnTo>
                <a:lnTo>
                  <a:pt x="1180297" y="154204"/>
                </a:lnTo>
                <a:close/>
                <a:moveTo>
                  <a:pt x="1227624" y="99250"/>
                </a:moveTo>
                <a:cubicBezTo>
                  <a:pt x="1227624" y="78896"/>
                  <a:pt x="1233281" y="63821"/>
                  <a:pt x="1244597" y="54023"/>
                </a:cubicBezTo>
                <a:cubicBezTo>
                  <a:pt x="1254049" y="45882"/>
                  <a:pt x="1265571" y="41811"/>
                  <a:pt x="1279163" y="41811"/>
                </a:cubicBezTo>
                <a:cubicBezTo>
                  <a:pt x="1294273" y="41811"/>
                  <a:pt x="1306623" y="46761"/>
                  <a:pt x="1316214" y="56662"/>
                </a:cubicBezTo>
                <a:cubicBezTo>
                  <a:pt x="1325804" y="66563"/>
                  <a:pt x="1330599" y="80241"/>
                  <a:pt x="1330599" y="97697"/>
                </a:cubicBezTo>
                <a:cubicBezTo>
                  <a:pt x="1330599" y="111841"/>
                  <a:pt x="1328478" y="122967"/>
                  <a:pt x="1324234" y="131074"/>
                </a:cubicBezTo>
                <a:cubicBezTo>
                  <a:pt x="1319991" y="139180"/>
                  <a:pt x="1313816" y="145476"/>
                  <a:pt x="1305709" y="149961"/>
                </a:cubicBezTo>
                <a:cubicBezTo>
                  <a:pt x="1297602" y="154446"/>
                  <a:pt x="1288754" y="156688"/>
                  <a:pt x="1279163" y="156688"/>
                </a:cubicBezTo>
                <a:cubicBezTo>
                  <a:pt x="1263777" y="156688"/>
                  <a:pt x="1251341" y="151755"/>
                  <a:pt x="1241854" y="141889"/>
                </a:cubicBezTo>
                <a:cubicBezTo>
                  <a:pt x="1232367" y="132022"/>
                  <a:pt x="1227624" y="117809"/>
                  <a:pt x="1227624" y="99250"/>
                </a:cubicBezTo>
                <a:moveTo>
                  <a:pt x="1246770" y="99301"/>
                </a:moveTo>
                <a:cubicBezTo>
                  <a:pt x="1246770" y="113359"/>
                  <a:pt x="1249840" y="123885"/>
                  <a:pt x="1255981" y="130879"/>
                </a:cubicBezTo>
                <a:cubicBezTo>
                  <a:pt x="1262121" y="137874"/>
                  <a:pt x="1269849" y="141371"/>
                  <a:pt x="1279163" y="141371"/>
                </a:cubicBezTo>
                <a:cubicBezTo>
                  <a:pt x="1288409" y="141371"/>
                  <a:pt x="1296102" y="137857"/>
                  <a:pt x="1302242" y="130828"/>
                </a:cubicBezTo>
                <a:cubicBezTo>
                  <a:pt x="1308383" y="123799"/>
                  <a:pt x="1311453" y="113083"/>
                  <a:pt x="1311453" y="98680"/>
                </a:cubicBezTo>
                <a:cubicBezTo>
                  <a:pt x="1311453" y="85106"/>
                  <a:pt x="1308365" y="74821"/>
                  <a:pt x="1302190" y="67827"/>
                </a:cubicBezTo>
                <a:cubicBezTo>
                  <a:pt x="1296015" y="60832"/>
                  <a:pt x="1288340" y="57335"/>
                  <a:pt x="1279163" y="57335"/>
                </a:cubicBezTo>
                <a:cubicBezTo>
                  <a:pt x="1269849" y="57335"/>
                  <a:pt x="1262121" y="60815"/>
                  <a:pt x="1255981" y="67775"/>
                </a:cubicBezTo>
                <a:cubicBezTo>
                  <a:pt x="1249840" y="74735"/>
                  <a:pt x="1246770" y="85244"/>
                  <a:pt x="1246770" y="99301"/>
                </a:cubicBezTo>
                <a:close/>
                <a:moveTo>
                  <a:pt x="1352197" y="154204"/>
                </a:moveTo>
                <a:lnTo>
                  <a:pt x="1352197" y="44295"/>
                </a:lnTo>
                <a:lnTo>
                  <a:pt x="1368963" y="44295"/>
                </a:lnTo>
                <a:lnTo>
                  <a:pt x="1368963" y="60957"/>
                </a:lnTo>
                <a:cubicBezTo>
                  <a:pt x="1373241" y="53161"/>
                  <a:pt x="1377191" y="48021"/>
                  <a:pt x="1380813" y="45537"/>
                </a:cubicBezTo>
                <a:cubicBezTo>
                  <a:pt x="1384435" y="43053"/>
                  <a:pt x="1388420" y="41811"/>
                  <a:pt x="1392766" y="41811"/>
                </a:cubicBezTo>
                <a:cubicBezTo>
                  <a:pt x="1399045" y="41811"/>
                  <a:pt x="1405427" y="43812"/>
                  <a:pt x="1411912" y="47814"/>
                </a:cubicBezTo>
                <a:lnTo>
                  <a:pt x="1405496" y="65084"/>
                </a:lnTo>
                <a:cubicBezTo>
                  <a:pt x="1400942" y="62402"/>
                  <a:pt x="1396388" y="61061"/>
                  <a:pt x="1391835" y="61061"/>
                </a:cubicBezTo>
                <a:cubicBezTo>
                  <a:pt x="1387764" y="61061"/>
                  <a:pt x="1384107" y="62285"/>
                  <a:pt x="1380865" y="64735"/>
                </a:cubicBezTo>
                <a:cubicBezTo>
                  <a:pt x="1377622" y="67184"/>
                  <a:pt x="1375310" y="70582"/>
                  <a:pt x="1373931" y="74929"/>
                </a:cubicBezTo>
                <a:cubicBezTo>
                  <a:pt x="1371861" y="81552"/>
                  <a:pt x="1370826" y="88797"/>
                  <a:pt x="1370826" y="96662"/>
                </a:cubicBezTo>
                <a:lnTo>
                  <a:pt x="1370826" y="154204"/>
                </a:lnTo>
                <a:lnTo>
                  <a:pt x="1352197" y="154204"/>
                </a:lnTo>
                <a:close/>
                <a:moveTo>
                  <a:pt x="1422984" y="154204"/>
                </a:moveTo>
                <a:lnTo>
                  <a:pt x="1422984" y="44295"/>
                </a:lnTo>
                <a:lnTo>
                  <a:pt x="1439647" y="44295"/>
                </a:lnTo>
                <a:lnTo>
                  <a:pt x="1439647" y="59715"/>
                </a:lnTo>
                <a:cubicBezTo>
                  <a:pt x="1443096" y="54334"/>
                  <a:pt x="1447685" y="50004"/>
                  <a:pt x="1453411" y="46727"/>
                </a:cubicBezTo>
                <a:cubicBezTo>
                  <a:pt x="1459138" y="43450"/>
                  <a:pt x="1465658" y="41811"/>
                  <a:pt x="1472971" y="41811"/>
                </a:cubicBezTo>
                <a:cubicBezTo>
                  <a:pt x="1481113" y="41811"/>
                  <a:pt x="1487788" y="43501"/>
                  <a:pt x="1492997" y="46882"/>
                </a:cubicBezTo>
                <a:cubicBezTo>
                  <a:pt x="1498206" y="50263"/>
                  <a:pt x="1501880" y="54989"/>
                  <a:pt x="1504019" y="61061"/>
                </a:cubicBezTo>
                <a:cubicBezTo>
                  <a:pt x="1512712" y="48228"/>
                  <a:pt x="1524028" y="41811"/>
                  <a:pt x="1537965" y="41811"/>
                </a:cubicBezTo>
                <a:cubicBezTo>
                  <a:pt x="1548866" y="41811"/>
                  <a:pt x="1557249" y="44830"/>
                  <a:pt x="1563113" y="50867"/>
                </a:cubicBezTo>
                <a:cubicBezTo>
                  <a:pt x="1568978" y="56904"/>
                  <a:pt x="1571910" y="66201"/>
                  <a:pt x="1571910" y="78758"/>
                </a:cubicBezTo>
                <a:lnTo>
                  <a:pt x="1571910" y="154204"/>
                </a:lnTo>
                <a:lnTo>
                  <a:pt x="1553385" y="154204"/>
                </a:lnTo>
                <a:lnTo>
                  <a:pt x="1553385" y="84968"/>
                </a:lnTo>
                <a:cubicBezTo>
                  <a:pt x="1553385" y="77516"/>
                  <a:pt x="1552781" y="72152"/>
                  <a:pt x="1551574" y="68874"/>
                </a:cubicBezTo>
                <a:cubicBezTo>
                  <a:pt x="1550367" y="65597"/>
                  <a:pt x="1548176" y="62958"/>
                  <a:pt x="1545002" y="60957"/>
                </a:cubicBezTo>
                <a:cubicBezTo>
                  <a:pt x="1541828" y="58956"/>
                  <a:pt x="1538103" y="57956"/>
                  <a:pt x="1533825" y="57956"/>
                </a:cubicBezTo>
                <a:cubicBezTo>
                  <a:pt x="1526098" y="57956"/>
                  <a:pt x="1519681" y="60526"/>
                  <a:pt x="1514575" y="65666"/>
                </a:cubicBezTo>
                <a:cubicBezTo>
                  <a:pt x="1509470" y="70806"/>
                  <a:pt x="1506917" y="79034"/>
                  <a:pt x="1506917" y="90349"/>
                </a:cubicBezTo>
                <a:lnTo>
                  <a:pt x="1506917" y="154204"/>
                </a:lnTo>
                <a:lnTo>
                  <a:pt x="1488288" y="154204"/>
                </a:lnTo>
                <a:lnTo>
                  <a:pt x="1488288" y="82794"/>
                </a:lnTo>
                <a:cubicBezTo>
                  <a:pt x="1488288" y="74515"/>
                  <a:pt x="1486770" y="68305"/>
                  <a:pt x="1483735" y="64165"/>
                </a:cubicBezTo>
                <a:cubicBezTo>
                  <a:pt x="1480699" y="60026"/>
                  <a:pt x="1475731" y="57956"/>
                  <a:pt x="1468832" y="57956"/>
                </a:cubicBezTo>
                <a:cubicBezTo>
                  <a:pt x="1463588" y="57956"/>
                  <a:pt x="1458741" y="59336"/>
                  <a:pt x="1454291" y="62096"/>
                </a:cubicBezTo>
                <a:cubicBezTo>
                  <a:pt x="1449841" y="64855"/>
                  <a:pt x="1446615" y="68892"/>
                  <a:pt x="1444614" y="74204"/>
                </a:cubicBezTo>
                <a:cubicBezTo>
                  <a:pt x="1442613" y="79517"/>
                  <a:pt x="1441613" y="87175"/>
                  <a:pt x="1441613" y="97180"/>
                </a:cubicBezTo>
                <a:lnTo>
                  <a:pt x="1441613" y="154204"/>
                </a:lnTo>
                <a:lnTo>
                  <a:pt x="1422984" y="154204"/>
                </a:lnTo>
                <a:close/>
                <a:moveTo>
                  <a:pt x="1674780" y="118603"/>
                </a:moveTo>
                <a:lnTo>
                  <a:pt x="1694030" y="121086"/>
                </a:lnTo>
                <a:cubicBezTo>
                  <a:pt x="1690994" y="132365"/>
                  <a:pt x="1685371" y="141119"/>
                  <a:pt x="1677161" y="147348"/>
                </a:cubicBezTo>
                <a:cubicBezTo>
                  <a:pt x="1668950" y="153575"/>
                  <a:pt x="1658463" y="156688"/>
                  <a:pt x="1645699" y="156688"/>
                </a:cubicBezTo>
                <a:cubicBezTo>
                  <a:pt x="1629623" y="156688"/>
                  <a:pt x="1616876" y="151738"/>
                  <a:pt x="1607458" y="141837"/>
                </a:cubicBezTo>
                <a:cubicBezTo>
                  <a:pt x="1598041" y="131936"/>
                  <a:pt x="1593332" y="118051"/>
                  <a:pt x="1593332" y="100181"/>
                </a:cubicBezTo>
                <a:cubicBezTo>
                  <a:pt x="1593332" y="81690"/>
                  <a:pt x="1598092" y="67339"/>
                  <a:pt x="1607614" y="57128"/>
                </a:cubicBezTo>
                <a:cubicBezTo>
                  <a:pt x="1617135" y="46917"/>
                  <a:pt x="1629485" y="41811"/>
                  <a:pt x="1644664" y="41811"/>
                </a:cubicBezTo>
                <a:cubicBezTo>
                  <a:pt x="1659360" y="41811"/>
                  <a:pt x="1671365" y="46806"/>
                  <a:pt x="1680680" y="56795"/>
                </a:cubicBezTo>
                <a:cubicBezTo>
                  <a:pt x="1689994" y="66782"/>
                  <a:pt x="1694651" y="80833"/>
                  <a:pt x="1694651" y="98949"/>
                </a:cubicBezTo>
                <a:cubicBezTo>
                  <a:pt x="1694651" y="100051"/>
                  <a:pt x="1694617" y="101703"/>
                  <a:pt x="1694548" y="103907"/>
                </a:cubicBezTo>
                <a:lnTo>
                  <a:pt x="1612581" y="103907"/>
                </a:lnTo>
                <a:cubicBezTo>
                  <a:pt x="1613271" y="116015"/>
                  <a:pt x="1616687" y="125287"/>
                  <a:pt x="1622827" y="131720"/>
                </a:cubicBezTo>
                <a:cubicBezTo>
                  <a:pt x="1628968" y="138154"/>
                  <a:pt x="1636626" y="141371"/>
                  <a:pt x="1645802" y="141371"/>
                </a:cubicBezTo>
                <a:cubicBezTo>
                  <a:pt x="1652633" y="141371"/>
                  <a:pt x="1658463" y="139561"/>
                  <a:pt x="1663293" y="135941"/>
                </a:cubicBezTo>
                <a:cubicBezTo>
                  <a:pt x="1668122" y="132319"/>
                  <a:pt x="1671952" y="126539"/>
                  <a:pt x="1674780" y="118603"/>
                </a:cubicBezTo>
                <a:moveTo>
                  <a:pt x="1613616" y="88590"/>
                </a:moveTo>
                <a:lnTo>
                  <a:pt x="1674987" y="88590"/>
                </a:lnTo>
                <a:cubicBezTo>
                  <a:pt x="1674159" y="79375"/>
                  <a:pt x="1671814" y="72463"/>
                  <a:pt x="1667950" y="67856"/>
                </a:cubicBezTo>
                <a:cubicBezTo>
                  <a:pt x="1662016" y="60704"/>
                  <a:pt x="1654323" y="57128"/>
                  <a:pt x="1644871" y="57128"/>
                </a:cubicBezTo>
                <a:cubicBezTo>
                  <a:pt x="1636316" y="57128"/>
                  <a:pt x="1629123" y="59983"/>
                  <a:pt x="1623293" y="65692"/>
                </a:cubicBezTo>
                <a:cubicBezTo>
                  <a:pt x="1617463" y="71399"/>
                  <a:pt x="1614237" y="79032"/>
                  <a:pt x="1613616" y="88590"/>
                </a:cubicBezTo>
                <a:close/>
                <a:moveTo>
                  <a:pt x="1717180" y="154204"/>
                </a:moveTo>
                <a:lnTo>
                  <a:pt x="1717180" y="44295"/>
                </a:lnTo>
                <a:lnTo>
                  <a:pt x="1733946" y="44295"/>
                </a:lnTo>
                <a:lnTo>
                  <a:pt x="1733946" y="60957"/>
                </a:lnTo>
                <a:cubicBezTo>
                  <a:pt x="1738224" y="53161"/>
                  <a:pt x="1742174" y="48021"/>
                  <a:pt x="1745796" y="45537"/>
                </a:cubicBezTo>
                <a:cubicBezTo>
                  <a:pt x="1749418" y="43053"/>
                  <a:pt x="1753403" y="41811"/>
                  <a:pt x="1757749" y="41811"/>
                </a:cubicBezTo>
                <a:cubicBezTo>
                  <a:pt x="1764028" y="41811"/>
                  <a:pt x="1770410" y="43812"/>
                  <a:pt x="1776896" y="47814"/>
                </a:cubicBezTo>
                <a:lnTo>
                  <a:pt x="1770479" y="65084"/>
                </a:lnTo>
                <a:cubicBezTo>
                  <a:pt x="1765925" y="62402"/>
                  <a:pt x="1761372" y="61061"/>
                  <a:pt x="1756818" y="61061"/>
                </a:cubicBezTo>
                <a:cubicBezTo>
                  <a:pt x="1752747" y="61061"/>
                  <a:pt x="1749091" y="62285"/>
                  <a:pt x="1745848" y="64735"/>
                </a:cubicBezTo>
                <a:cubicBezTo>
                  <a:pt x="1742605" y="67184"/>
                  <a:pt x="1740294" y="70582"/>
                  <a:pt x="1738914" y="74929"/>
                </a:cubicBezTo>
                <a:cubicBezTo>
                  <a:pt x="1736844" y="81552"/>
                  <a:pt x="1735809" y="88797"/>
                  <a:pt x="1735809" y="96662"/>
                </a:cubicBezTo>
                <a:lnTo>
                  <a:pt x="1735809" y="154204"/>
                </a:lnTo>
                <a:lnTo>
                  <a:pt x="1717180" y="15420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3B528A-1BF3-401E-9206-2BF7A115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792" y="3140257"/>
            <a:ext cx="102281" cy="339387"/>
          </a:xfrm>
          <a:custGeom xmlns:a="http://schemas.openxmlformats.org/drawingml/2006/main">
            <a:pathLst>
              <a:path w="102281" h="339387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322340"/>
                </a:lnTo>
                <a:cubicBezTo>
                  <a:pt x="102281" y="331755"/>
                  <a:pt x="94649" y="339387"/>
                  <a:pt x="85234" y="339387"/>
                </a:cubicBezTo>
                <a:lnTo>
                  <a:pt x="17047" y="339387"/>
                </a:lnTo>
                <a:cubicBezTo>
                  <a:pt x="7632" y="339387"/>
                  <a:pt x="0" y="331755"/>
                  <a:pt x="0" y="322340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EDBC5D-1759-456A-BA78-E1F5B6BB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792" y="3140257"/>
            <a:ext cx="102281" cy="339387"/>
          </a:xfrm>
          <a:custGeom xmlns:a="http://schemas.openxmlformats.org/drawingml/2006/main">
            <a:pathLst>
              <a:path w="102281" h="339387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322340"/>
                </a:lnTo>
                <a:cubicBezTo>
                  <a:pt x="102281" y="331755"/>
                  <a:pt x="94649" y="339387"/>
                  <a:pt x="85234" y="339387"/>
                </a:cubicBezTo>
                <a:lnTo>
                  <a:pt x="17047" y="339387"/>
                </a:lnTo>
                <a:cubicBezTo>
                  <a:pt x="7632" y="339387"/>
                  <a:pt x="0" y="331755"/>
                  <a:pt x="0" y="322340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52E99E-355D-4BD0-866F-ABCA7D5CF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9413" y="3140257"/>
            <a:ext cx="102281" cy="339387"/>
          </a:xfrm>
          <a:custGeom xmlns:a="http://schemas.openxmlformats.org/drawingml/2006/main">
            <a:pathLst>
              <a:path w="102281" h="339387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322340"/>
                </a:lnTo>
                <a:cubicBezTo>
                  <a:pt x="102281" y="331755"/>
                  <a:pt x="94649" y="339387"/>
                  <a:pt x="85234" y="339387"/>
                </a:cubicBezTo>
                <a:lnTo>
                  <a:pt x="17047" y="339387"/>
                </a:lnTo>
                <a:cubicBezTo>
                  <a:pt x="7632" y="339387"/>
                  <a:pt x="0" y="331755"/>
                  <a:pt x="0" y="322340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ECB83B-B2E2-4D4F-9E59-DFF119C8C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9413" y="3140257"/>
            <a:ext cx="102281" cy="339387"/>
          </a:xfrm>
          <a:custGeom xmlns:a="http://schemas.openxmlformats.org/drawingml/2006/main">
            <a:pathLst>
              <a:path w="102281" h="339387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322340"/>
                </a:lnTo>
                <a:cubicBezTo>
                  <a:pt x="102281" y="331755"/>
                  <a:pt x="94649" y="339387"/>
                  <a:pt x="85234" y="339387"/>
                </a:cubicBezTo>
                <a:lnTo>
                  <a:pt x="17047" y="339387"/>
                </a:lnTo>
                <a:cubicBezTo>
                  <a:pt x="7632" y="339387"/>
                  <a:pt x="0" y="331755"/>
                  <a:pt x="0" y="322340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1719DC-749B-4970-B500-B92668259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114" y="3140272"/>
            <a:ext cx="102281" cy="339387"/>
          </a:xfrm>
          <a:custGeom xmlns:a="http://schemas.openxmlformats.org/drawingml/2006/main">
            <a:pathLst>
              <a:path w="102281" h="339387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322340"/>
                </a:lnTo>
                <a:cubicBezTo>
                  <a:pt x="102281" y="331755"/>
                  <a:pt x="94649" y="339387"/>
                  <a:pt x="85234" y="339387"/>
                </a:cubicBezTo>
                <a:lnTo>
                  <a:pt x="17047" y="339387"/>
                </a:lnTo>
                <a:cubicBezTo>
                  <a:pt x="7632" y="339387"/>
                  <a:pt x="0" y="331755"/>
                  <a:pt x="0" y="322340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E586FB-02C8-4AF5-8354-762D2D32C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114" y="3140272"/>
            <a:ext cx="102281" cy="339387"/>
          </a:xfrm>
          <a:custGeom xmlns:a="http://schemas.openxmlformats.org/drawingml/2006/main">
            <a:pathLst>
              <a:path w="102281" h="339387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322340"/>
                </a:lnTo>
                <a:cubicBezTo>
                  <a:pt x="102281" y="331755"/>
                  <a:pt x="94649" y="339387"/>
                  <a:pt x="85234" y="339387"/>
                </a:cubicBezTo>
                <a:lnTo>
                  <a:pt x="17047" y="339387"/>
                </a:lnTo>
                <a:cubicBezTo>
                  <a:pt x="7632" y="339387"/>
                  <a:pt x="0" y="331755"/>
                  <a:pt x="0" y="322340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829199-8333-4227-870D-55E4AC616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744" y="3140278"/>
            <a:ext cx="102281" cy="339387"/>
          </a:xfrm>
          <a:custGeom xmlns:a="http://schemas.openxmlformats.org/drawingml/2006/main">
            <a:pathLst>
              <a:path w="102281" h="339387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322340"/>
                </a:lnTo>
                <a:cubicBezTo>
                  <a:pt x="102281" y="331755"/>
                  <a:pt x="94649" y="339387"/>
                  <a:pt x="85234" y="339387"/>
                </a:cubicBezTo>
                <a:lnTo>
                  <a:pt x="17047" y="339387"/>
                </a:lnTo>
                <a:cubicBezTo>
                  <a:pt x="7632" y="339387"/>
                  <a:pt x="0" y="331755"/>
                  <a:pt x="0" y="322340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8274D6-0F68-40F5-8A54-66010EE79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744" y="3140278"/>
            <a:ext cx="102281" cy="339387"/>
          </a:xfrm>
          <a:custGeom xmlns:a="http://schemas.openxmlformats.org/drawingml/2006/main">
            <a:pathLst>
              <a:path w="102281" h="339387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322340"/>
                </a:lnTo>
                <a:cubicBezTo>
                  <a:pt x="102281" y="331755"/>
                  <a:pt x="94649" y="339387"/>
                  <a:pt x="85234" y="339387"/>
                </a:cubicBezTo>
                <a:lnTo>
                  <a:pt x="17047" y="339387"/>
                </a:lnTo>
                <a:cubicBezTo>
                  <a:pt x="7632" y="339387"/>
                  <a:pt x="0" y="331755"/>
                  <a:pt x="0" y="322340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0B12EF-2B5F-4957-84A2-6119ADADB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792" y="1530731"/>
            <a:ext cx="102281" cy="339387"/>
          </a:xfrm>
          <a:custGeom xmlns:a="http://schemas.openxmlformats.org/drawingml/2006/main">
            <a:pathLst>
              <a:path w="102281" h="339387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322340"/>
                </a:lnTo>
                <a:cubicBezTo>
                  <a:pt x="102281" y="331755"/>
                  <a:pt x="94649" y="339387"/>
                  <a:pt x="85234" y="339387"/>
                </a:cubicBezTo>
                <a:lnTo>
                  <a:pt x="17047" y="339387"/>
                </a:lnTo>
                <a:cubicBezTo>
                  <a:pt x="7632" y="339387"/>
                  <a:pt x="0" y="331755"/>
                  <a:pt x="0" y="322340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588EBB-D94F-451F-8BE7-D3E4D042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2792" y="1530731"/>
            <a:ext cx="102281" cy="339387"/>
          </a:xfrm>
          <a:custGeom xmlns:a="http://schemas.openxmlformats.org/drawingml/2006/main">
            <a:pathLst>
              <a:path w="102281" h="339387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322340"/>
                </a:lnTo>
                <a:cubicBezTo>
                  <a:pt x="102281" y="331755"/>
                  <a:pt x="94649" y="339387"/>
                  <a:pt x="85234" y="339387"/>
                </a:cubicBezTo>
                <a:lnTo>
                  <a:pt x="17047" y="339387"/>
                </a:lnTo>
                <a:cubicBezTo>
                  <a:pt x="7632" y="339387"/>
                  <a:pt x="0" y="331755"/>
                  <a:pt x="0" y="322340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D6645E-9444-42F2-A794-6EDBB15F5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9413" y="1530731"/>
            <a:ext cx="102281" cy="339387"/>
          </a:xfrm>
          <a:custGeom xmlns:a="http://schemas.openxmlformats.org/drawingml/2006/main">
            <a:pathLst>
              <a:path w="102281" h="339387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322340"/>
                </a:lnTo>
                <a:cubicBezTo>
                  <a:pt x="102281" y="331755"/>
                  <a:pt x="94649" y="339387"/>
                  <a:pt x="85234" y="339387"/>
                </a:cubicBezTo>
                <a:lnTo>
                  <a:pt x="17047" y="339387"/>
                </a:lnTo>
                <a:cubicBezTo>
                  <a:pt x="7632" y="339387"/>
                  <a:pt x="0" y="331755"/>
                  <a:pt x="0" y="322340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1B5E9E-F185-4116-A964-08C616A0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9413" y="1530731"/>
            <a:ext cx="102281" cy="339387"/>
          </a:xfrm>
          <a:custGeom xmlns:a="http://schemas.openxmlformats.org/drawingml/2006/main">
            <a:pathLst>
              <a:path w="102281" h="339387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322340"/>
                </a:lnTo>
                <a:cubicBezTo>
                  <a:pt x="102281" y="331755"/>
                  <a:pt x="94649" y="339387"/>
                  <a:pt x="85234" y="339387"/>
                </a:cubicBezTo>
                <a:lnTo>
                  <a:pt x="17047" y="339387"/>
                </a:lnTo>
                <a:cubicBezTo>
                  <a:pt x="7632" y="339387"/>
                  <a:pt x="0" y="331755"/>
                  <a:pt x="0" y="322340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1A3F77-E520-4070-8713-DCEBE9A27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114" y="1530746"/>
            <a:ext cx="102281" cy="339387"/>
          </a:xfrm>
          <a:custGeom xmlns:a="http://schemas.openxmlformats.org/drawingml/2006/main">
            <a:pathLst>
              <a:path w="102281" h="339387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322340"/>
                </a:lnTo>
                <a:cubicBezTo>
                  <a:pt x="102281" y="331755"/>
                  <a:pt x="94649" y="339387"/>
                  <a:pt x="85234" y="339387"/>
                </a:cubicBezTo>
                <a:lnTo>
                  <a:pt x="17047" y="339387"/>
                </a:lnTo>
                <a:cubicBezTo>
                  <a:pt x="7632" y="339387"/>
                  <a:pt x="0" y="331755"/>
                  <a:pt x="0" y="322340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2EB397-9F4A-4753-9060-12269A41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6114" y="1530746"/>
            <a:ext cx="102281" cy="339387"/>
          </a:xfrm>
          <a:custGeom xmlns:a="http://schemas.openxmlformats.org/drawingml/2006/main">
            <a:pathLst>
              <a:path w="102281" h="339387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322340"/>
                </a:lnTo>
                <a:cubicBezTo>
                  <a:pt x="102281" y="331755"/>
                  <a:pt x="94649" y="339387"/>
                  <a:pt x="85234" y="339387"/>
                </a:cubicBezTo>
                <a:lnTo>
                  <a:pt x="17047" y="339387"/>
                </a:lnTo>
                <a:cubicBezTo>
                  <a:pt x="7632" y="339387"/>
                  <a:pt x="0" y="331755"/>
                  <a:pt x="0" y="322340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D95C4E-980A-437D-AAED-117EFE0D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744" y="1530752"/>
            <a:ext cx="102281" cy="339387"/>
          </a:xfrm>
          <a:custGeom xmlns:a="http://schemas.openxmlformats.org/drawingml/2006/main">
            <a:pathLst>
              <a:path w="102281" h="339387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322340"/>
                </a:lnTo>
                <a:cubicBezTo>
                  <a:pt x="102281" y="331755"/>
                  <a:pt x="94649" y="339387"/>
                  <a:pt x="85234" y="339387"/>
                </a:cubicBezTo>
                <a:lnTo>
                  <a:pt x="17047" y="339387"/>
                </a:lnTo>
                <a:cubicBezTo>
                  <a:pt x="7632" y="339387"/>
                  <a:pt x="0" y="331755"/>
                  <a:pt x="0" y="322340"/>
                </a:cubicBezTo>
                <a:lnTo>
                  <a:pt x="0" y="17047"/>
                </a:lnTo>
                <a:close/>
              </a:path>
            </a:pathLst>
          </a:custGeom>
          <a:solidFill xmlns:a="http://schemas.openxmlformats.org/drawingml/2006/main">
            <a:srgbClr val="C9DAF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181E2B-6CA4-4FF4-9260-B9118CC5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744" y="1530752"/>
            <a:ext cx="102281" cy="339387"/>
          </a:xfrm>
          <a:custGeom xmlns:a="http://schemas.openxmlformats.org/drawingml/2006/main">
            <a:pathLst>
              <a:path w="102281" h="339387" fill="none">
                <a:moveTo>
                  <a:pt x="0" y="17047"/>
                </a:moveTo>
                <a:lnTo>
                  <a:pt x="0" y="17047"/>
                </a:lnTo>
                <a:cubicBezTo>
                  <a:pt x="0" y="7632"/>
                  <a:pt x="7632" y="0"/>
                  <a:pt x="17047" y="0"/>
                </a:cubicBezTo>
                <a:lnTo>
                  <a:pt x="85234" y="0"/>
                </a:lnTo>
                <a:cubicBezTo>
                  <a:pt x="89755" y="0"/>
                  <a:pt x="94091" y="1796"/>
                  <a:pt x="97288" y="4993"/>
                </a:cubicBezTo>
                <a:cubicBezTo>
                  <a:pt x="100485" y="8190"/>
                  <a:pt x="102281" y="12526"/>
                  <a:pt x="102281" y="17047"/>
                </a:cubicBezTo>
                <a:lnTo>
                  <a:pt x="102281" y="322340"/>
                </a:lnTo>
                <a:cubicBezTo>
                  <a:pt x="102281" y="331755"/>
                  <a:pt x="94649" y="339387"/>
                  <a:pt x="85234" y="339387"/>
                </a:cubicBezTo>
                <a:lnTo>
                  <a:pt x="17047" y="339387"/>
                </a:lnTo>
                <a:cubicBezTo>
                  <a:pt x="7632" y="339387"/>
                  <a:pt x="0" y="331755"/>
                  <a:pt x="0" y="322340"/>
                </a:cubicBezTo>
                <a:lnTo>
                  <a:pt x="0" y="1704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6645F8-A24C-4488-9065-21D8AD291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5" y="5434844"/>
            <a:ext cx="4409172" cy="2503"/>
          </a:xfrm>
          <a:custGeom xmlns:a="http://schemas.openxmlformats.org/drawingml/2006/main">
            <a:pathLst>
              <a:path w="4409172" h="2503">
                <a:moveTo>
                  <a:pt x="0" y="2503"/>
                </a:moveTo>
                <a:lnTo>
                  <a:pt x="4409172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243F1F-AFDD-4B73-905A-B056C52C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1445" y="5434866"/>
            <a:ext cx="4370259" cy="2481"/>
          </a:xfrm>
          <a:custGeom xmlns:a="http://schemas.openxmlformats.org/drawingml/2006/main">
            <a:pathLst>
              <a:path w="4370259" h="2481" fill="none">
                <a:moveTo>
                  <a:pt x="0" y="2481"/>
                </a:moveTo>
                <a:lnTo>
                  <a:pt x="437025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3E6BB2-E5FB-4724-B1F8-50D04B910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928" y="5422104"/>
            <a:ext cx="35090" cy="25539"/>
          </a:xfrm>
          <a:custGeom xmlns:a="http://schemas.openxmlformats.org/drawingml/2006/main">
            <a:pathLst>
              <a:path w="35090" h="25539">
                <a:moveTo>
                  <a:pt x="12776" y="12762"/>
                </a:moveTo>
                <a:lnTo>
                  <a:pt x="0" y="0"/>
                </a:lnTo>
                <a:lnTo>
                  <a:pt x="35090" y="12749"/>
                </a:lnTo>
                <a:lnTo>
                  <a:pt x="15" y="25539"/>
                </a:lnTo>
                <a:lnTo>
                  <a:pt x="12776" y="1276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4A2FFE-5496-4E1E-9F14-43138B0A1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928" y="5422104"/>
            <a:ext cx="35090" cy="25539"/>
          </a:xfrm>
          <a:custGeom xmlns:a="http://schemas.openxmlformats.org/drawingml/2006/main">
            <a:pathLst>
              <a:path w="35090" h="25539" fill="none">
                <a:moveTo>
                  <a:pt x="12776" y="12762"/>
                </a:moveTo>
                <a:lnTo>
                  <a:pt x="15" y="25539"/>
                </a:lnTo>
                <a:lnTo>
                  <a:pt x="35090" y="12749"/>
                </a:lnTo>
                <a:lnTo>
                  <a:pt x="0" y="0"/>
                </a:lnTo>
                <a:lnTo>
                  <a:pt x="12776" y="12762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848AB7-4518-492B-BFD3-81EC5A08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34" y="4961719"/>
            <a:ext cx="10" cy="433443"/>
          </a:xfrm>
          <a:custGeom xmlns:a="http://schemas.openxmlformats.org/drawingml/2006/main">
            <a:pathLst>
              <a:path w="1" h="433443">
                <a:moveTo>
                  <a:pt x="0" y="433443"/>
                </a:move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E1CE22-4A13-4834-8380-E39D883B9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934" y="5000632"/>
            <a:ext cx="10" cy="394530"/>
          </a:xfrm>
          <a:custGeom xmlns:a="http://schemas.openxmlformats.org/drawingml/2006/main">
            <a:pathLst>
              <a:path w="1" h="394530" fill="none">
                <a:moveTo>
                  <a:pt x="0" y="39453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B0DD45-47E3-4D5D-8AC9-CED811435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165" y="4978318"/>
            <a:ext cx="25538" cy="35083"/>
          </a:xfrm>
          <a:custGeom xmlns:a="http://schemas.openxmlformats.org/drawingml/2006/main">
            <a:pathLst>
              <a:path w="25538" h="35083">
                <a:moveTo>
                  <a:pt x="12769" y="22314"/>
                </a:moveTo>
                <a:lnTo>
                  <a:pt x="0" y="35083"/>
                </a:lnTo>
                <a:lnTo>
                  <a:pt x="12769" y="0"/>
                </a:lnTo>
                <a:lnTo>
                  <a:pt x="25538" y="35083"/>
                </a:lnTo>
                <a:lnTo>
                  <a:pt x="12769" y="2231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F236D1-3C5C-485A-BD98-1034CA2CE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165" y="4978318"/>
            <a:ext cx="25538" cy="35083"/>
          </a:xfrm>
          <a:custGeom xmlns:a="http://schemas.openxmlformats.org/drawingml/2006/main">
            <a:pathLst>
              <a:path w="25538" h="35083" fill="none">
                <a:moveTo>
                  <a:pt x="12769" y="22314"/>
                </a:moveTo>
                <a:lnTo>
                  <a:pt x="25538" y="35083"/>
                </a:lnTo>
                <a:lnTo>
                  <a:pt x="12769" y="0"/>
                </a:lnTo>
                <a:lnTo>
                  <a:pt x="0" y="35083"/>
                </a:lnTo>
                <a:lnTo>
                  <a:pt x="12769" y="22314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D7CC9F-9160-4363-9E95-7EAEED896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80" y="5192222"/>
            <a:ext cx="16093" cy="8941"/>
          </a:xfrm>
          <a:custGeom xmlns:a="http://schemas.openxmlformats.org/drawingml/2006/main">
            <a:pathLst>
              <a:path w="16093" h="8941">
                <a:moveTo>
                  <a:pt x="0" y="4470"/>
                </a:moveTo>
                <a:lnTo>
                  <a:pt x="0" y="4470"/>
                </a:lnTo>
                <a:cubicBezTo>
                  <a:pt x="0" y="2002"/>
                  <a:pt x="3603" y="0"/>
                  <a:pt x="8047" y="0"/>
                </a:cubicBezTo>
                <a:cubicBezTo>
                  <a:pt x="12491" y="0"/>
                  <a:pt x="16093" y="2002"/>
                  <a:pt x="16093" y="4470"/>
                </a:cubicBezTo>
                <a:cubicBezTo>
                  <a:pt x="16093" y="6939"/>
                  <a:pt x="12491" y="8941"/>
                  <a:pt x="8047" y="8941"/>
                </a:cubicBezTo>
                <a:cubicBezTo>
                  <a:pt x="3603" y="8941"/>
                  <a:pt x="0" y="6939"/>
                  <a:pt x="0" y="44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BD8B1A-2AC8-4C67-A208-A30A73F04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880" y="5192222"/>
            <a:ext cx="16093" cy="8941"/>
          </a:xfrm>
          <a:custGeom xmlns:a="http://schemas.openxmlformats.org/drawingml/2006/main">
            <a:pathLst>
              <a:path w="16093" h="8941" fill="none">
                <a:moveTo>
                  <a:pt x="0" y="4470"/>
                </a:moveTo>
                <a:lnTo>
                  <a:pt x="0" y="4470"/>
                </a:lnTo>
                <a:cubicBezTo>
                  <a:pt x="0" y="2002"/>
                  <a:pt x="3603" y="0"/>
                  <a:pt x="8047" y="0"/>
                </a:cubicBezTo>
                <a:cubicBezTo>
                  <a:pt x="12491" y="0"/>
                  <a:pt x="16093" y="2002"/>
                  <a:pt x="16093" y="4470"/>
                </a:cubicBezTo>
                <a:cubicBezTo>
                  <a:pt x="16093" y="6939"/>
                  <a:pt x="12491" y="8941"/>
                  <a:pt x="8047" y="8941"/>
                </a:cubicBezTo>
                <a:cubicBezTo>
                  <a:pt x="3603" y="8941"/>
                  <a:pt x="0" y="6939"/>
                  <a:pt x="0" y="447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3CD33D-538F-4E67-B602-9BAC89EF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2" y="5220490"/>
            <a:ext cx="16093" cy="8941"/>
          </a:xfrm>
          <a:custGeom xmlns:a="http://schemas.openxmlformats.org/drawingml/2006/main">
            <a:pathLst>
              <a:path w="16093" h="8941">
                <a:moveTo>
                  <a:pt x="0" y="4470"/>
                </a:moveTo>
                <a:lnTo>
                  <a:pt x="0" y="4470"/>
                </a:lnTo>
                <a:cubicBezTo>
                  <a:pt x="0" y="2002"/>
                  <a:pt x="3603" y="0"/>
                  <a:pt x="8047" y="0"/>
                </a:cubicBezTo>
                <a:cubicBezTo>
                  <a:pt x="12491" y="0"/>
                  <a:pt x="16093" y="2002"/>
                  <a:pt x="16093" y="4470"/>
                </a:cubicBezTo>
                <a:cubicBezTo>
                  <a:pt x="16093" y="6939"/>
                  <a:pt x="12491" y="8941"/>
                  <a:pt x="8047" y="8941"/>
                </a:cubicBezTo>
                <a:cubicBezTo>
                  <a:pt x="3603" y="8941"/>
                  <a:pt x="0" y="6939"/>
                  <a:pt x="0" y="44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47C7D3-06C8-423B-BD39-92BB5F064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512" y="5220490"/>
            <a:ext cx="16093" cy="8941"/>
          </a:xfrm>
          <a:custGeom xmlns:a="http://schemas.openxmlformats.org/drawingml/2006/main">
            <a:pathLst>
              <a:path w="16093" h="8941" fill="none">
                <a:moveTo>
                  <a:pt x="0" y="4470"/>
                </a:moveTo>
                <a:lnTo>
                  <a:pt x="0" y="4470"/>
                </a:lnTo>
                <a:cubicBezTo>
                  <a:pt x="0" y="2002"/>
                  <a:pt x="3603" y="0"/>
                  <a:pt x="8047" y="0"/>
                </a:cubicBezTo>
                <a:cubicBezTo>
                  <a:pt x="12491" y="0"/>
                  <a:pt x="16093" y="2002"/>
                  <a:pt x="16093" y="4470"/>
                </a:cubicBezTo>
                <a:cubicBezTo>
                  <a:pt x="16093" y="6939"/>
                  <a:pt x="12491" y="8941"/>
                  <a:pt x="8047" y="8941"/>
                </a:cubicBezTo>
                <a:cubicBezTo>
                  <a:pt x="3603" y="8941"/>
                  <a:pt x="0" y="6939"/>
                  <a:pt x="0" y="447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AAEDB8-56C6-4C1B-80BA-B220F3DF6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397" y="5220442"/>
            <a:ext cx="16093" cy="8941"/>
          </a:xfrm>
          <a:custGeom xmlns:a="http://schemas.openxmlformats.org/drawingml/2006/main">
            <a:pathLst>
              <a:path w="16093" h="8941">
                <a:moveTo>
                  <a:pt x="0" y="4470"/>
                </a:moveTo>
                <a:lnTo>
                  <a:pt x="0" y="4470"/>
                </a:lnTo>
                <a:cubicBezTo>
                  <a:pt x="0" y="2001"/>
                  <a:pt x="3603" y="0"/>
                  <a:pt x="8047" y="0"/>
                </a:cubicBezTo>
                <a:cubicBezTo>
                  <a:pt x="12491" y="0"/>
                  <a:pt x="16093" y="2001"/>
                  <a:pt x="16093" y="4470"/>
                </a:cubicBezTo>
                <a:cubicBezTo>
                  <a:pt x="16093" y="6939"/>
                  <a:pt x="12491" y="8941"/>
                  <a:pt x="8047" y="8941"/>
                </a:cubicBezTo>
                <a:cubicBezTo>
                  <a:pt x="3603" y="8941"/>
                  <a:pt x="0" y="6939"/>
                  <a:pt x="0" y="44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74140B-11BC-4224-B222-B3D21F823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2397" y="5220442"/>
            <a:ext cx="16093" cy="8941"/>
          </a:xfrm>
          <a:custGeom xmlns:a="http://schemas.openxmlformats.org/drawingml/2006/main">
            <a:pathLst>
              <a:path w="16093" h="8941" fill="none">
                <a:moveTo>
                  <a:pt x="0" y="4470"/>
                </a:moveTo>
                <a:lnTo>
                  <a:pt x="0" y="4470"/>
                </a:lnTo>
                <a:cubicBezTo>
                  <a:pt x="0" y="2001"/>
                  <a:pt x="3603" y="0"/>
                  <a:pt x="8047" y="0"/>
                </a:cubicBezTo>
                <a:cubicBezTo>
                  <a:pt x="12491" y="0"/>
                  <a:pt x="16093" y="2001"/>
                  <a:pt x="16093" y="4470"/>
                </a:cubicBezTo>
                <a:cubicBezTo>
                  <a:pt x="16093" y="6939"/>
                  <a:pt x="12491" y="8941"/>
                  <a:pt x="8047" y="8941"/>
                </a:cubicBezTo>
                <a:cubicBezTo>
                  <a:pt x="3603" y="8941"/>
                  <a:pt x="0" y="6939"/>
                  <a:pt x="0" y="447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4CA32C-8BD6-4E27-9806-1559CEAF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768" y="5272769"/>
            <a:ext cx="16093" cy="8941"/>
          </a:xfrm>
          <a:custGeom xmlns:a="http://schemas.openxmlformats.org/drawingml/2006/main">
            <a:pathLst>
              <a:path w="16093" h="8941">
                <a:moveTo>
                  <a:pt x="0" y="4470"/>
                </a:moveTo>
                <a:lnTo>
                  <a:pt x="0" y="4470"/>
                </a:lnTo>
                <a:cubicBezTo>
                  <a:pt x="0" y="2002"/>
                  <a:pt x="3603" y="0"/>
                  <a:pt x="8047" y="0"/>
                </a:cubicBezTo>
                <a:cubicBezTo>
                  <a:pt x="12491" y="0"/>
                  <a:pt x="16093" y="2002"/>
                  <a:pt x="16093" y="4470"/>
                </a:cubicBezTo>
                <a:cubicBezTo>
                  <a:pt x="16093" y="6939"/>
                  <a:pt x="12491" y="8941"/>
                  <a:pt x="8047" y="8941"/>
                </a:cubicBezTo>
                <a:cubicBezTo>
                  <a:pt x="3603" y="8941"/>
                  <a:pt x="0" y="6939"/>
                  <a:pt x="0" y="44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BAB9C6-9DA7-4D08-A920-4247028A7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6768" y="5272769"/>
            <a:ext cx="16093" cy="8941"/>
          </a:xfrm>
          <a:custGeom xmlns:a="http://schemas.openxmlformats.org/drawingml/2006/main">
            <a:pathLst>
              <a:path w="16093" h="8941" fill="none">
                <a:moveTo>
                  <a:pt x="0" y="4470"/>
                </a:moveTo>
                <a:lnTo>
                  <a:pt x="0" y="4470"/>
                </a:lnTo>
                <a:cubicBezTo>
                  <a:pt x="0" y="2002"/>
                  <a:pt x="3603" y="0"/>
                  <a:pt x="8047" y="0"/>
                </a:cubicBezTo>
                <a:cubicBezTo>
                  <a:pt x="12491" y="0"/>
                  <a:pt x="16093" y="2002"/>
                  <a:pt x="16093" y="4470"/>
                </a:cubicBezTo>
                <a:cubicBezTo>
                  <a:pt x="16093" y="6939"/>
                  <a:pt x="12491" y="8941"/>
                  <a:pt x="8047" y="8941"/>
                </a:cubicBezTo>
                <a:cubicBezTo>
                  <a:pt x="3603" y="8941"/>
                  <a:pt x="0" y="6939"/>
                  <a:pt x="0" y="447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2FB34D-AD37-4ABB-A432-50163303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996" y="5302178"/>
            <a:ext cx="16093" cy="8941"/>
          </a:xfrm>
          <a:custGeom xmlns:a="http://schemas.openxmlformats.org/drawingml/2006/main">
            <a:pathLst>
              <a:path w="16093" h="8941">
                <a:moveTo>
                  <a:pt x="0" y="4470"/>
                </a:moveTo>
                <a:lnTo>
                  <a:pt x="0" y="4470"/>
                </a:lnTo>
                <a:cubicBezTo>
                  <a:pt x="0" y="2002"/>
                  <a:pt x="3603" y="0"/>
                  <a:pt x="8047" y="0"/>
                </a:cubicBezTo>
                <a:cubicBezTo>
                  <a:pt x="12491" y="0"/>
                  <a:pt x="16093" y="2002"/>
                  <a:pt x="16093" y="4470"/>
                </a:cubicBezTo>
                <a:cubicBezTo>
                  <a:pt x="16093" y="6939"/>
                  <a:pt x="12491" y="8941"/>
                  <a:pt x="8047" y="8941"/>
                </a:cubicBezTo>
                <a:cubicBezTo>
                  <a:pt x="3603" y="8941"/>
                  <a:pt x="0" y="6939"/>
                  <a:pt x="0" y="44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C475B8-C38F-4318-AFE9-F86A4096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2996" y="5302178"/>
            <a:ext cx="16093" cy="8941"/>
          </a:xfrm>
          <a:custGeom xmlns:a="http://schemas.openxmlformats.org/drawingml/2006/main">
            <a:pathLst>
              <a:path w="16093" h="8941" fill="none">
                <a:moveTo>
                  <a:pt x="0" y="4470"/>
                </a:moveTo>
                <a:lnTo>
                  <a:pt x="0" y="4470"/>
                </a:lnTo>
                <a:cubicBezTo>
                  <a:pt x="0" y="2002"/>
                  <a:pt x="3603" y="0"/>
                  <a:pt x="8047" y="0"/>
                </a:cubicBezTo>
                <a:cubicBezTo>
                  <a:pt x="12491" y="0"/>
                  <a:pt x="16093" y="2002"/>
                  <a:pt x="16093" y="4470"/>
                </a:cubicBezTo>
                <a:cubicBezTo>
                  <a:pt x="16093" y="6939"/>
                  <a:pt x="12491" y="8941"/>
                  <a:pt x="8047" y="8941"/>
                </a:cubicBezTo>
                <a:cubicBezTo>
                  <a:pt x="3603" y="8941"/>
                  <a:pt x="0" y="6939"/>
                  <a:pt x="0" y="447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C78DBF-E9DC-4915-96FC-D592096FF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201" y="5220454"/>
            <a:ext cx="16093" cy="8941"/>
          </a:xfrm>
          <a:custGeom xmlns:a="http://schemas.openxmlformats.org/drawingml/2006/main">
            <a:pathLst>
              <a:path w="16093" h="8941">
                <a:moveTo>
                  <a:pt x="0" y="4470"/>
                </a:moveTo>
                <a:lnTo>
                  <a:pt x="0" y="4470"/>
                </a:lnTo>
                <a:cubicBezTo>
                  <a:pt x="0" y="2002"/>
                  <a:pt x="3602" y="0"/>
                  <a:pt x="8047" y="0"/>
                </a:cubicBezTo>
                <a:cubicBezTo>
                  <a:pt x="12491" y="0"/>
                  <a:pt x="16093" y="2002"/>
                  <a:pt x="16093" y="4470"/>
                </a:cubicBezTo>
                <a:cubicBezTo>
                  <a:pt x="16093" y="6939"/>
                  <a:pt x="12491" y="8941"/>
                  <a:pt x="8047" y="8941"/>
                </a:cubicBezTo>
                <a:cubicBezTo>
                  <a:pt x="3602" y="8941"/>
                  <a:pt x="0" y="6939"/>
                  <a:pt x="0" y="44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64D2FA-A620-4272-9F17-E7F85DF26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3201" y="5220454"/>
            <a:ext cx="16093" cy="8941"/>
          </a:xfrm>
          <a:custGeom xmlns:a="http://schemas.openxmlformats.org/drawingml/2006/main">
            <a:pathLst>
              <a:path w="16093" h="8941" fill="none">
                <a:moveTo>
                  <a:pt x="0" y="4470"/>
                </a:moveTo>
                <a:lnTo>
                  <a:pt x="0" y="4470"/>
                </a:lnTo>
                <a:cubicBezTo>
                  <a:pt x="0" y="2002"/>
                  <a:pt x="3602" y="0"/>
                  <a:pt x="8047" y="0"/>
                </a:cubicBezTo>
                <a:cubicBezTo>
                  <a:pt x="12491" y="0"/>
                  <a:pt x="16093" y="2002"/>
                  <a:pt x="16093" y="4470"/>
                </a:cubicBezTo>
                <a:cubicBezTo>
                  <a:pt x="16093" y="6939"/>
                  <a:pt x="12491" y="8941"/>
                  <a:pt x="8047" y="8941"/>
                </a:cubicBezTo>
                <a:cubicBezTo>
                  <a:pt x="3602" y="8941"/>
                  <a:pt x="0" y="6939"/>
                  <a:pt x="0" y="447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B95232-8B59-400E-A480-6326A7601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3620" y="5192222"/>
            <a:ext cx="16093" cy="8941"/>
          </a:xfrm>
          <a:custGeom xmlns:a="http://schemas.openxmlformats.org/drawingml/2006/main">
            <a:pathLst>
              <a:path w="16093" h="8941">
                <a:moveTo>
                  <a:pt x="0" y="4470"/>
                </a:moveTo>
                <a:lnTo>
                  <a:pt x="0" y="4470"/>
                </a:lnTo>
                <a:cubicBezTo>
                  <a:pt x="0" y="2002"/>
                  <a:pt x="3603" y="0"/>
                  <a:pt x="8047" y="0"/>
                </a:cubicBezTo>
                <a:cubicBezTo>
                  <a:pt x="12490" y="0"/>
                  <a:pt x="16093" y="2002"/>
                  <a:pt x="16093" y="4470"/>
                </a:cubicBezTo>
                <a:cubicBezTo>
                  <a:pt x="16093" y="6939"/>
                  <a:pt x="12490" y="8941"/>
                  <a:pt x="8047" y="8941"/>
                </a:cubicBezTo>
                <a:cubicBezTo>
                  <a:pt x="3603" y="8941"/>
                  <a:pt x="0" y="6939"/>
                  <a:pt x="0" y="44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19A2A1-B468-4C10-9F12-D7C9EE5FC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3620" y="5192222"/>
            <a:ext cx="16093" cy="8941"/>
          </a:xfrm>
          <a:custGeom xmlns:a="http://schemas.openxmlformats.org/drawingml/2006/main">
            <a:pathLst>
              <a:path w="16093" h="8941" fill="none">
                <a:moveTo>
                  <a:pt x="0" y="4470"/>
                </a:moveTo>
                <a:lnTo>
                  <a:pt x="0" y="4470"/>
                </a:lnTo>
                <a:cubicBezTo>
                  <a:pt x="0" y="2002"/>
                  <a:pt x="3603" y="0"/>
                  <a:pt x="8047" y="0"/>
                </a:cubicBezTo>
                <a:cubicBezTo>
                  <a:pt x="12490" y="0"/>
                  <a:pt x="16093" y="2002"/>
                  <a:pt x="16093" y="4470"/>
                </a:cubicBezTo>
                <a:cubicBezTo>
                  <a:pt x="16093" y="6939"/>
                  <a:pt x="12490" y="8941"/>
                  <a:pt x="8047" y="8941"/>
                </a:cubicBezTo>
                <a:cubicBezTo>
                  <a:pt x="3603" y="8941"/>
                  <a:pt x="0" y="6939"/>
                  <a:pt x="0" y="447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ADD974-4F25-4E39-BC9C-AE0920DF3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7906" y="5245495"/>
            <a:ext cx="16093" cy="8941"/>
          </a:xfrm>
          <a:custGeom xmlns:a="http://schemas.openxmlformats.org/drawingml/2006/main">
            <a:pathLst>
              <a:path w="16093" h="8941">
                <a:moveTo>
                  <a:pt x="0" y="4470"/>
                </a:moveTo>
                <a:lnTo>
                  <a:pt x="0" y="4470"/>
                </a:lnTo>
                <a:cubicBezTo>
                  <a:pt x="0" y="2002"/>
                  <a:pt x="3602" y="0"/>
                  <a:pt x="8047" y="0"/>
                </a:cubicBezTo>
                <a:cubicBezTo>
                  <a:pt x="12490" y="0"/>
                  <a:pt x="16093" y="2002"/>
                  <a:pt x="16093" y="4470"/>
                </a:cubicBezTo>
                <a:cubicBezTo>
                  <a:pt x="16093" y="6939"/>
                  <a:pt x="12490" y="8941"/>
                  <a:pt x="8047" y="8941"/>
                </a:cubicBezTo>
                <a:cubicBezTo>
                  <a:pt x="3602" y="8941"/>
                  <a:pt x="0" y="6939"/>
                  <a:pt x="0" y="44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7F5C82-224C-4310-BA11-3535C427B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7906" y="5245495"/>
            <a:ext cx="16093" cy="8941"/>
          </a:xfrm>
          <a:custGeom xmlns:a="http://schemas.openxmlformats.org/drawingml/2006/main">
            <a:pathLst>
              <a:path w="16093" h="8941" fill="none">
                <a:moveTo>
                  <a:pt x="0" y="4470"/>
                </a:moveTo>
                <a:lnTo>
                  <a:pt x="0" y="4470"/>
                </a:lnTo>
                <a:cubicBezTo>
                  <a:pt x="0" y="2002"/>
                  <a:pt x="3602" y="0"/>
                  <a:pt x="8047" y="0"/>
                </a:cubicBezTo>
                <a:cubicBezTo>
                  <a:pt x="12490" y="0"/>
                  <a:pt x="16093" y="2002"/>
                  <a:pt x="16093" y="4470"/>
                </a:cubicBezTo>
                <a:cubicBezTo>
                  <a:pt x="16093" y="6939"/>
                  <a:pt x="12490" y="8941"/>
                  <a:pt x="8047" y="8941"/>
                </a:cubicBezTo>
                <a:cubicBezTo>
                  <a:pt x="3602" y="8941"/>
                  <a:pt x="0" y="6939"/>
                  <a:pt x="0" y="447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681E97-F3B3-42E6-AEC9-05956838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133" y="5302178"/>
            <a:ext cx="16093" cy="8941"/>
          </a:xfrm>
          <a:custGeom xmlns:a="http://schemas.openxmlformats.org/drawingml/2006/main">
            <a:pathLst>
              <a:path w="16093" h="8941">
                <a:moveTo>
                  <a:pt x="0" y="4470"/>
                </a:moveTo>
                <a:lnTo>
                  <a:pt x="0" y="4470"/>
                </a:lnTo>
                <a:cubicBezTo>
                  <a:pt x="0" y="2002"/>
                  <a:pt x="3603" y="0"/>
                  <a:pt x="8047" y="0"/>
                </a:cubicBezTo>
                <a:cubicBezTo>
                  <a:pt x="12491" y="0"/>
                  <a:pt x="16093" y="2002"/>
                  <a:pt x="16093" y="4470"/>
                </a:cubicBezTo>
                <a:cubicBezTo>
                  <a:pt x="16093" y="6939"/>
                  <a:pt x="12491" y="8941"/>
                  <a:pt x="8047" y="8941"/>
                </a:cubicBezTo>
                <a:cubicBezTo>
                  <a:pt x="3603" y="8941"/>
                  <a:pt x="0" y="6939"/>
                  <a:pt x="0" y="44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856592-D2C7-41C4-8897-E32F0E071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133" y="5302178"/>
            <a:ext cx="16093" cy="8941"/>
          </a:xfrm>
          <a:custGeom xmlns:a="http://schemas.openxmlformats.org/drawingml/2006/main">
            <a:pathLst>
              <a:path w="16093" h="8941" fill="none">
                <a:moveTo>
                  <a:pt x="0" y="4470"/>
                </a:moveTo>
                <a:lnTo>
                  <a:pt x="0" y="4470"/>
                </a:lnTo>
                <a:cubicBezTo>
                  <a:pt x="0" y="2002"/>
                  <a:pt x="3603" y="0"/>
                  <a:pt x="8047" y="0"/>
                </a:cubicBezTo>
                <a:cubicBezTo>
                  <a:pt x="12491" y="0"/>
                  <a:pt x="16093" y="2002"/>
                  <a:pt x="16093" y="4470"/>
                </a:cubicBezTo>
                <a:cubicBezTo>
                  <a:pt x="16093" y="6939"/>
                  <a:pt x="12491" y="8941"/>
                  <a:pt x="8047" y="8941"/>
                </a:cubicBezTo>
                <a:cubicBezTo>
                  <a:pt x="3603" y="8941"/>
                  <a:pt x="0" y="6939"/>
                  <a:pt x="0" y="447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C3C85E-893D-43AD-B0A4-5A933B20F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8444" y="5158251"/>
            <a:ext cx="16093" cy="8941"/>
          </a:xfrm>
          <a:custGeom xmlns:a="http://schemas.openxmlformats.org/drawingml/2006/main">
            <a:pathLst>
              <a:path w="16093" h="8941">
                <a:moveTo>
                  <a:pt x="0" y="4470"/>
                </a:moveTo>
                <a:lnTo>
                  <a:pt x="0" y="4470"/>
                </a:lnTo>
                <a:cubicBezTo>
                  <a:pt x="0" y="2001"/>
                  <a:pt x="3603" y="0"/>
                  <a:pt x="8047" y="0"/>
                </a:cubicBezTo>
                <a:cubicBezTo>
                  <a:pt x="12491" y="0"/>
                  <a:pt x="16093" y="2001"/>
                  <a:pt x="16093" y="4470"/>
                </a:cubicBezTo>
                <a:cubicBezTo>
                  <a:pt x="16093" y="6939"/>
                  <a:pt x="12491" y="8941"/>
                  <a:pt x="8047" y="8941"/>
                </a:cubicBezTo>
                <a:cubicBezTo>
                  <a:pt x="3603" y="8941"/>
                  <a:pt x="0" y="6939"/>
                  <a:pt x="0" y="44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C2E2F2-7F1F-47C2-92C0-F38B97B08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8444" y="5158251"/>
            <a:ext cx="16093" cy="8941"/>
          </a:xfrm>
          <a:custGeom xmlns:a="http://schemas.openxmlformats.org/drawingml/2006/main">
            <a:pathLst>
              <a:path w="16093" h="8941" fill="none">
                <a:moveTo>
                  <a:pt x="0" y="4470"/>
                </a:moveTo>
                <a:lnTo>
                  <a:pt x="0" y="4470"/>
                </a:lnTo>
                <a:cubicBezTo>
                  <a:pt x="0" y="2001"/>
                  <a:pt x="3603" y="0"/>
                  <a:pt x="8047" y="0"/>
                </a:cubicBezTo>
                <a:cubicBezTo>
                  <a:pt x="12491" y="0"/>
                  <a:pt x="16093" y="2001"/>
                  <a:pt x="16093" y="4470"/>
                </a:cubicBezTo>
                <a:cubicBezTo>
                  <a:pt x="16093" y="6939"/>
                  <a:pt x="12491" y="8941"/>
                  <a:pt x="8047" y="8941"/>
                </a:cubicBezTo>
                <a:cubicBezTo>
                  <a:pt x="3603" y="8941"/>
                  <a:pt x="0" y="6939"/>
                  <a:pt x="0" y="447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8C9922-C562-422D-8270-0B1CA94E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8301" y="5208237"/>
            <a:ext cx="16093" cy="8941"/>
          </a:xfrm>
          <a:custGeom xmlns:a="http://schemas.openxmlformats.org/drawingml/2006/main">
            <a:pathLst>
              <a:path w="16093" h="8941">
                <a:moveTo>
                  <a:pt x="0" y="4470"/>
                </a:moveTo>
                <a:lnTo>
                  <a:pt x="0" y="4470"/>
                </a:lnTo>
                <a:cubicBezTo>
                  <a:pt x="0" y="2002"/>
                  <a:pt x="3602" y="0"/>
                  <a:pt x="8047" y="0"/>
                </a:cubicBezTo>
                <a:cubicBezTo>
                  <a:pt x="12490" y="0"/>
                  <a:pt x="16093" y="2002"/>
                  <a:pt x="16093" y="4470"/>
                </a:cubicBezTo>
                <a:cubicBezTo>
                  <a:pt x="16093" y="6939"/>
                  <a:pt x="12490" y="8941"/>
                  <a:pt x="8047" y="8941"/>
                </a:cubicBezTo>
                <a:cubicBezTo>
                  <a:pt x="3602" y="8941"/>
                  <a:pt x="0" y="6939"/>
                  <a:pt x="0" y="44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84BBC4-AF5E-45F8-8455-4436CDEA3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8301" y="5208237"/>
            <a:ext cx="16093" cy="8941"/>
          </a:xfrm>
          <a:custGeom xmlns:a="http://schemas.openxmlformats.org/drawingml/2006/main">
            <a:pathLst>
              <a:path w="16093" h="8941" fill="none">
                <a:moveTo>
                  <a:pt x="0" y="4470"/>
                </a:moveTo>
                <a:lnTo>
                  <a:pt x="0" y="4470"/>
                </a:lnTo>
                <a:cubicBezTo>
                  <a:pt x="0" y="2002"/>
                  <a:pt x="3602" y="0"/>
                  <a:pt x="8047" y="0"/>
                </a:cubicBezTo>
                <a:cubicBezTo>
                  <a:pt x="12490" y="0"/>
                  <a:pt x="16093" y="2002"/>
                  <a:pt x="16093" y="4470"/>
                </a:cubicBezTo>
                <a:cubicBezTo>
                  <a:pt x="16093" y="6939"/>
                  <a:pt x="12490" y="8941"/>
                  <a:pt x="8047" y="8941"/>
                </a:cubicBezTo>
                <a:cubicBezTo>
                  <a:pt x="3602" y="8941"/>
                  <a:pt x="0" y="6939"/>
                  <a:pt x="0" y="447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005895-19CC-490C-A233-71827958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24" y="5046553"/>
            <a:ext cx="196337" cy="145554"/>
          </a:xfrm>
          <a:custGeom xmlns:a="http://schemas.openxmlformats.org/drawingml/2006/main">
            <a:pathLst>
              <a:path w="196337" h="145554">
                <a:moveTo>
                  <a:pt x="0" y="0"/>
                </a:moveTo>
                <a:lnTo>
                  <a:pt x="196337" y="145554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FC2828-D205-4EBD-93DF-8FB52BB99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24" y="5046553"/>
            <a:ext cx="196337" cy="145554"/>
          </a:xfrm>
          <a:custGeom xmlns:a="http://schemas.openxmlformats.org/drawingml/2006/main">
            <a:pathLst>
              <a:path w="196337" h="145554" fill="none">
                <a:moveTo>
                  <a:pt x="0" y="0"/>
                </a:moveTo>
                <a:lnTo>
                  <a:pt x="196337" y="145554"/>
                </a:lnTo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3B573D-7DAD-402E-A992-3A39B285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17" y="5178153"/>
            <a:ext cx="314353" cy="15378"/>
          </a:xfrm>
          <a:custGeom xmlns:a="http://schemas.openxmlformats.org/drawingml/2006/main">
            <a:pathLst>
              <a:path w="314353" h="15378">
                <a:moveTo>
                  <a:pt x="0" y="15378"/>
                </a:moveTo>
                <a:lnTo>
                  <a:pt x="314353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E60AA5-D047-4C73-96C0-9CC5F30F2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617" y="5178153"/>
            <a:ext cx="314353" cy="15378"/>
          </a:xfrm>
          <a:custGeom xmlns:a="http://schemas.openxmlformats.org/drawingml/2006/main">
            <a:pathLst>
              <a:path w="314353" h="15378" fill="none">
                <a:moveTo>
                  <a:pt x="0" y="15378"/>
                </a:moveTo>
                <a:lnTo>
                  <a:pt x="31435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0E2DBC-D5EB-45E1-A11F-CD3F6ABCB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179" y="5177997"/>
            <a:ext cx="231384" cy="46849"/>
          </a:xfrm>
          <a:custGeom xmlns:a="http://schemas.openxmlformats.org/drawingml/2006/main">
            <a:pathLst>
              <a:path w="231384" h="46849">
                <a:moveTo>
                  <a:pt x="0" y="0"/>
                </a:moveTo>
                <a:lnTo>
                  <a:pt x="231384" y="46849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02CE49-F2DB-432A-AF7D-6EB9D4CC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179" y="5177997"/>
            <a:ext cx="231384" cy="46849"/>
          </a:xfrm>
          <a:custGeom xmlns:a="http://schemas.openxmlformats.org/drawingml/2006/main">
            <a:pathLst>
              <a:path w="231384" h="46849" fill="none">
                <a:moveTo>
                  <a:pt x="0" y="0"/>
                </a:moveTo>
                <a:lnTo>
                  <a:pt x="231384" y="46849"/>
                </a:lnTo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1F0A85-9009-464F-A998-900074E64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869" y="5224903"/>
            <a:ext cx="294684" cy="3219"/>
          </a:xfrm>
          <a:custGeom xmlns:a="http://schemas.openxmlformats.org/drawingml/2006/main">
            <a:pathLst>
              <a:path w="294684" h="3219">
                <a:moveTo>
                  <a:pt x="0" y="3219"/>
                </a:moveTo>
                <a:lnTo>
                  <a:pt x="294684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C04C73-765E-4640-B973-81553C4CB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869" y="5224903"/>
            <a:ext cx="294684" cy="3219"/>
          </a:xfrm>
          <a:custGeom xmlns:a="http://schemas.openxmlformats.org/drawingml/2006/main">
            <a:pathLst>
              <a:path w="294684" h="3219" fill="none">
                <a:moveTo>
                  <a:pt x="0" y="3219"/>
                </a:moveTo>
                <a:lnTo>
                  <a:pt x="29468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B677BF-0E60-40B8-87F5-385D4FC1E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490" y="5224912"/>
            <a:ext cx="238179" cy="52213"/>
          </a:xfrm>
          <a:custGeom xmlns:a="http://schemas.openxmlformats.org/drawingml/2006/main">
            <a:pathLst>
              <a:path w="238179" h="52213">
                <a:moveTo>
                  <a:pt x="0" y="0"/>
                </a:moveTo>
                <a:lnTo>
                  <a:pt x="238179" y="52213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412C3F-757A-48E9-93EA-E4D4CA122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490" y="5224912"/>
            <a:ext cx="238179" cy="52213"/>
          </a:xfrm>
          <a:custGeom xmlns:a="http://schemas.openxmlformats.org/drawingml/2006/main">
            <a:pathLst>
              <a:path w="238179" h="52213" fill="none">
                <a:moveTo>
                  <a:pt x="0" y="0"/>
                </a:moveTo>
                <a:lnTo>
                  <a:pt x="238179" y="52213"/>
                </a:lnTo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6867EB-AB68-4A10-9548-9F3237008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862" y="5277240"/>
            <a:ext cx="249981" cy="29325"/>
          </a:xfrm>
          <a:custGeom xmlns:a="http://schemas.openxmlformats.org/drawingml/2006/main">
            <a:pathLst>
              <a:path w="249981" h="29325">
                <a:moveTo>
                  <a:pt x="0" y="0"/>
                </a:moveTo>
                <a:lnTo>
                  <a:pt x="249981" y="29325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F672CE-BC43-4826-BCBF-0D966B2F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2862" y="5277240"/>
            <a:ext cx="249981" cy="29325"/>
          </a:xfrm>
          <a:custGeom xmlns:a="http://schemas.openxmlformats.org/drawingml/2006/main">
            <a:pathLst>
              <a:path w="249981" h="29325" fill="none">
                <a:moveTo>
                  <a:pt x="0" y="0"/>
                </a:moveTo>
                <a:lnTo>
                  <a:pt x="249981" y="29325"/>
                </a:lnTo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6EC831-552C-46B8-A460-6D6867927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042" y="5110848"/>
            <a:ext cx="260709" cy="200271"/>
          </a:xfrm>
          <a:custGeom xmlns:a="http://schemas.openxmlformats.org/drawingml/2006/main">
            <a:pathLst>
              <a:path w="260709" h="200271">
                <a:moveTo>
                  <a:pt x="0" y="200271"/>
                </a:moveTo>
                <a:lnTo>
                  <a:pt x="260709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290CEB-099C-4B4B-B94B-1FFBA2189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1042" y="5110848"/>
            <a:ext cx="260709" cy="200271"/>
          </a:xfrm>
          <a:custGeom xmlns:a="http://schemas.openxmlformats.org/drawingml/2006/main">
            <a:pathLst>
              <a:path w="260709" h="200271" fill="none">
                <a:moveTo>
                  <a:pt x="0" y="200271"/>
                </a:moveTo>
                <a:lnTo>
                  <a:pt x="2607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759701-8370-4936-90E3-EF5A8B810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50" y="5108038"/>
            <a:ext cx="227808" cy="113725"/>
          </a:xfrm>
          <a:custGeom xmlns:a="http://schemas.openxmlformats.org/drawingml/2006/main">
            <a:pathLst>
              <a:path w="227808" h="113725">
                <a:moveTo>
                  <a:pt x="0" y="0"/>
                </a:moveTo>
                <a:lnTo>
                  <a:pt x="227808" y="113725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63A01F-B5F3-479B-933F-58DFB49F5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750" y="5108038"/>
            <a:ext cx="227808" cy="113725"/>
          </a:xfrm>
          <a:custGeom xmlns:a="http://schemas.openxmlformats.org/drawingml/2006/main">
            <a:pathLst>
              <a:path w="227808" h="113725" fill="none">
                <a:moveTo>
                  <a:pt x="0" y="0"/>
                </a:moveTo>
                <a:lnTo>
                  <a:pt x="227808" y="113725"/>
                </a:lnTo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3D4AD5-6EF4-4E94-8EDF-8A9D4B03E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294" y="5196672"/>
            <a:ext cx="304340" cy="28252"/>
          </a:xfrm>
          <a:custGeom xmlns:a="http://schemas.openxmlformats.org/drawingml/2006/main">
            <a:pathLst>
              <a:path w="304340" h="28252">
                <a:moveTo>
                  <a:pt x="0" y="28252"/>
                </a:moveTo>
                <a:lnTo>
                  <a:pt x="304340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3776D2-FAAE-4EE6-B69E-7F4506726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9294" y="5196672"/>
            <a:ext cx="304340" cy="28252"/>
          </a:xfrm>
          <a:custGeom xmlns:a="http://schemas.openxmlformats.org/drawingml/2006/main">
            <a:pathLst>
              <a:path w="304340" h="28252" fill="none">
                <a:moveTo>
                  <a:pt x="0" y="28252"/>
                </a:moveTo>
                <a:lnTo>
                  <a:pt x="30434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496712-9159-4A6E-8DB2-03406F13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9714" y="5196692"/>
            <a:ext cx="230669" cy="56505"/>
          </a:xfrm>
          <a:custGeom xmlns:a="http://schemas.openxmlformats.org/drawingml/2006/main">
            <a:pathLst>
              <a:path w="230669" h="56505">
                <a:moveTo>
                  <a:pt x="0" y="0"/>
                </a:moveTo>
                <a:lnTo>
                  <a:pt x="230669" y="56505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3B703D-95DE-4050-B7DB-43DF746C8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9714" y="5196692"/>
            <a:ext cx="230669" cy="56505"/>
          </a:xfrm>
          <a:custGeom xmlns:a="http://schemas.openxmlformats.org/drawingml/2006/main">
            <a:pathLst>
              <a:path w="230669" h="56505" fill="none">
                <a:moveTo>
                  <a:pt x="0" y="0"/>
                </a:moveTo>
                <a:lnTo>
                  <a:pt x="230669" y="56505"/>
                </a:lnTo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6C9507-85B3-4271-8CDD-4351742A9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999" y="5249966"/>
            <a:ext cx="252484" cy="59724"/>
          </a:xfrm>
          <a:custGeom xmlns:a="http://schemas.openxmlformats.org/drawingml/2006/main">
            <a:pathLst>
              <a:path w="252484" h="59724">
                <a:moveTo>
                  <a:pt x="0" y="0"/>
                </a:moveTo>
                <a:lnTo>
                  <a:pt x="252484" y="59724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F0ABE9-4ADA-4583-B2DC-73EA68483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3999" y="5249966"/>
            <a:ext cx="252484" cy="59724"/>
          </a:xfrm>
          <a:custGeom xmlns:a="http://schemas.openxmlformats.org/drawingml/2006/main">
            <a:pathLst>
              <a:path w="252484" h="59724" fill="none">
                <a:moveTo>
                  <a:pt x="0" y="0"/>
                </a:moveTo>
                <a:lnTo>
                  <a:pt x="252484" y="59724"/>
                </a:lnTo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8D4ABF-9839-4133-96BF-38401FBC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870" y="5112400"/>
            <a:ext cx="260709" cy="197410"/>
          </a:xfrm>
          <a:custGeom xmlns:a="http://schemas.openxmlformats.org/drawingml/2006/main">
            <a:pathLst>
              <a:path w="260709" h="197410">
                <a:moveTo>
                  <a:pt x="0" y="197410"/>
                </a:moveTo>
                <a:lnTo>
                  <a:pt x="260709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83609B-0C69-4760-AEDC-58305E0B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7870" y="5112400"/>
            <a:ext cx="260709" cy="197410"/>
          </a:xfrm>
          <a:custGeom xmlns:a="http://schemas.openxmlformats.org/drawingml/2006/main">
            <a:pathLst>
              <a:path w="260709" h="197410" fill="none">
                <a:moveTo>
                  <a:pt x="0" y="197410"/>
                </a:moveTo>
                <a:lnTo>
                  <a:pt x="260709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B4A542-30F5-41D9-95CB-1439062C3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454" y="5107834"/>
            <a:ext cx="262140" cy="54717"/>
          </a:xfrm>
          <a:custGeom xmlns:a="http://schemas.openxmlformats.org/drawingml/2006/main">
            <a:pathLst>
              <a:path w="262140" h="54717">
                <a:moveTo>
                  <a:pt x="0" y="0"/>
                </a:moveTo>
                <a:lnTo>
                  <a:pt x="262140" y="54717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0514F1-2486-461E-B9CB-B2FC7F3CF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6454" y="5107834"/>
            <a:ext cx="262140" cy="54717"/>
          </a:xfrm>
          <a:custGeom xmlns:a="http://schemas.openxmlformats.org/drawingml/2006/main">
            <a:pathLst>
              <a:path w="262140" h="54717" fill="none">
                <a:moveTo>
                  <a:pt x="0" y="0"/>
                </a:moveTo>
                <a:lnTo>
                  <a:pt x="262140" y="54717"/>
                </a:lnTo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E9D965-5528-4AB5-B16A-6FA8FFBC4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2180" y="5165883"/>
            <a:ext cx="272869" cy="50783"/>
          </a:xfrm>
          <a:custGeom xmlns:a="http://schemas.openxmlformats.org/drawingml/2006/main">
            <a:pathLst>
              <a:path w="272869" h="50783">
                <a:moveTo>
                  <a:pt x="0" y="0"/>
                </a:moveTo>
                <a:lnTo>
                  <a:pt x="272869" y="50783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CDA149-4938-4759-90C3-6F0366823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2180" y="5165883"/>
            <a:ext cx="272869" cy="50783"/>
          </a:xfrm>
          <a:custGeom xmlns:a="http://schemas.openxmlformats.org/drawingml/2006/main">
            <a:pathLst>
              <a:path w="272869" h="50783" fill="none">
                <a:moveTo>
                  <a:pt x="0" y="0"/>
                </a:moveTo>
                <a:lnTo>
                  <a:pt x="272869" y="50783"/>
                </a:lnTo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1F47BF-B536-4E95-B2EA-753AC232D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93" y="5150263"/>
            <a:ext cx="4296878" cy="2503"/>
          </a:xfrm>
          <a:custGeom xmlns:a="http://schemas.openxmlformats.org/drawingml/2006/main">
            <a:pathLst>
              <a:path w="4296878" h="2503">
                <a:moveTo>
                  <a:pt x="0" y="2503"/>
                </a:moveTo>
                <a:lnTo>
                  <a:pt x="4296878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2705A2-60F6-407C-BB0B-71CA8765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93" y="5150263"/>
            <a:ext cx="4296878" cy="2503"/>
          </a:xfrm>
          <a:custGeom xmlns:a="http://schemas.openxmlformats.org/drawingml/2006/main">
            <a:pathLst>
              <a:path w="4296878" h="2503" fill="none">
                <a:moveTo>
                  <a:pt x="0" y="2503"/>
                </a:moveTo>
                <a:lnTo>
                  <a:pt x="4296878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FF9900"/>
            </a:solidFill>
            <a:custDash>
              <a:ds d="400000" sp="300000"/>
            </a:custDash>
            <a:round/>
          </a:ln>
        </p:spPr>
      </p:sp>
      <p:sp>
        <p:nvSpPr>
          <p:cNvPr id="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709136-935F-4B48-ADA8-CA94E499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0" y="5107331"/>
            <a:ext cx="102281" cy="110149"/>
          </a:xfrm>
          <a:custGeom xmlns:a="http://schemas.openxmlformats.org/drawingml/2006/main">
            <a:pathLst>
              <a:path w="102281" h="110149">
                <a:moveTo>
                  <a:pt x="0" y="0"/>
                </a:moveTo>
                <a:lnTo>
                  <a:pt x="102281" y="0"/>
                </a:lnTo>
                <a:lnTo>
                  <a:pt x="102281" y="110149"/>
                </a:lnTo>
                <a:lnTo>
                  <a:pt x="0" y="1101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Text θ">
            <a:extLst xmlns:a="http://schemas.openxmlformats.org/drawingml/2006/main">
              <a:ext uri="{FF2B5EF4-FFF2-40B4-BE49-F238E27FC236}">
                <a16:creationId xmlns:a16="http://schemas.microsoft.com/office/drawing/2014/main" id="{F9E8B6B0-8B11-47D9-A8BD-4CC204AF8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21" y="5128358"/>
            <a:ext cx="42402" cy="67241"/>
          </a:xfrm>
          <a:custGeom xmlns:a="http://schemas.openxmlformats.org/drawingml/2006/main">
            <a:pathLst>
              <a:path w="42402" h="67241">
                <a:moveTo>
                  <a:pt x="0" y="33643"/>
                </a:moveTo>
                <a:cubicBezTo>
                  <a:pt x="0" y="11214"/>
                  <a:pt x="7067" y="0"/>
                  <a:pt x="21201" y="0"/>
                </a:cubicBezTo>
                <a:cubicBezTo>
                  <a:pt x="35335" y="0"/>
                  <a:pt x="42402" y="11214"/>
                  <a:pt x="42402" y="33643"/>
                </a:cubicBezTo>
                <a:cubicBezTo>
                  <a:pt x="42402" y="56041"/>
                  <a:pt x="35335" y="67241"/>
                  <a:pt x="21201" y="67241"/>
                </a:cubicBezTo>
                <a:cubicBezTo>
                  <a:pt x="7067" y="67241"/>
                  <a:pt x="0" y="56041"/>
                  <a:pt x="0" y="33643"/>
                </a:cubicBezTo>
                <a:moveTo>
                  <a:pt x="8250" y="30338"/>
                </a:moveTo>
                <a:lnTo>
                  <a:pt x="34153" y="30338"/>
                </a:lnTo>
                <a:cubicBezTo>
                  <a:pt x="33857" y="21100"/>
                  <a:pt x="32526" y="14829"/>
                  <a:pt x="30161" y="11524"/>
                </a:cubicBezTo>
                <a:cubicBezTo>
                  <a:pt x="27795" y="8218"/>
                  <a:pt x="24779" y="6564"/>
                  <a:pt x="21113" y="6564"/>
                </a:cubicBezTo>
                <a:cubicBezTo>
                  <a:pt x="12863" y="6564"/>
                  <a:pt x="8575" y="14489"/>
                  <a:pt x="8250" y="30338"/>
                </a:cubicBezTo>
                <a:moveTo>
                  <a:pt x="34153" y="36814"/>
                </a:moveTo>
                <a:lnTo>
                  <a:pt x="8250" y="36814"/>
                </a:lnTo>
                <a:cubicBezTo>
                  <a:pt x="8575" y="52722"/>
                  <a:pt x="12892" y="60676"/>
                  <a:pt x="21201" y="60676"/>
                </a:cubicBezTo>
                <a:cubicBezTo>
                  <a:pt x="29540" y="60676"/>
                  <a:pt x="33857" y="52722"/>
                  <a:pt x="34153" y="36814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DF8CB5-82C7-459A-A63F-4739F40B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58" y="4918223"/>
            <a:ext cx="102281" cy="110149"/>
          </a:xfrm>
          <a:custGeom xmlns:a="http://schemas.openxmlformats.org/drawingml/2006/main">
            <a:pathLst>
              <a:path w="102281" h="110149">
                <a:moveTo>
                  <a:pt x="0" y="0"/>
                </a:moveTo>
                <a:lnTo>
                  <a:pt x="102281" y="0"/>
                </a:lnTo>
                <a:lnTo>
                  <a:pt x="102281" y="110149"/>
                </a:lnTo>
                <a:lnTo>
                  <a:pt x="0" y="1101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20" name="Text H">
            <a:extLst xmlns:a="http://schemas.openxmlformats.org/drawingml/2006/main">
              <a:ext uri="{FF2B5EF4-FFF2-40B4-BE49-F238E27FC236}">
                <a16:creationId xmlns:a16="http://schemas.microsoft.com/office/drawing/2014/main" id="{A8385C4B-595B-4DC1-918A-2239C1A0B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33" y="4940404"/>
            <a:ext cx="51007" cy="65023"/>
          </a:xfrm>
          <a:custGeom xmlns:a="http://schemas.openxmlformats.org/drawingml/2006/main">
            <a:pathLst>
              <a:path w="51007" h="65023">
                <a:moveTo>
                  <a:pt x="0" y="65023"/>
                </a:moveTo>
                <a:lnTo>
                  <a:pt x="0" y="0"/>
                </a:lnTo>
                <a:lnTo>
                  <a:pt x="8605" y="0"/>
                </a:lnTo>
                <a:lnTo>
                  <a:pt x="8605" y="26612"/>
                </a:lnTo>
                <a:lnTo>
                  <a:pt x="42402" y="26612"/>
                </a:lnTo>
                <a:lnTo>
                  <a:pt x="42402" y="0"/>
                </a:lnTo>
                <a:lnTo>
                  <a:pt x="51007" y="0"/>
                </a:lnTo>
                <a:lnTo>
                  <a:pt x="51007" y="65023"/>
                </a:lnTo>
                <a:lnTo>
                  <a:pt x="42402" y="65023"/>
                </a:lnTo>
                <a:lnTo>
                  <a:pt x="42402" y="34330"/>
                </a:lnTo>
                <a:lnTo>
                  <a:pt x="8605" y="34330"/>
                </a:lnTo>
                <a:lnTo>
                  <a:pt x="8605" y="65023"/>
                </a:lnTo>
                <a:lnTo>
                  <a:pt x="0" y="6502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6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c9e146b98f4ab9"/>
          <a:stretch xmlns:a="http://schemas.openxmlformats.org/drawingml/2006/main"/>
        </p:blipFill>
        <p:spPr>
          <a:xfrm xmlns:a="http://schemas.openxmlformats.org/drawingml/2006/main">
            <a:off x="221826" y="4991131"/>
            <a:ext cx="163703" cy="156262"/>
          </a:xfrm>
          <a:prstGeom xmlns:a="http://schemas.openxmlformats.org/drawingml/2006/main" prst="rect">
            <a:avLst/>
          </a:prstGeom>
        </p:spPr>
      </p:pic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6B1918-D9E5-49BB-A1AB-C8FA95A74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31" y="5042083"/>
            <a:ext cx="16093" cy="8941"/>
          </a:xfrm>
          <a:custGeom xmlns:a="http://schemas.openxmlformats.org/drawingml/2006/main">
            <a:pathLst>
              <a:path w="16093" h="8941">
                <a:moveTo>
                  <a:pt x="0" y="4470"/>
                </a:moveTo>
                <a:lnTo>
                  <a:pt x="0" y="4470"/>
                </a:lnTo>
                <a:cubicBezTo>
                  <a:pt x="0" y="2001"/>
                  <a:pt x="3603" y="0"/>
                  <a:pt x="8047" y="0"/>
                </a:cubicBezTo>
                <a:cubicBezTo>
                  <a:pt x="12491" y="0"/>
                  <a:pt x="16093" y="2001"/>
                  <a:pt x="16093" y="4470"/>
                </a:cubicBezTo>
                <a:cubicBezTo>
                  <a:pt x="16093" y="6939"/>
                  <a:pt x="12491" y="8941"/>
                  <a:pt x="8047" y="8941"/>
                </a:cubicBezTo>
                <a:cubicBezTo>
                  <a:pt x="3603" y="8941"/>
                  <a:pt x="0" y="6939"/>
                  <a:pt x="0" y="4470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215EF5-DC15-4180-840E-A8A5F64E2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631" y="5042083"/>
            <a:ext cx="16093" cy="8941"/>
          </a:xfrm>
          <a:custGeom xmlns:a="http://schemas.openxmlformats.org/drawingml/2006/main">
            <a:pathLst>
              <a:path w="16093" h="8941" fill="none">
                <a:moveTo>
                  <a:pt x="0" y="4470"/>
                </a:moveTo>
                <a:lnTo>
                  <a:pt x="0" y="4470"/>
                </a:lnTo>
                <a:cubicBezTo>
                  <a:pt x="0" y="2001"/>
                  <a:pt x="3603" y="0"/>
                  <a:pt x="8047" y="0"/>
                </a:cubicBezTo>
                <a:cubicBezTo>
                  <a:pt x="12491" y="0"/>
                  <a:pt x="16093" y="2001"/>
                  <a:pt x="16093" y="4470"/>
                </a:cubicBezTo>
                <a:cubicBezTo>
                  <a:pt x="16093" y="6939"/>
                  <a:pt x="12491" y="8941"/>
                  <a:pt x="8047" y="8941"/>
                </a:cubicBezTo>
                <a:cubicBezTo>
                  <a:pt x="3603" y="8941"/>
                  <a:pt x="0" y="6939"/>
                  <a:pt x="0" y="447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FF0000"/>
            </a:solidFill>
            <a:round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FC26FE-8BB2-4FF4-B821-5E3EDB7B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86" y="5173527"/>
            <a:ext cx="16093" cy="8941"/>
          </a:xfrm>
          <a:custGeom xmlns:a="http://schemas.openxmlformats.org/drawingml/2006/main">
            <a:pathLst>
              <a:path w="16093" h="8941">
                <a:moveTo>
                  <a:pt x="0" y="4470"/>
                </a:moveTo>
                <a:lnTo>
                  <a:pt x="0" y="4470"/>
                </a:lnTo>
                <a:cubicBezTo>
                  <a:pt x="0" y="2002"/>
                  <a:pt x="3603" y="0"/>
                  <a:pt x="8047" y="0"/>
                </a:cubicBezTo>
                <a:cubicBezTo>
                  <a:pt x="12491" y="0"/>
                  <a:pt x="16093" y="2002"/>
                  <a:pt x="16093" y="4470"/>
                </a:cubicBezTo>
                <a:cubicBezTo>
                  <a:pt x="16093" y="6939"/>
                  <a:pt x="12491" y="8941"/>
                  <a:pt x="8047" y="8941"/>
                </a:cubicBezTo>
                <a:cubicBezTo>
                  <a:pt x="3603" y="8941"/>
                  <a:pt x="0" y="6939"/>
                  <a:pt x="0" y="447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669FBF-BDFB-4F4E-B0C0-DD99E24DB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86" y="5173527"/>
            <a:ext cx="16093" cy="8941"/>
          </a:xfrm>
          <a:custGeom xmlns:a="http://schemas.openxmlformats.org/drawingml/2006/main">
            <a:pathLst>
              <a:path w="16093" h="8941" fill="none">
                <a:moveTo>
                  <a:pt x="0" y="4470"/>
                </a:moveTo>
                <a:lnTo>
                  <a:pt x="0" y="4470"/>
                </a:lnTo>
                <a:cubicBezTo>
                  <a:pt x="0" y="2002"/>
                  <a:pt x="3603" y="0"/>
                  <a:pt x="8047" y="0"/>
                </a:cubicBezTo>
                <a:cubicBezTo>
                  <a:pt x="12491" y="0"/>
                  <a:pt x="16093" y="2002"/>
                  <a:pt x="16093" y="4470"/>
                </a:cubicBezTo>
                <a:cubicBezTo>
                  <a:pt x="16093" y="6939"/>
                  <a:pt x="12491" y="8941"/>
                  <a:pt x="8047" y="8941"/>
                </a:cubicBezTo>
                <a:cubicBezTo>
                  <a:pt x="3603" y="8941"/>
                  <a:pt x="0" y="6939"/>
                  <a:pt x="0" y="447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E636ED-ADB7-4826-856F-E68C4AEAD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223" y="5103364"/>
            <a:ext cx="16093" cy="8941"/>
          </a:xfrm>
          <a:custGeom xmlns:a="http://schemas.openxmlformats.org/drawingml/2006/main">
            <a:pathLst>
              <a:path w="16093" h="8941">
                <a:moveTo>
                  <a:pt x="0" y="4470"/>
                </a:moveTo>
                <a:lnTo>
                  <a:pt x="0" y="4470"/>
                </a:lnTo>
                <a:cubicBezTo>
                  <a:pt x="0" y="2002"/>
                  <a:pt x="3603" y="0"/>
                  <a:pt x="8047" y="0"/>
                </a:cubicBezTo>
                <a:cubicBezTo>
                  <a:pt x="12490" y="0"/>
                  <a:pt x="16093" y="2002"/>
                  <a:pt x="16093" y="4470"/>
                </a:cubicBezTo>
                <a:cubicBezTo>
                  <a:pt x="16093" y="6939"/>
                  <a:pt x="12490" y="8941"/>
                  <a:pt x="8047" y="8941"/>
                </a:cubicBezTo>
                <a:cubicBezTo>
                  <a:pt x="3603" y="8941"/>
                  <a:pt x="0" y="6939"/>
                  <a:pt x="0" y="4470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EA039B-28C1-4076-8D34-32B156480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9223" y="5103364"/>
            <a:ext cx="16093" cy="8941"/>
          </a:xfrm>
          <a:custGeom xmlns:a="http://schemas.openxmlformats.org/drawingml/2006/main">
            <a:pathLst>
              <a:path w="16093" h="8941" fill="none">
                <a:moveTo>
                  <a:pt x="0" y="4470"/>
                </a:moveTo>
                <a:lnTo>
                  <a:pt x="0" y="4470"/>
                </a:lnTo>
                <a:cubicBezTo>
                  <a:pt x="0" y="2002"/>
                  <a:pt x="3603" y="0"/>
                  <a:pt x="8047" y="0"/>
                </a:cubicBezTo>
                <a:cubicBezTo>
                  <a:pt x="12490" y="0"/>
                  <a:pt x="16093" y="2002"/>
                  <a:pt x="16093" y="4470"/>
                </a:cubicBezTo>
                <a:cubicBezTo>
                  <a:pt x="16093" y="6939"/>
                  <a:pt x="12490" y="8941"/>
                  <a:pt x="8047" y="8941"/>
                </a:cubicBezTo>
                <a:cubicBezTo>
                  <a:pt x="3603" y="8941"/>
                  <a:pt x="0" y="6939"/>
                  <a:pt x="0" y="447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FF0000"/>
            </a:solidFill>
            <a:round/>
          </a:ln>
        </p:spPr>
      </p:sp>
      <p:sp>
        <p:nvSpPr>
          <p:cNvPr id="3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BDE4E6-6CDF-467C-B85D-CC8DE09E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360" y="5103364"/>
            <a:ext cx="16093" cy="8941"/>
          </a:xfrm>
          <a:custGeom xmlns:a="http://schemas.openxmlformats.org/drawingml/2006/main">
            <a:pathLst>
              <a:path w="16093" h="8941">
                <a:moveTo>
                  <a:pt x="0" y="4470"/>
                </a:moveTo>
                <a:lnTo>
                  <a:pt x="0" y="4470"/>
                </a:lnTo>
                <a:cubicBezTo>
                  <a:pt x="0" y="2002"/>
                  <a:pt x="3602" y="0"/>
                  <a:pt x="8047" y="0"/>
                </a:cubicBezTo>
                <a:cubicBezTo>
                  <a:pt x="12491" y="0"/>
                  <a:pt x="16093" y="2002"/>
                  <a:pt x="16093" y="4470"/>
                </a:cubicBezTo>
                <a:cubicBezTo>
                  <a:pt x="16093" y="6939"/>
                  <a:pt x="12491" y="8941"/>
                  <a:pt x="8047" y="8941"/>
                </a:cubicBezTo>
                <a:cubicBezTo>
                  <a:pt x="3602" y="8941"/>
                  <a:pt x="0" y="6939"/>
                  <a:pt x="0" y="4470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8F8DD5-90AC-418B-A76C-CAB56DC5D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0360" y="5103364"/>
            <a:ext cx="16093" cy="8941"/>
          </a:xfrm>
          <a:custGeom xmlns:a="http://schemas.openxmlformats.org/drawingml/2006/main">
            <a:pathLst>
              <a:path w="16093" h="8941" fill="none">
                <a:moveTo>
                  <a:pt x="0" y="4470"/>
                </a:moveTo>
                <a:lnTo>
                  <a:pt x="0" y="4470"/>
                </a:lnTo>
                <a:cubicBezTo>
                  <a:pt x="0" y="2002"/>
                  <a:pt x="3602" y="0"/>
                  <a:pt x="8047" y="0"/>
                </a:cubicBezTo>
                <a:cubicBezTo>
                  <a:pt x="12491" y="0"/>
                  <a:pt x="16093" y="2002"/>
                  <a:pt x="16093" y="4470"/>
                </a:cubicBezTo>
                <a:cubicBezTo>
                  <a:pt x="16093" y="6939"/>
                  <a:pt x="12491" y="8941"/>
                  <a:pt x="8047" y="8941"/>
                </a:cubicBezTo>
                <a:cubicBezTo>
                  <a:pt x="3602" y="8941"/>
                  <a:pt x="0" y="6939"/>
                  <a:pt x="0" y="447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FF0000"/>
            </a:solidFill>
            <a:round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2984A4-EAF9-459E-9885-97D88568B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080" y="162958"/>
            <a:ext cx="1723758" cy="665185"/>
          </a:xfrm>
          <a:custGeom xmlns:a="http://schemas.openxmlformats.org/drawingml/2006/main">
            <a:pathLst>
              <a:path w="1723758" h="665185">
                <a:moveTo>
                  <a:pt x="0" y="110866"/>
                </a:moveTo>
                <a:lnTo>
                  <a:pt x="0" y="110866"/>
                </a:lnTo>
                <a:cubicBezTo>
                  <a:pt x="0" y="49637"/>
                  <a:pt x="49637" y="0"/>
                  <a:pt x="110866" y="0"/>
                </a:cubicBezTo>
                <a:lnTo>
                  <a:pt x="1612892" y="0"/>
                </a:lnTo>
                <a:cubicBezTo>
                  <a:pt x="1642295" y="0"/>
                  <a:pt x="1670495" y="11681"/>
                  <a:pt x="1691286" y="32472"/>
                </a:cubicBezTo>
                <a:cubicBezTo>
                  <a:pt x="1712078" y="53263"/>
                  <a:pt x="1723758" y="81463"/>
                  <a:pt x="1723758" y="110866"/>
                </a:cubicBezTo>
                <a:lnTo>
                  <a:pt x="1723758" y="554318"/>
                </a:lnTo>
                <a:cubicBezTo>
                  <a:pt x="1723758" y="615548"/>
                  <a:pt x="1674121" y="665185"/>
                  <a:pt x="1612892" y="665185"/>
                </a:cubicBezTo>
                <a:lnTo>
                  <a:pt x="110866" y="665185"/>
                </a:lnTo>
                <a:cubicBezTo>
                  <a:pt x="49637" y="665185"/>
                  <a:pt x="0" y="615548"/>
                  <a:pt x="0" y="554318"/>
                </a:cubicBezTo>
                <a:lnTo>
                  <a:pt x="0" y="110866"/>
                </a:lnTo>
                <a:close/>
              </a:path>
            </a:pathLst>
          </a:custGeom>
          <a:solidFill xmlns:a="http://schemas.openxmlformats.org/drawingml/2006/main">
            <a:srgbClr val="D9D2E9">
              <a:alpha val="221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1" name="Text 5.SmallByte-Level">
            <a:extLst xmlns:a="http://schemas.openxmlformats.org/drawingml/2006/main">
              <a:ext uri="{FF2B5EF4-FFF2-40B4-BE49-F238E27FC236}">
                <a16:creationId xmlns:a16="http://schemas.microsoft.com/office/drawing/2014/main" id="{882AF329-5937-4FD8-B295-7FDE3CB4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399" y="288645"/>
            <a:ext cx="1157675" cy="128006"/>
          </a:xfrm>
          <a:custGeom xmlns:a="http://schemas.openxmlformats.org/drawingml/2006/main">
            <a:pathLst>
              <a:path w="1157675" h="128006">
                <a:moveTo>
                  <a:pt x="0" y="73583"/>
                </a:moveTo>
                <a:lnTo>
                  <a:pt x="12574" y="72652"/>
                </a:lnTo>
                <a:cubicBezTo>
                  <a:pt x="13506" y="78751"/>
                  <a:pt x="15668" y="83336"/>
                  <a:pt x="19061" y="86407"/>
                </a:cubicBezTo>
                <a:cubicBezTo>
                  <a:pt x="22454" y="89479"/>
                  <a:pt x="26546" y="91014"/>
                  <a:pt x="31336" y="91014"/>
                </a:cubicBezTo>
                <a:cubicBezTo>
                  <a:pt x="37102" y="91014"/>
                  <a:pt x="41981" y="88841"/>
                  <a:pt x="45973" y="84494"/>
                </a:cubicBezTo>
                <a:cubicBezTo>
                  <a:pt x="49965" y="80148"/>
                  <a:pt x="51961" y="74382"/>
                  <a:pt x="51961" y="67196"/>
                </a:cubicBezTo>
                <a:cubicBezTo>
                  <a:pt x="51961" y="60366"/>
                  <a:pt x="50042" y="54977"/>
                  <a:pt x="46206" y="51029"/>
                </a:cubicBezTo>
                <a:cubicBezTo>
                  <a:pt x="42369" y="47082"/>
                  <a:pt x="37346" y="45108"/>
                  <a:pt x="31137" y="45108"/>
                </a:cubicBezTo>
                <a:cubicBezTo>
                  <a:pt x="27278" y="45108"/>
                  <a:pt x="23796" y="45996"/>
                  <a:pt x="20691" y="47773"/>
                </a:cubicBezTo>
                <a:cubicBezTo>
                  <a:pt x="17586" y="49550"/>
                  <a:pt x="15147" y="51855"/>
                  <a:pt x="13373" y="54688"/>
                </a:cubicBezTo>
                <a:lnTo>
                  <a:pt x="2129" y="53092"/>
                </a:lnTo>
                <a:lnTo>
                  <a:pt x="11576" y="2927"/>
                </a:lnTo>
                <a:lnTo>
                  <a:pt x="60078" y="2927"/>
                </a:lnTo>
                <a:lnTo>
                  <a:pt x="60078" y="14371"/>
                </a:lnTo>
                <a:lnTo>
                  <a:pt x="21157" y="14371"/>
                </a:lnTo>
                <a:lnTo>
                  <a:pt x="15901" y="40623"/>
                </a:lnTo>
                <a:cubicBezTo>
                  <a:pt x="21756" y="36517"/>
                  <a:pt x="27899" y="34463"/>
                  <a:pt x="34330" y="34463"/>
                </a:cubicBezTo>
                <a:cubicBezTo>
                  <a:pt x="42846" y="34463"/>
                  <a:pt x="50031" y="37416"/>
                  <a:pt x="55886" y="43322"/>
                </a:cubicBezTo>
                <a:cubicBezTo>
                  <a:pt x="61741" y="49227"/>
                  <a:pt x="64668" y="56818"/>
                  <a:pt x="64668" y="66096"/>
                </a:cubicBezTo>
                <a:cubicBezTo>
                  <a:pt x="64668" y="74933"/>
                  <a:pt x="62096" y="82569"/>
                  <a:pt x="56951" y="89006"/>
                </a:cubicBezTo>
                <a:cubicBezTo>
                  <a:pt x="50697" y="96909"/>
                  <a:pt x="42158" y="100861"/>
                  <a:pt x="31336" y="100861"/>
                </a:cubicBezTo>
                <a:cubicBezTo>
                  <a:pt x="22465" y="100861"/>
                  <a:pt x="15225" y="98371"/>
                  <a:pt x="9614" y="93391"/>
                </a:cubicBezTo>
                <a:cubicBezTo>
                  <a:pt x="4003" y="88411"/>
                  <a:pt x="798" y="81808"/>
                  <a:pt x="0" y="73583"/>
                </a:cubicBezTo>
                <a:close/>
                <a:moveTo>
                  <a:pt x="82478" y="99264"/>
                </a:moveTo>
                <a:lnTo>
                  <a:pt x="82478" y="85559"/>
                </a:lnTo>
                <a:lnTo>
                  <a:pt x="96117" y="85559"/>
                </a:lnTo>
                <a:lnTo>
                  <a:pt x="96117" y="99264"/>
                </a:lnTo>
                <a:lnTo>
                  <a:pt x="82478" y="99264"/>
                </a:lnTo>
                <a:close/>
                <a:moveTo>
                  <a:pt x="151709" y="67862"/>
                </a:moveTo>
                <a:lnTo>
                  <a:pt x="163884" y="66797"/>
                </a:lnTo>
                <a:cubicBezTo>
                  <a:pt x="164461" y="71676"/>
                  <a:pt x="165803" y="75679"/>
                  <a:pt x="167909" y="78806"/>
                </a:cubicBezTo>
                <a:cubicBezTo>
                  <a:pt x="170016" y="81933"/>
                  <a:pt x="173287" y="84461"/>
                  <a:pt x="177723" y="86391"/>
                </a:cubicBezTo>
                <a:cubicBezTo>
                  <a:pt x="182158" y="88320"/>
                  <a:pt x="187148" y="89285"/>
                  <a:pt x="192692" y="89285"/>
                </a:cubicBezTo>
                <a:cubicBezTo>
                  <a:pt x="197616" y="89285"/>
                  <a:pt x="201962" y="88553"/>
                  <a:pt x="205732" y="87089"/>
                </a:cubicBezTo>
                <a:cubicBezTo>
                  <a:pt x="209502" y="85625"/>
                  <a:pt x="212308" y="83618"/>
                  <a:pt x="214149" y="81068"/>
                </a:cubicBezTo>
                <a:cubicBezTo>
                  <a:pt x="215989" y="78518"/>
                  <a:pt x="216910" y="75741"/>
                  <a:pt x="216910" y="72739"/>
                </a:cubicBezTo>
                <a:cubicBezTo>
                  <a:pt x="216910" y="69693"/>
                  <a:pt x="216023" y="67033"/>
                  <a:pt x="214248" y="64760"/>
                </a:cubicBezTo>
                <a:cubicBezTo>
                  <a:pt x="212474" y="62485"/>
                  <a:pt x="209547" y="60573"/>
                  <a:pt x="205466" y="59023"/>
                </a:cubicBezTo>
                <a:cubicBezTo>
                  <a:pt x="202849" y="58006"/>
                  <a:pt x="197061" y="56425"/>
                  <a:pt x="188102" y="54279"/>
                </a:cubicBezTo>
                <a:cubicBezTo>
                  <a:pt x="179142" y="52133"/>
                  <a:pt x="172866" y="50105"/>
                  <a:pt x="169273" y="48193"/>
                </a:cubicBezTo>
                <a:cubicBezTo>
                  <a:pt x="164616" y="45750"/>
                  <a:pt x="161146" y="42717"/>
                  <a:pt x="158861" y="39095"/>
                </a:cubicBezTo>
                <a:cubicBezTo>
                  <a:pt x="156577" y="35474"/>
                  <a:pt x="155435" y="31419"/>
                  <a:pt x="155435" y="26931"/>
                </a:cubicBezTo>
                <a:cubicBezTo>
                  <a:pt x="155435" y="21998"/>
                  <a:pt x="156832" y="17387"/>
                  <a:pt x="159626" y="13098"/>
                </a:cubicBezTo>
                <a:cubicBezTo>
                  <a:pt x="162421" y="8810"/>
                  <a:pt x="166501" y="5555"/>
                  <a:pt x="171868" y="3333"/>
                </a:cubicBezTo>
                <a:cubicBezTo>
                  <a:pt x="177235" y="1111"/>
                  <a:pt x="183201" y="0"/>
                  <a:pt x="189765" y="0"/>
                </a:cubicBezTo>
                <a:cubicBezTo>
                  <a:pt x="196995" y="0"/>
                  <a:pt x="203371" y="1164"/>
                  <a:pt x="208893" y="3493"/>
                </a:cubicBezTo>
                <a:cubicBezTo>
                  <a:pt x="214415" y="5821"/>
                  <a:pt x="218662" y="9248"/>
                  <a:pt x="221633" y="13772"/>
                </a:cubicBezTo>
                <a:cubicBezTo>
                  <a:pt x="224605" y="18296"/>
                  <a:pt x="226202" y="23419"/>
                  <a:pt x="226424" y="29141"/>
                </a:cubicBezTo>
                <a:lnTo>
                  <a:pt x="214049" y="30072"/>
                </a:lnTo>
                <a:cubicBezTo>
                  <a:pt x="213383" y="23972"/>
                  <a:pt x="211132" y="19365"/>
                  <a:pt x="207296" y="16250"/>
                </a:cubicBezTo>
                <a:cubicBezTo>
                  <a:pt x="203459" y="13134"/>
                  <a:pt x="197793" y="11576"/>
                  <a:pt x="190297" y="11576"/>
                </a:cubicBezTo>
                <a:cubicBezTo>
                  <a:pt x="182491" y="11576"/>
                  <a:pt x="176802" y="13003"/>
                  <a:pt x="173232" y="15857"/>
                </a:cubicBezTo>
                <a:cubicBezTo>
                  <a:pt x="169661" y="18710"/>
                  <a:pt x="167876" y="22149"/>
                  <a:pt x="167876" y="26176"/>
                </a:cubicBezTo>
                <a:cubicBezTo>
                  <a:pt x="167876" y="29670"/>
                  <a:pt x="169140" y="32545"/>
                  <a:pt x="171668" y="34802"/>
                </a:cubicBezTo>
                <a:cubicBezTo>
                  <a:pt x="174152" y="37058"/>
                  <a:pt x="180639" y="39370"/>
                  <a:pt x="191129" y="41738"/>
                </a:cubicBezTo>
                <a:cubicBezTo>
                  <a:pt x="201619" y="44104"/>
                  <a:pt x="208815" y="46172"/>
                  <a:pt x="212718" y="47942"/>
                </a:cubicBezTo>
                <a:cubicBezTo>
                  <a:pt x="218395" y="50555"/>
                  <a:pt x="222587" y="53864"/>
                  <a:pt x="225293" y="57870"/>
                </a:cubicBezTo>
                <a:cubicBezTo>
                  <a:pt x="227998" y="61875"/>
                  <a:pt x="229351" y="66489"/>
                  <a:pt x="229351" y="71712"/>
                </a:cubicBezTo>
                <a:cubicBezTo>
                  <a:pt x="229351" y="76892"/>
                  <a:pt x="227865" y="81772"/>
                  <a:pt x="224893" y="86353"/>
                </a:cubicBezTo>
                <a:cubicBezTo>
                  <a:pt x="221922" y="90934"/>
                  <a:pt x="217653" y="94498"/>
                  <a:pt x="212086" y="97044"/>
                </a:cubicBezTo>
                <a:cubicBezTo>
                  <a:pt x="206520" y="99589"/>
                  <a:pt x="200255" y="100861"/>
                  <a:pt x="193291" y="100861"/>
                </a:cubicBezTo>
                <a:cubicBezTo>
                  <a:pt x="184465" y="100861"/>
                  <a:pt x="177069" y="99575"/>
                  <a:pt x="171103" y="97002"/>
                </a:cubicBezTo>
                <a:cubicBezTo>
                  <a:pt x="165137" y="94430"/>
                  <a:pt x="160458" y="90560"/>
                  <a:pt x="157065" y="85393"/>
                </a:cubicBezTo>
                <a:cubicBezTo>
                  <a:pt x="153672" y="80225"/>
                  <a:pt x="151887" y="74382"/>
                  <a:pt x="151709" y="67862"/>
                </a:cubicBezTo>
                <a:close/>
                <a:moveTo>
                  <a:pt x="245316" y="99264"/>
                </a:moveTo>
                <a:lnTo>
                  <a:pt x="245316" y="28608"/>
                </a:lnTo>
                <a:lnTo>
                  <a:pt x="256028" y="28608"/>
                </a:lnTo>
                <a:lnTo>
                  <a:pt x="256028" y="38521"/>
                </a:lnTo>
                <a:cubicBezTo>
                  <a:pt x="258245" y="35062"/>
                  <a:pt x="261195" y="32279"/>
                  <a:pt x="264876" y="30172"/>
                </a:cubicBezTo>
                <a:cubicBezTo>
                  <a:pt x="268558" y="28065"/>
                  <a:pt x="272749" y="27012"/>
                  <a:pt x="277451" y="27012"/>
                </a:cubicBezTo>
                <a:cubicBezTo>
                  <a:pt x="282684" y="27012"/>
                  <a:pt x="286976" y="28098"/>
                  <a:pt x="290324" y="30272"/>
                </a:cubicBezTo>
                <a:cubicBezTo>
                  <a:pt x="293673" y="32445"/>
                  <a:pt x="296035" y="35483"/>
                  <a:pt x="297410" y="39386"/>
                </a:cubicBezTo>
                <a:cubicBezTo>
                  <a:pt x="302999" y="31137"/>
                  <a:pt x="310273" y="27012"/>
                  <a:pt x="319232" y="27012"/>
                </a:cubicBezTo>
                <a:cubicBezTo>
                  <a:pt x="326240" y="27012"/>
                  <a:pt x="331629" y="28952"/>
                  <a:pt x="335399" y="32833"/>
                </a:cubicBezTo>
                <a:cubicBezTo>
                  <a:pt x="339169" y="36714"/>
                  <a:pt x="341054" y="42691"/>
                  <a:pt x="341054" y="50763"/>
                </a:cubicBezTo>
                <a:lnTo>
                  <a:pt x="341054" y="99264"/>
                </a:lnTo>
                <a:lnTo>
                  <a:pt x="329145" y="99264"/>
                </a:lnTo>
                <a:lnTo>
                  <a:pt x="329145" y="54755"/>
                </a:lnTo>
                <a:cubicBezTo>
                  <a:pt x="329145" y="49965"/>
                  <a:pt x="328757" y="46516"/>
                  <a:pt x="327981" y="44409"/>
                </a:cubicBezTo>
                <a:cubicBezTo>
                  <a:pt x="327205" y="42303"/>
                  <a:pt x="325797" y="40606"/>
                  <a:pt x="323756" y="39320"/>
                </a:cubicBezTo>
                <a:cubicBezTo>
                  <a:pt x="321716" y="38034"/>
                  <a:pt x="319321" y="37390"/>
                  <a:pt x="316571" y="37390"/>
                </a:cubicBezTo>
                <a:cubicBezTo>
                  <a:pt x="311603" y="37390"/>
                  <a:pt x="307478" y="39043"/>
                  <a:pt x="304196" y="42347"/>
                </a:cubicBezTo>
                <a:cubicBezTo>
                  <a:pt x="300914" y="45651"/>
                  <a:pt x="299273" y="50941"/>
                  <a:pt x="299273" y="58215"/>
                </a:cubicBezTo>
                <a:lnTo>
                  <a:pt x="299273" y="99264"/>
                </a:lnTo>
                <a:lnTo>
                  <a:pt x="287297" y="99264"/>
                </a:lnTo>
                <a:lnTo>
                  <a:pt x="287297" y="53358"/>
                </a:lnTo>
                <a:cubicBezTo>
                  <a:pt x="287297" y="48035"/>
                  <a:pt x="286322" y="44044"/>
                  <a:pt x="284370" y="41382"/>
                </a:cubicBezTo>
                <a:cubicBezTo>
                  <a:pt x="282418" y="38721"/>
                  <a:pt x="279225" y="37390"/>
                  <a:pt x="274789" y="37390"/>
                </a:cubicBezTo>
                <a:cubicBezTo>
                  <a:pt x="271419" y="37390"/>
                  <a:pt x="268303" y="38278"/>
                  <a:pt x="265442" y="40052"/>
                </a:cubicBezTo>
                <a:cubicBezTo>
                  <a:pt x="262581" y="41826"/>
                  <a:pt x="260507" y="44421"/>
                  <a:pt x="259221" y="47836"/>
                </a:cubicBezTo>
                <a:cubicBezTo>
                  <a:pt x="257935" y="51251"/>
                  <a:pt x="257292" y="56174"/>
                  <a:pt x="257292" y="62606"/>
                </a:cubicBezTo>
                <a:lnTo>
                  <a:pt x="257292" y="99264"/>
                </a:lnTo>
                <a:lnTo>
                  <a:pt x="245316" y="99264"/>
                </a:lnTo>
                <a:close/>
                <a:moveTo>
                  <a:pt x="404923" y="90349"/>
                </a:moveTo>
                <a:cubicBezTo>
                  <a:pt x="400488" y="94193"/>
                  <a:pt x="396219" y="96906"/>
                  <a:pt x="392116" y="98489"/>
                </a:cubicBezTo>
                <a:cubicBezTo>
                  <a:pt x="388013" y="100070"/>
                  <a:pt x="383611" y="100861"/>
                  <a:pt x="378909" y="100861"/>
                </a:cubicBezTo>
                <a:cubicBezTo>
                  <a:pt x="371147" y="100861"/>
                  <a:pt x="365182" y="98965"/>
                  <a:pt x="361013" y="95173"/>
                </a:cubicBezTo>
                <a:cubicBezTo>
                  <a:pt x="356843" y="91380"/>
                  <a:pt x="354759" y="86535"/>
                  <a:pt x="354759" y="80636"/>
                </a:cubicBezTo>
                <a:cubicBezTo>
                  <a:pt x="354759" y="77176"/>
                  <a:pt x="355546" y="74016"/>
                  <a:pt x="357120" y="71155"/>
                </a:cubicBezTo>
                <a:cubicBezTo>
                  <a:pt x="358695" y="68294"/>
                  <a:pt x="360757" y="65999"/>
                  <a:pt x="363308" y="64269"/>
                </a:cubicBezTo>
                <a:cubicBezTo>
                  <a:pt x="365858" y="62539"/>
                  <a:pt x="368730" y="61231"/>
                  <a:pt x="371924" y="60344"/>
                </a:cubicBezTo>
                <a:cubicBezTo>
                  <a:pt x="374274" y="59723"/>
                  <a:pt x="377823" y="59124"/>
                  <a:pt x="382569" y="58547"/>
                </a:cubicBezTo>
                <a:cubicBezTo>
                  <a:pt x="392238" y="57394"/>
                  <a:pt x="399357" y="56019"/>
                  <a:pt x="403925" y="54422"/>
                </a:cubicBezTo>
                <a:cubicBezTo>
                  <a:pt x="403969" y="52788"/>
                  <a:pt x="403992" y="51750"/>
                  <a:pt x="403992" y="51308"/>
                </a:cubicBezTo>
                <a:cubicBezTo>
                  <a:pt x="403992" y="46447"/>
                  <a:pt x="402861" y="43023"/>
                  <a:pt x="400598" y="41035"/>
                </a:cubicBezTo>
                <a:cubicBezTo>
                  <a:pt x="397538" y="38339"/>
                  <a:pt x="392992" y="36991"/>
                  <a:pt x="386960" y="36991"/>
                </a:cubicBezTo>
                <a:cubicBezTo>
                  <a:pt x="381327" y="36991"/>
                  <a:pt x="377168" y="37978"/>
                  <a:pt x="374485" y="39952"/>
                </a:cubicBezTo>
                <a:cubicBezTo>
                  <a:pt x="371802" y="41926"/>
                  <a:pt x="369817" y="45419"/>
                  <a:pt x="368531" y="50431"/>
                </a:cubicBezTo>
                <a:lnTo>
                  <a:pt x="356821" y="48834"/>
                </a:lnTo>
                <a:cubicBezTo>
                  <a:pt x="357886" y="43807"/>
                  <a:pt x="359638" y="39747"/>
                  <a:pt x="362077" y="36654"/>
                </a:cubicBezTo>
                <a:cubicBezTo>
                  <a:pt x="364516" y="33562"/>
                  <a:pt x="368043" y="31182"/>
                  <a:pt x="372655" y="29515"/>
                </a:cubicBezTo>
                <a:cubicBezTo>
                  <a:pt x="377268" y="27846"/>
                  <a:pt x="382613" y="27012"/>
                  <a:pt x="388689" y="27012"/>
                </a:cubicBezTo>
                <a:cubicBezTo>
                  <a:pt x="394722" y="27012"/>
                  <a:pt x="399623" y="27724"/>
                  <a:pt x="403393" y="29149"/>
                </a:cubicBezTo>
                <a:cubicBezTo>
                  <a:pt x="407163" y="30572"/>
                  <a:pt x="409935" y="32364"/>
                  <a:pt x="411709" y="34523"/>
                </a:cubicBezTo>
                <a:cubicBezTo>
                  <a:pt x="413483" y="36681"/>
                  <a:pt x="414725" y="39408"/>
                  <a:pt x="415435" y="42703"/>
                </a:cubicBezTo>
                <a:cubicBezTo>
                  <a:pt x="415834" y="44750"/>
                  <a:pt x="416034" y="48427"/>
                  <a:pt x="416034" y="53734"/>
                </a:cubicBezTo>
                <a:lnTo>
                  <a:pt x="416034" y="69656"/>
                </a:lnTo>
                <a:cubicBezTo>
                  <a:pt x="416034" y="80757"/>
                  <a:pt x="416289" y="87788"/>
                  <a:pt x="416799" y="90748"/>
                </a:cubicBezTo>
                <a:cubicBezTo>
                  <a:pt x="417309" y="93709"/>
                  <a:pt x="418318" y="96548"/>
                  <a:pt x="419826" y="99264"/>
                </a:cubicBezTo>
                <a:lnTo>
                  <a:pt x="407318" y="99264"/>
                </a:lnTo>
                <a:cubicBezTo>
                  <a:pt x="406076" y="96724"/>
                  <a:pt x="405278" y="93752"/>
                  <a:pt x="404923" y="90349"/>
                </a:cubicBezTo>
                <a:moveTo>
                  <a:pt x="403925" y="63870"/>
                </a:moveTo>
                <a:cubicBezTo>
                  <a:pt x="399578" y="65636"/>
                  <a:pt x="393058" y="67137"/>
                  <a:pt x="384365" y="68373"/>
                </a:cubicBezTo>
                <a:cubicBezTo>
                  <a:pt x="379442" y="69079"/>
                  <a:pt x="375960" y="69873"/>
                  <a:pt x="373920" y="70756"/>
                </a:cubicBezTo>
                <a:cubicBezTo>
                  <a:pt x="371879" y="71639"/>
                  <a:pt x="370305" y="72930"/>
                  <a:pt x="369196" y="74629"/>
                </a:cubicBezTo>
                <a:cubicBezTo>
                  <a:pt x="368087" y="76328"/>
                  <a:pt x="367533" y="78216"/>
                  <a:pt x="367533" y="80290"/>
                </a:cubicBezTo>
                <a:cubicBezTo>
                  <a:pt x="367533" y="83469"/>
                  <a:pt x="368741" y="86117"/>
                  <a:pt x="371158" y="88237"/>
                </a:cubicBezTo>
                <a:cubicBezTo>
                  <a:pt x="373576" y="90355"/>
                  <a:pt x="377113" y="91414"/>
                  <a:pt x="381770" y="91414"/>
                </a:cubicBezTo>
                <a:cubicBezTo>
                  <a:pt x="386383" y="91414"/>
                  <a:pt x="390486" y="90408"/>
                  <a:pt x="394078" y="88397"/>
                </a:cubicBezTo>
                <a:cubicBezTo>
                  <a:pt x="397671" y="86384"/>
                  <a:pt x="400310" y="83635"/>
                  <a:pt x="401996" y="80149"/>
                </a:cubicBezTo>
                <a:cubicBezTo>
                  <a:pt x="403282" y="77459"/>
                  <a:pt x="403925" y="73488"/>
                  <a:pt x="403925" y="68238"/>
                </a:cubicBezTo>
                <a:lnTo>
                  <a:pt x="403925" y="63870"/>
                </a:lnTo>
                <a:close/>
                <a:moveTo>
                  <a:pt x="434309" y="99264"/>
                </a:moveTo>
                <a:lnTo>
                  <a:pt x="434309" y="1730"/>
                </a:lnTo>
                <a:lnTo>
                  <a:pt x="446285" y="1730"/>
                </a:lnTo>
                <a:lnTo>
                  <a:pt x="446285" y="99264"/>
                </a:lnTo>
                <a:lnTo>
                  <a:pt x="434309" y="99264"/>
                </a:lnTo>
                <a:close/>
                <a:moveTo>
                  <a:pt x="464558" y="99264"/>
                </a:moveTo>
                <a:lnTo>
                  <a:pt x="464558" y="1730"/>
                </a:lnTo>
                <a:lnTo>
                  <a:pt x="476533" y="1730"/>
                </a:lnTo>
                <a:lnTo>
                  <a:pt x="476533" y="99264"/>
                </a:lnTo>
                <a:lnTo>
                  <a:pt x="464558" y="99264"/>
                </a:lnTo>
                <a:close/>
                <a:moveTo>
                  <a:pt x="533814" y="99264"/>
                </a:moveTo>
                <a:lnTo>
                  <a:pt x="533814" y="1730"/>
                </a:lnTo>
                <a:lnTo>
                  <a:pt x="570406" y="1730"/>
                </a:lnTo>
                <a:cubicBezTo>
                  <a:pt x="577857" y="1730"/>
                  <a:pt x="583834" y="2714"/>
                  <a:pt x="588336" y="4682"/>
                </a:cubicBezTo>
                <a:cubicBezTo>
                  <a:pt x="592838" y="6650"/>
                  <a:pt x="596364" y="9680"/>
                  <a:pt x="598914" y="13770"/>
                </a:cubicBezTo>
                <a:cubicBezTo>
                  <a:pt x="601465" y="17860"/>
                  <a:pt x="602740" y="22139"/>
                  <a:pt x="602740" y="26606"/>
                </a:cubicBezTo>
                <a:cubicBezTo>
                  <a:pt x="602740" y="30763"/>
                  <a:pt x="601609" y="34677"/>
                  <a:pt x="599347" y="38349"/>
                </a:cubicBezTo>
                <a:cubicBezTo>
                  <a:pt x="597085" y="42019"/>
                  <a:pt x="593669" y="44982"/>
                  <a:pt x="589101" y="47237"/>
                </a:cubicBezTo>
                <a:cubicBezTo>
                  <a:pt x="595000" y="48971"/>
                  <a:pt x="599535" y="51928"/>
                  <a:pt x="602706" y="56109"/>
                </a:cubicBezTo>
                <a:cubicBezTo>
                  <a:pt x="605878" y="60289"/>
                  <a:pt x="607463" y="65225"/>
                  <a:pt x="607463" y="70916"/>
                </a:cubicBezTo>
                <a:cubicBezTo>
                  <a:pt x="607463" y="75497"/>
                  <a:pt x="606499" y="79755"/>
                  <a:pt x="604569" y="83690"/>
                </a:cubicBezTo>
                <a:cubicBezTo>
                  <a:pt x="602640" y="87625"/>
                  <a:pt x="600256" y="90660"/>
                  <a:pt x="597417" y="92794"/>
                </a:cubicBezTo>
                <a:cubicBezTo>
                  <a:pt x="594579" y="94929"/>
                  <a:pt x="591019" y="96541"/>
                  <a:pt x="586739" y="97630"/>
                </a:cubicBezTo>
                <a:cubicBezTo>
                  <a:pt x="582459" y="98720"/>
                  <a:pt x="577214" y="99264"/>
                  <a:pt x="571004" y="99264"/>
                </a:cubicBezTo>
                <a:lnTo>
                  <a:pt x="533814" y="99264"/>
                </a:lnTo>
                <a:moveTo>
                  <a:pt x="546721" y="42580"/>
                </a:moveTo>
                <a:lnTo>
                  <a:pt x="567811" y="42580"/>
                </a:lnTo>
                <a:cubicBezTo>
                  <a:pt x="573533" y="42580"/>
                  <a:pt x="577635" y="42205"/>
                  <a:pt x="580119" y="41455"/>
                </a:cubicBezTo>
                <a:cubicBezTo>
                  <a:pt x="583401" y="40486"/>
                  <a:pt x="585874" y="38878"/>
                  <a:pt x="587537" y="36632"/>
                </a:cubicBezTo>
                <a:cubicBezTo>
                  <a:pt x="589201" y="34385"/>
                  <a:pt x="590032" y="31566"/>
                  <a:pt x="590032" y="28174"/>
                </a:cubicBezTo>
                <a:cubicBezTo>
                  <a:pt x="590032" y="24958"/>
                  <a:pt x="589256" y="22128"/>
                  <a:pt x="587704" y="19683"/>
                </a:cubicBezTo>
                <a:cubicBezTo>
                  <a:pt x="586151" y="17238"/>
                  <a:pt x="583934" y="15564"/>
                  <a:pt x="581051" y="14662"/>
                </a:cubicBezTo>
                <a:cubicBezTo>
                  <a:pt x="578168" y="13758"/>
                  <a:pt x="573222" y="13306"/>
                  <a:pt x="566214" y="13306"/>
                </a:cubicBezTo>
                <a:lnTo>
                  <a:pt x="546721" y="13306"/>
                </a:lnTo>
                <a:lnTo>
                  <a:pt x="546721" y="42580"/>
                </a:lnTo>
                <a:moveTo>
                  <a:pt x="546721" y="87688"/>
                </a:moveTo>
                <a:lnTo>
                  <a:pt x="571004" y="87688"/>
                </a:lnTo>
                <a:cubicBezTo>
                  <a:pt x="575174" y="87688"/>
                  <a:pt x="578101" y="87533"/>
                  <a:pt x="579786" y="87222"/>
                </a:cubicBezTo>
                <a:cubicBezTo>
                  <a:pt x="582758" y="86690"/>
                  <a:pt x="585242" y="85803"/>
                  <a:pt x="587238" y="84561"/>
                </a:cubicBezTo>
                <a:cubicBezTo>
                  <a:pt x="589234" y="83319"/>
                  <a:pt x="590875" y="81512"/>
                  <a:pt x="592161" y="79139"/>
                </a:cubicBezTo>
                <a:cubicBezTo>
                  <a:pt x="593448" y="76766"/>
                  <a:pt x="594091" y="74027"/>
                  <a:pt x="594091" y="70922"/>
                </a:cubicBezTo>
                <a:cubicBezTo>
                  <a:pt x="594091" y="67285"/>
                  <a:pt x="593159" y="64125"/>
                  <a:pt x="591296" y="61441"/>
                </a:cubicBezTo>
                <a:cubicBezTo>
                  <a:pt x="589433" y="58758"/>
                  <a:pt x="586850" y="56873"/>
                  <a:pt x="583545" y="55786"/>
                </a:cubicBezTo>
                <a:cubicBezTo>
                  <a:pt x="580241" y="54700"/>
                  <a:pt x="575484" y="54156"/>
                  <a:pt x="569275" y="54156"/>
                </a:cubicBezTo>
                <a:lnTo>
                  <a:pt x="546721" y="54156"/>
                </a:lnTo>
                <a:lnTo>
                  <a:pt x="546721" y="87688"/>
                </a:lnTo>
                <a:close/>
                <a:moveTo>
                  <a:pt x="623030" y="126550"/>
                </a:moveTo>
                <a:lnTo>
                  <a:pt x="621699" y="115365"/>
                </a:lnTo>
                <a:cubicBezTo>
                  <a:pt x="624316" y="116074"/>
                  <a:pt x="626600" y="116429"/>
                  <a:pt x="628552" y="116429"/>
                </a:cubicBezTo>
                <a:cubicBezTo>
                  <a:pt x="631213" y="116429"/>
                  <a:pt x="633342" y="115985"/>
                  <a:pt x="634939" y="115097"/>
                </a:cubicBezTo>
                <a:cubicBezTo>
                  <a:pt x="636535" y="114208"/>
                  <a:pt x="637844" y="112964"/>
                  <a:pt x="638864" y="111365"/>
                </a:cubicBezTo>
                <a:cubicBezTo>
                  <a:pt x="639618" y="110166"/>
                  <a:pt x="640838" y="107190"/>
                  <a:pt x="642523" y="102437"/>
                </a:cubicBezTo>
                <a:cubicBezTo>
                  <a:pt x="642745" y="101770"/>
                  <a:pt x="643100" y="100793"/>
                  <a:pt x="643588" y="99505"/>
                </a:cubicBezTo>
                <a:lnTo>
                  <a:pt x="616776" y="28608"/>
                </a:lnTo>
                <a:lnTo>
                  <a:pt x="629683" y="28608"/>
                </a:lnTo>
                <a:lnTo>
                  <a:pt x="644386" y="69537"/>
                </a:lnTo>
                <a:cubicBezTo>
                  <a:pt x="646293" y="74728"/>
                  <a:pt x="648001" y="80185"/>
                  <a:pt x="649509" y="85908"/>
                </a:cubicBezTo>
                <a:cubicBezTo>
                  <a:pt x="650884" y="80396"/>
                  <a:pt x="652525" y="75024"/>
                  <a:pt x="654432" y="69793"/>
                </a:cubicBezTo>
                <a:lnTo>
                  <a:pt x="669535" y="28608"/>
                </a:lnTo>
                <a:lnTo>
                  <a:pt x="681510" y="28608"/>
                </a:lnTo>
                <a:lnTo>
                  <a:pt x="654632" y="100454"/>
                </a:lnTo>
                <a:cubicBezTo>
                  <a:pt x="651749" y="108236"/>
                  <a:pt x="649509" y="113595"/>
                  <a:pt x="647912" y="116531"/>
                </a:cubicBezTo>
                <a:cubicBezTo>
                  <a:pt x="645783" y="120490"/>
                  <a:pt x="643344" y="123391"/>
                  <a:pt x="640594" y="125236"/>
                </a:cubicBezTo>
                <a:cubicBezTo>
                  <a:pt x="637844" y="127083"/>
                  <a:pt x="634562" y="128006"/>
                  <a:pt x="630747" y="128006"/>
                </a:cubicBezTo>
                <a:cubicBezTo>
                  <a:pt x="628441" y="128006"/>
                  <a:pt x="625868" y="127521"/>
                  <a:pt x="623030" y="126550"/>
                </a:cubicBezTo>
                <a:close/>
                <a:moveTo>
                  <a:pt x="717836" y="88553"/>
                </a:moveTo>
                <a:lnTo>
                  <a:pt x="719566" y="99131"/>
                </a:lnTo>
                <a:cubicBezTo>
                  <a:pt x="716195" y="99841"/>
                  <a:pt x="713179" y="100196"/>
                  <a:pt x="710518" y="100196"/>
                </a:cubicBezTo>
                <a:cubicBezTo>
                  <a:pt x="706171" y="100196"/>
                  <a:pt x="702800" y="99508"/>
                  <a:pt x="700405" y="98133"/>
                </a:cubicBezTo>
                <a:cubicBezTo>
                  <a:pt x="698010" y="96758"/>
                  <a:pt x="696324" y="94951"/>
                  <a:pt x="695349" y="92711"/>
                </a:cubicBezTo>
                <a:cubicBezTo>
                  <a:pt x="694373" y="90471"/>
                  <a:pt x="693885" y="85758"/>
                  <a:pt x="693885" y="78573"/>
                </a:cubicBezTo>
                <a:lnTo>
                  <a:pt x="693885" y="37923"/>
                </a:lnTo>
                <a:lnTo>
                  <a:pt x="685103" y="37923"/>
                </a:lnTo>
                <a:lnTo>
                  <a:pt x="685103" y="28608"/>
                </a:lnTo>
                <a:lnTo>
                  <a:pt x="693885" y="28608"/>
                </a:lnTo>
                <a:lnTo>
                  <a:pt x="693885" y="11111"/>
                </a:lnTo>
                <a:lnTo>
                  <a:pt x="705794" y="3925"/>
                </a:lnTo>
                <a:lnTo>
                  <a:pt x="705794" y="28608"/>
                </a:lnTo>
                <a:lnTo>
                  <a:pt x="717836" y="28608"/>
                </a:lnTo>
                <a:lnTo>
                  <a:pt x="717836" y="37923"/>
                </a:lnTo>
                <a:lnTo>
                  <a:pt x="705794" y="37923"/>
                </a:lnTo>
                <a:lnTo>
                  <a:pt x="705794" y="79238"/>
                </a:lnTo>
                <a:cubicBezTo>
                  <a:pt x="705794" y="82654"/>
                  <a:pt x="706005" y="84849"/>
                  <a:pt x="706426" y="85825"/>
                </a:cubicBezTo>
                <a:cubicBezTo>
                  <a:pt x="706847" y="86801"/>
                  <a:pt x="707535" y="87577"/>
                  <a:pt x="708489" y="88154"/>
                </a:cubicBezTo>
                <a:cubicBezTo>
                  <a:pt x="709442" y="88730"/>
                  <a:pt x="710806" y="89019"/>
                  <a:pt x="712580" y="89019"/>
                </a:cubicBezTo>
                <a:cubicBezTo>
                  <a:pt x="713911" y="89019"/>
                  <a:pt x="715663" y="88863"/>
                  <a:pt x="717836" y="88553"/>
                </a:cubicBezTo>
                <a:close/>
                <a:moveTo>
                  <a:pt x="777800" y="76378"/>
                </a:moveTo>
                <a:lnTo>
                  <a:pt x="790175" y="77974"/>
                </a:lnTo>
                <a:cubicBezTo>
                  <a:pt x="788223" y="85225"/>
                  <a:pt x="784609" y="90852"/>
                  <a:pt x="779330" y="94857"/>
                </a:cubicBezTo>
                <a:cubicBezTo>
                  <a:pt x="774052" y="98860"/>
                  <a:pt x="767310" y="100861"/>
                  <a:pt x="759105" y="100861"/>
                </a:cubicBezTo>
                <a:cubicBezTo>
                  <a:pt x="748771" y="100861"/>
                  <a:pt x="740576" y="97679"/>
                  <a:pt x="734522" y="91314"/>
                </a:cubicBezTo>
                <a:cubicBezTo>
                  <a:pt x="728467" y="84949"/>
                  <a:pt x="725440" y="76023"/>
                  <a:pt x="725440" y="64535"/>
                </a:cubicBezTo>
                <a:cubicBezTo>
                  <a:pt x="725440" y="52648"/>
                  <a:pt x="728501" y="43423"/>
                  <a:pt x="734622" y="36858"/>
                </a:cubicBezTo>
                <a:cubicBezTo>
                  <a:pt x="740742" y="30294"/>
                  <a:pt x="748682" y="27012"/>
                  <a:pt x="758440" y="27012"/>
                </a:cubicBezTo>
                <a:cubicBezTo>
                  <a:pt x="767887" y="27012"/>
                  <a:pt x="775605" y="30222"/>
                  <a:pt x="781592" y="36644"/>
                </a:cubicBezTo>
                <a:cubicBezTo>
                  <a:pt x="787580" y="43064"/>
                  <a:pt x="790574" y="52097"/>
                  <a:pt x="790574" y="63743"/>
                </a:cubicBezTo>
                <a:cubicBezTo>
                  <a:pt x="790574" y="64451"/>
                  <a:pt x="790552" y="65514"/>
                  <a:pt x="790508" y="66930"/>
                </a:cubicBezTo>
                <a:lnTo>
                  <a:pt x="737815" y="66930"/>
                </a:lnTo>
                <a:cubicBezTo>
                  <a:pt x="738259" y="74714"/>
                  <a:pt x="740454" y="80674"/>
                  <a:pt x="744402" y="84810"/>
                </a:cubicBezTo>
                <a:cubicBezTo>
                  <a:pt x="748349" y="88946"/>
                  <a:pt x="753272" y="91014"/>
                  <a:pt x="759172" y="91014"/>
                </a:cubicBezTo>
                <a:cubicBezTo>
                  <a:pt x="763563" y="91014"/>
                  <a:pt x="767310" y="89851"/>
                  <a:pt x="770415" y="87524"/>
                </a:cubicBezTo>
                <a:cubicBezTo>
                  <a:pt x="773520" y="85195"/>
                  <a:pt x="775982" y="81480"/>
                  <a:pt x="777800" y="76378"/>
                </a:cubicBezTo>
                <a:moveTo>
                  <a:pt x="738480" y="57084"/>
                </a:moveTo>
                <a:lnTo>
                  <a:pt x="777933" y="57084"/>
                </a:lnTo>
                <a:cubicBezTo>
                  <a:pt x="777401" y="51160"/>
                  <a:pt x="775893" y="46717"/>
                  <a:pt x="773409" y="43755"/>
                </a:cubicBezTo>
                <a:cubicBezTo>
                  <a:pt x="769595" y="39157"/>
                  <a:pt x="764649" y="36858"/>
                  <a:pt x="758573" y="36858"/>
                </a:cubicBezTo>
                <a:cubicBezTo>
                  <a:pt x="753073" y="36858"/>
                  <a:pt x="748449" y="38693"/>
                  <a:pt x="744701" y="42364"/>
                </a:cubicBezTo>
                <a:cubicBezTo>
                  <a:pt x="740953" y="46033"/>
                  <a:pt x="738880" y="50939"/>
                  <a:pt x="738480" y="57084"/>
                </a:cubicBezTo>
                <a:close/>
                <a:moveTo>
                  <a:pt x="800534" y="69991"/>
                </a:moveTo>
                <a:lnTo>
                  <a:pt x="800534" y="57882"/>
                </a:lnTo>
                <a:lnTo>
                  <a:pt x="837325" y="57882"/>
                </a:lnTo>
                <a:lnTo>
                  <a:pt x="837325" y="69991"/>
                </a:lnTo>
                <a:lnTo>
                  <a:pt x="800534" y="69991"/>
                </a:lnTo>
                <a:close/>
                <a:moveTo>
                  <a:pt x="851562" y="99264"/>
                </a:moveTo>
                <a:lnTo>
                  <a:pt x="851562" y="1730"/>
                </a:lnTo>
                <a:lnTo>
                  <a:pt x="864469" y="1730"/>
                </a:lnTo>
                <a:lnTo>
                  <a:pt x="864469" y="87688"/>
                </a:lnTo>
                <a:lnTo>
                  <a:pt x="912504" y="87688"/>
                </a:lnTo>
                <a:lnTo>
                  <a:pt x="912504" y="99264"/>
                </a:lnTo>
                <a:lnTo>
                  <a:pt x="851562" y="99264"/>
                </a:lnTo>
                <a:close/>
                <a:moveTo>
                  <a:pt x="974690" y="76378"/>
                </a:moveTo>
                <a:lnTo>
                  <a:pt x="987065" y="77974"/>
                </a:lnTo>
                <a:cubicBezTo>
                  <a:pt x="985113" y="85225"/>
                  <a:pt x="981498" y="90852"/>
                  <a:pt x="976220" y="94857"/>
                </a:cubicBezTo>
                <a:cubicBezTo>
                  <a:pt x="970942" y="98860"/>
                  <a:pt x="964200" y="100861"/>
                  <a:pt x="955995" y="100861"/>
                </a:cubicBezTo>
                <a:cubicBezTo>
                  <a:pt x="945660" y="100861"/>
                  <a:pt x="937466" y="97679"/>
                  <a:pt x="931412" y="91314"/>
                </a:cubicBezTo>
                <a:cubicBezTo>
                  <a:pt x="925357" y="84949"/>
                  <a:pt x="922330" y="76023"/>
                  <a:pt x="922330" y="64535"/>
                </a:cubicBezTo>
                <a:cubicBezTo>
                  <a:pt x="922330" y="52648"/>
                  <a:pt x="925390" y="43423"/>
                  <a:pt x="931511" y="36858"/>
                </a:cubicBezTo>
                <a:cubicBezTo>
                  <a:pt x="937632" y="30294"/>
                  <a:pt x="945572" y="27012"/>
                  <a:pt x="955329" y="27012"/>
                </a:cubicBezTo>
                <a:cubicBezTo>
                  <a:pt x="964777" y="27012"/>
                  <a:pt x="972494" y="30222"/>
                  <a:pt x="978482" y="36644"/>
                </a:cubicBezTo>
                <a:cubicBezTo>
                  <a:pt x="984470" y="43064"/>
                  <a:pt x="987464" y="52097"/>
                  <a:pt x="987464" y="63743"/>
                </a:cubicBezTo>
                <a:cubicBezTo>
                  <a:pt x="987464" y="64451"/>
                  <a:pt x="987442" y="65514"/>
                  <a:pt x="987397" y="66930"/>
                </a:cubicBezTo>
                <a:lnTo>
                  <a:pt x="934705" y="66930"/>
                </a:lnTo>
                <a:cubicBezTo>
                  <a:pt x="935148" y="74714"/>
                  <a:pt x="937344" y="80674"/>
                  <a:pt x="941291" y="84810"/>
                </a:cubicBezTo>
                <a:cubicBezTo>
                  <a:pt x="945239" y="88946"/>
                  <a:pt x="950162" y="91014"/>
                  <a:pt x="956061" y="91014"/>
                </a:cubicBezTo>
                <a:cubicBezTo>
                  <a:pt x="960452" y="91014"/>
                  <a:pt x="964200" y="89851"/>
                  <a:pt x="967305" y="87524"/>
                </a:cubicBezTo>
                <a:cubicBezTo>
                  <a:pt x="970410" y="85195"/>
                  <a:pt x="972871" y="81480"/>
                  <a:pt x="974690" y="76378"/>
                </a:cubicBezTo>
                <a:moveTo>
                  <a:pt x="935370" y="57084"/>
                </a:moveTo>
                <a:lnTo>
                  <a:pt x="974823" y="57084"/>
                </a:lnTo>
                <a:cubicBezTo>
                  <a:pt x="974291" y="51160"/>
                  <a:pt x="972783" y="46717"/>
                  <a:pt x="970299" y="43755"/>
                </a:cubicBezTo>
                <a:cubicBezTo>
                  <a:pt x="966484" y="39157"/>
                  <a:pt x="961539" y="36858"/>
                  <a:pt x="955463" y="36858"/>
                </a:cubicBezTo>
                <a:cubicBezTo>
                  <a:pt x="949963" y="36858"/>
                  <a:pt x="945339" y="38693"/>
                  <a:pt x="941591" y="42364"/>
                </a:cubicBezTo>
                <a:cubicBezTo>
                  <a:pt x="937843" y="46033"/>
                  <a:pt x="935769" y="50939"/>
                  <a:pt x="935370" y="57084"/>
                </a:cubicBezTo>
                <a:close/>
                <a:moveTo>
                  <a:pt x="1021707" y="99264"/>
                </a:moveTo>
                <a:lnTo>
                  <a:pt x="994828" y="28608"/>
                </a:lnTo>
                <a:lnTo>
                  <a:pt x="1007469" y="28608"/>
                </a:lnTo>
                <a:lnTo>
                  <a:pt x="1022638" y="70922"/>
                </a:lnTo>
                <a:cubicBezTo>
                  <a:pt x="1024279" y="75491"/>
                  <a:pt x="1025787" y="80236"/>
                  <a:pt x="1027162" y="85160"/>
                </a:cubicBezTo>
                <a:cubicBezTo>
                  <a:pt x="1028227" y="81434"/>
                  <a:pt x="1029713" y="76954"/>
                  <a:pt x="1031620" y="71720"/>
                </a:cubicBezTo>
                <a:lnTo>
                  <a:pt x="1047321" y="28608"/>
                </a:lnTo>
                <a:lnTo>
                  <a:pt x="1059629" y="28608"/>
                </a:lnTo>
                <a:lnTo>
                  <a:pt x="1032884" y="99264"/>
                </a:lnTo>
                <a:lnTo>
                  <a:pt x="1021707" y="99264"/>
                </a:lnTo>
                <a:close/>
                <a:moveTo>
                  <a:pt x="1118576" y="76378"/>
                </a:moveTo>
                <a:lnTo>
                  <a:pt x="1130950" y="77974"/>
                </a:lnTo>
                <a:cubicBezTo>
                  <a:pt x="1128999" y="85225"/>
                  <a:pt x="1125384" y="90852"/>
                  <a:pt x="1120106" y="94857"/>
                </a:cubicBezTo>
                <a:cubicBezTo>
                  <a:pt x="1114828" y="98860"/>
                  <a:pt x="1108086" y="100861"/>
                  <a:pt x="1099880" y="100861"/>
                </a:cubicBezTo>
                <a:cubicBezTo>
                  <a:pt x="1089546" y="100861"/>
                  <a:pt x="1081352" y="97679"/>
                  <a:pt x="1075297" y="91314"/>
                </a:cubicBezTo>
                <a:cubicBezTo>
                  <a:pt x="1069243" y="84949"/>
                  <a:pt x="1066216" y="76023"/>
                  <a:pt x="1066216" y="64535"/>
                </a:cubicBezTo>
                <a:cubicBezTo>
                  <a:pt x="1066216" y="52648"/>
                  <a:pt x="1069276" y="43423"/>
                  <a:pt x="1075397" y="36858"/>
                </a:cubicBezTo>
                <a:cubicBezTo>
                  <a:pt x="1081518" y="30294"/>
                  <a:pt x="1089457" y="27012"/>
                  <a:pt x="1099215" y="27012"/>
                </a:cubicBezTo>
                <a:cubicBezTo>
                  <a:pt x="1108663" y="27012"/>
                  <a:pt x="1116380" y="30222"/>
                  <a:pt x="1122368" y="36644"/>
                </a:cubicBezTo>
                <a:cubicBezTo>
                  <a:pt x="1128356" y="43064"/>
                  <a:pt x="1131350" y="52097"/>
                  <a:pt x="1131350" y="63743"/>
                </a:cubicBezTo>
                <a:cubicBezTo>
                  <a:pt x="1131350" y="64451"/>
                  <a:pt x="1131327" y="65514"/>
                  <a:pt x="1131283" y="66930"/>
                </a:cubicBezTo>
                <a:lnTo>
                  <a:pt x="1078591" y="66930"/>
                </a:lnTo>
                <a:cubicBezTo>
                  <a:pt x="1079034" y="74714"/>
                  <a:pt x="1081230" y="80674"/>
                  <a:pt x="1085177" y="84810"/>
                </a:cubicBezTo>
                <a:cubicBezTo>
                  <a:pt x="1089125" y="88946"/>
                  <a:pt x="1094048" y="91014"/>
                  <a:pt x="1099947" y="91014"/>
                </a:cubicBezTo>
                <a:cubicBezTo>
                  <a:pt x="1104338" y="91014"/>
                  <a:pt x="1108086" y="89851"/>
                  <a:pt x="1111191" y="87524"/>
                </a:cubicBezTo>
                <a:cubicBezTo>
                  <a:pt x="1114296" y="85195"/>
                  <a:pt x="1116757" y="81480"/>
                  <a:pt x="1118576" y="76378"/>
                </a:cubicBezTo>
                <a:moveTo>
                  <a:pt x="1079256" y="57084"/>
                </a:moveTo>
                <a:lnTo>
                  <a:pt x="1118709" y="57084"/>
                </a:lnTo>
                <a:cubicBezTo>
                  <a:pt x="1118176" y="51160"/>
                  <a:pt x="1116668" y="46717"/>
                  <a:pt x="1114185" y="43755"/>
                </a:cubicBezTo>
                <a:cubicBezTo>
                  <a:pt x="1110370" y="39157"/>
                  <a:pt x="1105425" y="36858"/>
                  <a:pt x="1099348" y="36858"/>
                </a:cubicBezTo>
                <a:cubicBezTo>
                  <a:pt x="1093848" y="36858"/>
                  <a:pt x="1089224" y="38693"/>
                  <a:pt x="1085476" y="42364"/>
                </a:cubicBezTo>
                <a:cubicBezTo>
                  <a:pt x="1081729" y="46033"/>
                  <a:pt x="1079655" y="50939"/>
                  <a:pt x="1079256" y="57084"/>
                </a:cubicBezTo>
                <a:close/>
                <a:moveTo>
                  <a:pt x="1145700" y="99264"/>
                </a:moveTo>
                <a:lnTo>
                  <a:pt x="1145700" y="1730"/>
                </a:lnTo>
                <a:lnTo>
                  <a:pt x="1157675" y="1730"/>
                </a:lnTo>
                <a:lnTo>
                  <a:pt x="1157675" y="99264"/>
                </a:lnTo>
                <a:lnTo>
                  <a:pt x="1145700" y="99264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Text TransformerMakes">
            <a:extLst xmlns:a="http://schemas.openxmlformats.org/drawingml/2006/main">
              <a:ext uri="{FF2B5EF4-FFF2-40B4-BE49-F238E27FC236}">
                <a16:creationId xmlns:a16="http://schemas.microsoft.com/office/drawing/2014/main" id="{20ADB8D4-16FE-4F06-987B-58B9CED1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937" y="447742"/>
            <a:ext cx="1167164" cy="100728"/>
          </a:xfrm>
          <a:custGeom xmlns:a="http://schemas.openxmlformats.org/drawingml/2006/main">
            <a:pathLst>
              <a:path w="1167164" h="100728">
                <a:moveTo>
                  <a:pt x="32134" y="99131"/>
                </a:moveTo>
                <a:lnTo>
                  <a:pt x="32134" y="13173"/>
                </a:lnTo>
                <a:lnTo>
                  <a:pt x="0" y="13173"/>
                </a:lnTo>
                <a:lnTo>
                  <a:pt x="0" y="1597"/>
                </a:lnTo>
                <a:lnTo>
                  <a:pt x="77309" y="1597"/>
                </a:lnTo>
                <a:lnTo>
                  <a:pt x="77309" y="13173"/>
                </a:lnTo>
                <a:lnTo>
                  <a:pt x="45042" y="13173"/>
                </a:lnTo>
                <a:lnTo>
                  <a:pt x="45042" y="99131"/>
                </a:lnTo>
                <a:lnTo>
                  <a:pt x="32134" y="99131"/>
                </a:lnTo>
                <a:close/>
                <a:moveTo>
                  <a:pt x="83729" y="99131"/>
                </a:moveTo>
                <a:lnTo>
                  <a:pt x="83729" y="28475"/>
                </a:lnTo>
                <a:lnTo>
                  <a:pt x="94507" y="28475"/>
                </a:lnTo>
                <a:lnTo>
                  <a:pt x="94507" y="39187"/>
                </a:lnTo>
                <a:cubicBezTo>
                  <a:pt x="97257" y="34175"/>
                  <a:pt x="99796" y="30870"/>
                  <a:pt x="102125" y="29274"/>
                </a:cubicBezTo>
                <a:cubicBezTo>
                  <a:pt x="104454" y="27677"/>
                  <a:pt x="107015" y="26879"/>
                  <a:pt x="109809" y="26879"/>
                </a:cubicBezTo>
                <a:cubicBezTo>
                  <a:pt x="113846" y="26879"/>
                  <a:pt x="117948" y="28165"/>
                  <a:pt x="122118" y="30737"/>
                </a:cubicBezTo>
                <a:lnTo>
                  <a:pt x="117993" y="41840"/>
                </a:lnTo>
                <a:cubicBezTo>
                  <a:pt x="115065" y="40115"/>
                  <a:pt x="112138" y="39253"/>
                  <a:pt x="109211" y="39253"/>
                </a:cubicBezTo>
                <a:cubicBezTo>
                  <a:pt x="106594" y="39253"/>
                  <a:pt x="104243" y="40041"/>
                  <a:pt x="102158" y="41615"/>
                </a:cubicBezTo>
                <a:cubicBezTo>
                  <a:pt x="100074" y="43190"/>
                  <a:pt x="98588" y="45374"/>
                  <a:pt x="97701" y="48168"/>
                </a:cubicBezTo>
                <a:cubicBezTo>
                  <a:pt x="96370" y="52426"/>
                  <a:pt x="95705" y="57084"/>
                  <a:pt x="95705" y="62140"/>
                </a:cubicBezTo>
                <a:lnTo>
                  <a:pt x="95705" y="99131"/>
                </a:lnTo>
                <a:lnTo>
                  <a:pt x="83729" y="99131"/>
                </a:lnTo>
                <a:close/>
                <a:moveTo>
                  <a:pt x="175341" y="90216"/>
                </a:moveTo>
                <a:cubicBezTo>
                  <a:pt x="170906" y="94060"/>
                  <a:pt x="166637" y="96773"/>
                  <a:pt x="162534" y="98356"/>
                </a:cubicBezTo>
                <a:cubicBezTo>
                  <a:pt x="158431" y="99937"/>
                  <a:pt x="154029" y="100728"/>
                  <a:pt x="149328" y="100728"/>
                </a:cubicBezTo>
                <a:cubicBezTo>
                  <a:pt x="141566" y="100728"/>
                  <a:pt x="135600" y="98832"/>
                  <a:pt x="131431" y="95040"/>
                </a:cubicBezTo>
                <a:cubicBezTo>
                  <a:pt x="127262" y="91247"/>
                  <a:pt x="125177" y="86402"/>
                  <a:pt x="125177" y="80503"/>
                </a:cubicBezTo>
                <a:cubicBezTo>
                  <a:pt x="125177" y="77043"/>
                  <a:pt x="125964" y="73883"/>
                  <a:pt x="127539" y="71022"/>
                </a:cubicBezTo>
                <a:cubicBezTo>
                  <a:pt x="129113" y="68161"/>
                  <a:pt x="131176" y="65866"/>
                  <a:pt x="133726" y="64136"/>
                </a:cubicBezTo>
                <a:cubicBezTo>
                  <a:pt x="136277" y="62406"/>
                  <a:pt x="139148" y="61098"/>
                  <a:pt x="142342" y="60211"/>
                </a:cubicBezTo>
                <a:cubicBezTo>
                  <a:pt x="144693" y="59590"/>
                  <a:pt x="148241" y="58991"/>
                  <a:pt x="152987" y="58414"/>
                </a:cubicBezTo>
                <a:cubicBezTo>
                  <a:pt x="162656" y="57261"/>
                  <a:pt x="169775" y="55886"/>
                  <a:pt x="174343" y="54289"/>
                </a:cubicBezTo>
                <a:cubicBezTo>
                  <a:pt x="174388" y="52655"/>
                  <a:pt x="174410" y="51617"/>
                  <a:pt x="174410" y="51175"/>
                </a:cubicBezTo>
                <a:cubicBezTo>
                  <a:pt x="174410" y="46314"/>
                  <a:pt x="173279" y="42890"/>
                  <a:pt x="171017" y="40902"/>
                </a:cubicBezTo>
                <a:cubicBezTo>
                  <a:pt x="167956" y="38206"/>
                  <a:pt x="163410" y="36858"/>
                  <a:pt x="157378" y="36858"/>
                </a:cubicBezTo>
                <a:cubicBezTo>
                  <a:pt x="151745" y="36858"/>
                  <a:pt x="147587" y="37845"/>
                  <a:pt x="144903" y="39819"/>
                </a:cubicBezTo>
                <a:cubicBezTo>
                  <a:pt x="142220" y="41793"/>
                  <a:pt x="140235" y="45285"/>
                  <a:pt x="138949" y="50297"/>
                </a:cubicBezTo>
                <a:lnTo>
                  <a:pt x="127239" y="48701"/>
                </a:lnTo>
                <a:cubicBezTo>
                  <a:pt x="128304" y="43673"/>
                  <a:pt x="130056" y="39614"/>
                  <a:pt x="132495" y="36521"/>
                </a:cubicBezTo>
                <a:cubicBezTo>
                  <a:pt x="134935" y="33429"/>
                  <a:pt x="138461" y="31049"/>
                  <a:pt x="143074" y="29382"/>
                </a:cubicBezTo>
                <a:cubicBezTo>
                  <a:pt x="147687" y="27713"/>
                  <a:pt x="153031" y="26879"/>
                  <a:pt x="159108" y="26879"/>
                </a:cubicBezTo>
                <a:cubicBezTo>
                  <a:pt x="165140" y="26879"/>
                  <a:pt x="170041" y="27591"/>
                  <a:pt x="173811" y="29016"/>
                </a:cubicBezTo>
                <a:cubicBezTo>
                  <a:pt x="177581" y="30439"/>
                  <a:pt x="180353" y="32231"/>
                  <a:pt x="182128" y="34390"/>
                </a:cubicBezTo>
                <a:cubicBezTo>
                  <a:pt x="183902" y="36548"/>
                  <a:pt x="185144" y="39275"/>
                  <a:pt x="185853" y="42569"/>
                </a:cubicBezTo>
                <a:cubicBezTo>
                  <a:pt x="186252" y="44617"/>
                  <a:pt x="186452" y="48294"/>
                  <a:pt x="186452" y="53601"/>
                </a:cubicBezTo>
                <a:lnTo>
                  <a:pt x="186452" y="69523"/>
                </a:lnTo>
                <a:cubicBezTo>
                  <a:pt x="186452" y="80624"/>
                  <a:pt x="186707" y="87655"/>
                  <a:pt x="187217" y="90615"/>
                </a:cubicBezTo>
                <a:cubicBezTo>
                  <a:pt x="187727" y="93576"/>
                  <a:pt x="188736" y="96415"/>
                  <a:pt x="190244" y="99131"/>
                </a:cubicBezTo>
                <a:lnTo>
                  <a:pt x="177736" y="99131"/>
                </a:lnTo>
                <a:cubicBezTo>
                  <a:pt x="176495" y="96591"/>
                  <a:pt x="175696" y="93619"/>
                  <a:pt x="175341" y="90216"/>
                </a:cubicBezTo>
                <a:moveTo>
                  <a:pt x="174343" y="63737"/>
                </a:moveTo>
                <a:cubicBezTo>
                  <a:pt x="169997" y="65503"/>
                  <a:pt x="163477" y="67004"/>
                  <a:pt x="154783" y="68240"/>
                </a:cubicBezTo>
                <a:cubicBezTo>
                  <a:pt x="149860" y="68946"/>
                  <a:pt x="146378" y="69740"/>
                  <a:pt x="144338" y="70623"/>
                </a:cubicBezTo>
                <a:cubicBezTo>
                  <a:pt x="142298" y="71506"/>
                  <a:pt x="140723" y="72797"/>
                  <a:pt x="139614" y="74496"/>
                </a:cubicBezTo>
                <a:cubicBezTo>
                  <a:pt x="138505" y="76195"/>
                  <a:pt x="137951" y="78082"/>
                  <a:pt x="137951" y="80157"/>
                </a:cubicBezTo>
                <a:cubicBezTo>
                  <a:pt x="137951" y="83336"/>
                  <a:pt x="139160" y="85984"/>
                  <a:pt x="141577" y="88104"/>
                </a:cubicBezTo>
                <a:cubicBezTo>
                  <a:pt x="143994" y="90222"/>
                  <a:pt x="147531" y="91281"/>
                  <a:pt x="152189" y="91281"/>
                </a:cubicBezTo>
                <a:cubicBezTo>
                  <a:pt x="156801" y="91281"/>
                  <a:pt x="160904" y="90275"/>
                  <a:pt x="164497" y="88264"/>
                </a:cubicBezTo>
                <a:cubicBezTo>
                  <a:pt x="168089" y="86251"/>
                  <a:pt x="170729" y="83502"/>
                  <a:pt x="172414" y="80016"/>
                </a:cubicBezTo>
                <a:cubicBezTo>
                  <a:pt x="173700" y="77326"/>
                  <a:pt x="174343" y="73355"/>
                  <a:pt x="174343" y="68105"/>
                </a:cubicBezTo>
                <a:lnTo>
                  <a:pt x="174343" y="63737"/>
                </a:lnTo>
                <a:close/>
                <a:moveTo>
                  <a:pt x="204994" y="99131"/>
                </a:moveTo>
                <a:lnTo>
                  <a:pt x="204994" y="28475"/>
                </a:lnTo>
                <a:lnTo>
                  <a:pt x="215772" y="28475"/>
                </a:lnTo>
                <a:lnTo>
                  <a:pt x="215772" y="38521"/>
                </a:lnTo>
                <a:cubicBezTo>
                  <a:pt x="220961" y="30760"/>
                  <a:pt x="228457" y="26879"/>
                  <a:pt x="238259" y="26879"/>
                </a:cubicBezTo>
                <a:cubicBezTo>
                  <a:pt x="242517" y="26879"/>
                  <a:pt x="246431" y="27644"/>
                  <a:pt x="250002" y="29174"/>
                </a:cubicBezTo>
                <a:cubicBezTo>
                  <a:pt x="253572" y="30704"/>
                  <a:pt x="256245" y="32711"/>
                  <a:pt x="258019" y="35195"/>
                </a:cubicBezTo>
                <a:cubicBezTo>
                  <a:pt x="259793" y="37679"/>
                  <a:pt x="261035" y="40628"/>
                  <a:pt x="261745" y="44044"/>
                </a:cubicBezTo>
                <a:cubicBezTo>
                  <a:pt x="262188" y="46261"/>
                  <a:pt x="262410" y="50142"/>
                  <a:pt x="262410" y="55686"/>
                </a:cubicBezTo>
                <a:lnTo>
                  <a:pt x="262410" y="99131"/>
                </a:lnTo>
                <a:lnTo>
                  <a:pt x="250434" y="99131"/>
                </a:lnTo>
                <a:lnTo>
                  <a:pt x="250434" y="56152"/>
                </a:lnTo>
                <a:cubicBezTo>
                  <a:pt x="250434" y="51273"/>
                  <a:pt x="249969" y="47625"/>
                  <a:pt x="249037" y="45208"/>
                </a:cubicBezTo>
                <a:cubicBezTo>
                  <a:pt x="248106" y="42791"/>
                  <a:pt x="246454" y="40861"/>
                  <a:pt x="244081" y="39420"/>
                </a:cubicBezTo>
                <a:cubicBezTo>
                  <a:pt x="241708" y="37978"/>
                  <a:pt x="238924" y="37257"/>
                  <a:pt x="235731" y="37257"/>
                </a:cubicBezTo>
                <a:cubicBezTo>
                  <a:pt x="230630" y="37257"/>
                  <a:pt x="226228" y="38876"/>
                  <a:pt x="222525" y="42114"/>
                </a:cubicBezTo>
                <a:cubicBezTo>
                  <a:pt x="218821" y="45352"/>
                  <a:pt x="216969" y="51495"/>
                  <a:pt x="216969" y="60543"/>
                </a:cubicBezTo>
                <a:lnTo>
                  <a:pt x="216969" y="99131"/>
                </a:lnTo>
                <a:lnTo>
                  <a:pt x="204994" y="99131"/>
                </a:lnTo>
                <a:close/>
                <a:moveTo>
                  <a:pt x="275961" y="77974"/>
                </a:moveTo>
                <a:lnTo>
                  <a:pt x="287804" y="76111"/>
                </a:lnTo>
                <a:cubicBezTo>
                  <a:pt x="288469" y="80878"/>
                  <a:pt x="290321" y="84532"/>
                  <a:pt x="293359" y="87072"/>
                </a:cubicBezTo>
                <a:cubicBezTo>
                  <a:pt x="296398" y="89612"/>
                  <a:pt x="300644" y="90881"/>
                  <a:pt x="306100" y="90881"/>
                </a:cubicBezTo>
                <a:cubicBezTo>
                  <a:pt x="311600" y="90881"/>
                  <a:pt x="315680" y="89761"/>
                  <a:pt x="318342" y="87522"/>
                </a:cubicBezTo>
                <a:cubicBezTo>
                  <a:pt x="321003" y="85282"/>
                  <a:pt x="322334" y="82654"/>
                  <a:pt x="322334" y="79638"/>
                </a:cubicBezTo>
                <a:cubicBezTo>
                  <a:pt x="322334" y="76932"/>
                  <a:pt x="321158" y="74803"/>
                  <a:pt x="318807" y="73251"/>
                </a:cubicBezTo>
                <a:cubicBezTo>
                  <a:pt x="317166" y="72186"/>
                  <a:pt x="313086" y="70833"/>
                  <a:pt x="306566" y="69192"/>
                </a:cubicBezTo>
                <a:cubicBezTo>
                  <a:pt x="297784" y="66975"/>
                  <a:pt x="291696" y="65056"/>
                  <a:pt x="288303" y="63437"/>
                </a:cubicBezTo>
                <a:cubicBezTo>
                  <a:pt x="284910" y="61818"/>
                  <a:pt x="282337" y="59579"/>
                  <a:pt x="280585" y="56718"/>
                </a:cubicBezTo>
                <a:cubicBezTo>
                  <a:pt x="278833" y="53857"/>
                  <a:pt x="277957" y="50697"/>
                  <a:pt x="277957" y="47237"/>
                </a:cubicBezTo>
                <a:cubicBezTo>
                  <a:pt x="277957" y="44088"/>
                  <a:pt x="278678" y="41172"/>
                  <a:pt x="280120" y="38488"/>
                </a:cubicBezTo>
                <a:cubicBezTo>
                  <a:pt x="281561" y="35805"/>
                  <a:pt x="283524" y="33576"/>
                  <a:pt x="286008" y="31802"/>
                </a:cubicBezTo>
                <a:cubicBezTo>
                  <a:pt x="287871" y="30427"/>
                  <a:pt x="290410" y="29263"/>
                  <a:pt x="293625" y="28309"/>
                </a:cubicBezTo>
                <a:cubicBezTo>
                  <a:pt x="296841" y="27355"/>
                  <a:pt x="300290" y="26879"/>
                  <a:pt x="303971" y="26879"/>
                </a:cubicBezTo>
                <a:cubicBezTo>
                  <a:pt x="309515" y="26879"/>
                  <a:pt x="314383" y="27677"/>
                  <a:pt x="318575" y="29274"/>
                </a:cubicBezTo>
                <a:cubicBezTo>
                  <a:pt x="322766" y="30870"/>
                  <a:pt x="325860" y="33033"/>
                  <a:pt x="327856" y="35760"/>
                </a:cubicBezTo>
                <a:cubicBezTo>
                  <a:pt x="329852" y="38488"/>
                  <a:pt x="331227" y="42136"/>
                  <a:pt x="331981" y="46705"/>
                </a:cubicBezTo>
                <a:lnTo>
                  <a:pt x="320271" y="48302"/>
                </a:lnTo>
                <a:cubicBezTo>
                  <a:pt x="319739" y="44664"/>
                  <a:pt x="318198" y="41826"/>
                  <a:pt x="315647" y="39786"/>
                </a:cubicBezTo>
                <a:cubicBezTo>
                  <a:pt x="313097" y="37745"/>
                  <a:pt x="309493" y="36725"/>
                  <a:pt x="304836" y="36725"/>
                </a:cubicBezTo>
                <a:cubicBezTo>
                  <a:pt x="299336" y="36725"/>
                  <a:pt x="295411" y="37634"/>
                  <a:pt x="293060" y="39453"/>
                </a:cubicBezTo>
                <a:cubicBezTo>
                  <a:pt x="290709" y="41271"/>
                  <a:pt x="289534" y="43400"/>
                  <a:pt x="289534" y="45840"/>
                </a:cubicBezTo>
                <a:cubicBezTo>
                  <a:pt x="289534" y="47392"/>
                  <a:pt x="290022" y="48789"/>
                  <a:pt x="290997" y="50031"/>
                </a:cubicBezTo>
                <a:cubicBezTo>
                  <a:pt x="291973" y="51318"/>
                  <a:pt x="293503" y="52382"/>
                  <a:pt x="295588" y="53225"/>
                </a:cubicBezTo>
                <a:cubicBezTo>
                  <a:pt x="296786" y="53668"/>
                  <a:pt x="300312" y="54689"/>
                  <a:pt x="306167" y="56285"/>
                </a:cubicBezTo>
                <a:cubicBezTo>
                  <a:pt x="314638" y="58547"/>
                  <a:pt x="320548" y="60399"/>
                  <a:pt x="323897" y="61841"/>
                </a:cubicBezTo>
                <a:cubicBezTo>
                  <a:pt x="327246" y="63282"/>
                  <a:pt x="329874" y="65378"/>
                  <a:pt x="331781" y="68128"/>
                </a:cubicBezTo>
                <a:cubicBezTo>
                  <a:pt x="333688" y="70878"/>
                  <a:pt x="334642" y="74293"/>
                  <a:pt x="334642" y="78374"/>
                </a:cubicBezTo>
                <a:cubicBezTo>
                  <a:pt x="334642" y="82365"/>
                  <a:pt x="333478" y="86124"/>
                  <a:pt x="331149" y="89651"/>
                </a:cubicBezTo>
                <a:cubicBezTo>
                  <a:pt x="328820" y="93177"/>
                  <a:pt x="325461" y="95904"/>
                  <a:pt x="321070" y="97834"/>
                </a:cubicBezTo>
                <a:cubicBezTo>
                  <a:pt x="316678" y="99763"/>
                  <a:pt x="311711" y="100728"/>
                  <a:pt x="306167" y="100728"/>
                </a:cubicBezTo>
                <a:cubicBezTo>
                  <a:pt x="296985" y="100728"/>
                  <a:pt x="289988" y="98815"/>
                  <a:pt x="285176" y="94990"/>
                </a:cubicBezTo>
                <a:cubicBezTo>
                  <a:pt x="280364" y="91164"/>
                  <a:pt x="277292" y="85492"/>
                  <a:pt x="275961" y="77974"/>
                </a:cubicBezTo>
                <a:close/>
                <a:moveTo>
                  <a:pt x="351740" y="99131"/>
                </a:moveTo>
                <a:lnTo>
                  <a:pt x="351740" y="37790"/>
                </a:lnTo>
                <a:lnTo>
                  <a:pt x="341162" y="37790"/>
                </a:lnTo>
                <a:lnTo>
                  <a:pt x="341162" y="28475"/>
                </a:lnTo>
                <a:lnTo>
                  <a:pt x="351740" y="28475"/>
                </a:lnTo>
                <a:lnTo>
                  <a:pt x="351740" y="20974"/>
                </a:lnTo>
                <a:cubicBezTo>
                  <a:pt x="351740" y="16239"/>
                  <a:pt x="352162" y="12721"/>
                  <a:pt x="353005" y="10420"/>
                </a:cubicBezTo>
                <a:cubicBezTo>
                  <a:pt x="354158" y="7324"/>
                  <a:pt x="356187" y="4813"/>
                  <a:pt x="359092" y="2888"/>
                </a:cubicBezTo>
                <a:cubicBezTo>
                  <a:pt x="361997" y="963"/>
                  <a:pt x="366067" y="0"/>
                  <a:pt x="371301" y="0"/>
                </a:cubicBezTo>
                <a:cubicBezTo>
                  <a:pt x="374672" y="0"/>
                  <a:pt x="378397" y="401"/>
                  <a:pt x="382478" y="1204"/>
                </a:cubicBezTo>
                <a:lnTo>
                  <a:pt x="380681" y="11705"/>
                </a:lnTo>
                <a:cubicBezTo>
                  <a:pt x="378198" y="11265"/>
                  <a:pt x="375847" y="11044"/>
                  <a:pt x="373629" y="11044"/>
                </a:cubicBezTo>
                <a:cubicBezTo>
                  <a:pt x="369992" y="11044"/>
                  <a:pt x="367420" y="11815"/>
                  <a:pt x="365912" y="13356"/>
                </a:cubicBezTo>
                <a:cubicBezTo>
                  <a:pt x="364404" y="14896"/>
                  <a:pt x="363650" y="17779"/>
                  <a:pt x="363650" y="22005"/>
                </a:cubicBezTo>
                <a:lnTo>
                  <a:pt x="363650" y="28475"/>
                </a:lnTo>
                <a:lnTo>
                  <a:pt x="377421" y="28475"/>
                </a:lnTo>
                <a:lnTo>
                  <a:pt x="377421" y="37790"/>
                </a:lnTo>
                <a:lnTo>
                  <a:pt x="363650" y="37790"/>
                </a:lnTo>
                <a:lnTo>
                  <a:pt x="363650" y="99131"/>
                </a:lnTo>
                <a:lnTo>
                  <a:pt x="351740" y="99131"/>
                </a:lnTo>
                <a:close/>
                <a:moveTo>
                  <a:pt x="382165" y="63803"/>
                </a:moveTo>
                <a:cubicBezTo>
                  <a:pt x="382165" y="50719"/>
                  <a:pt x="385802" y="41027"/>
                  <a:pt x="393076" y="34729"/>
                </a:cubicBezTo>
                <a:cubicBezTo>
                  <a:pt x="399152" y="29495"/>
                  <a:pt x="406559" y="26879"/>
                  <a:pt x="415297" y="26879"/>
                </a:cubicBezTo>
                <a:cubicBezTo>
                  <a:pt x="425010" y="26879"/>
                  <a:pt x="432950" y="30061"/>
                  <a:pt x="439115" y="36426"/>
                </a:cubicBezTo>
                <a:cubicBezTo>
                  <a:pt x="445280" y="42791"/>
                  <a:pt x="448363" y="51584"/>
                  <a:pt x="448363" y="62805"/>
                </a:cubicBezTo>
                <a:cubicBezTo>
                  <a:pt x="448363" y="71898"/>
                  <a:pt x="446999" y="79050"/>
                  <a:pt x="444271" y="84262"/>
                </a:cubicBezTo>
                <a:cubicBezTo>
                  <a:pt x="441543" y="89473"/>
                  <a:pt x="437574" y="93520"/>
                  <a:pt x="432362" y="96403"/>
                </a:cubicBezTo>
                <a:cubicBezTo>
                  <a:pt x="427151" y="99286"/>
                  <a:pt x="421462" y="100728"/>
                  <a:pt x="415297" y="100728"/>
                </a:cubicBezTo>
                <a:cubicBezTo>
                  <a:pt x="405406" y="100728"/>
                  <a:pt x="397411" y="97557"/>
                  <a:pt x="391313" y="91214"/>
                </a:cubicBezTo>
                <a:cubicBezTo>
                  <a:pt x="385214" y="84871"/>
                  <a:pt x="382165" y="75734"/>
                  <a:pt x="382165" y="63803"/>
                </a:cubicBezTo>
                <a:moveTo>
                  <a:pt x="394473" y="63837"/>
                </a:moveTo>
                <a:cubicBezTo>
                  <a:pt x="394473" y="72874"/>
                  <a:pt x="396446" y="79640"/>
                  <a:pt x="400394" y="84137"/>
                </a:cubicBezTo>
                <a:cubicBezTo>
                  <a:pt x="404342" y="88633"/>
                  <a:pt x="409309" y="90881"/>
                  <a:pt x="415297" y="90881"/>
                </a:cubicBezTo>
                <a:cubicBezTo>
                  <a:pt x="421240" y="90881"/>
                  <a:pt x="426186" y="88622"/>
                  <a:pt x="430133" y="84104"/>
                </a:cubicBezTo>
                <a:cubicBezTo>
                  <a:pt x="434081" y="79585"/>
                  <a:pt x="436055" y="72696"/>
                  <a:pt x="436055" y="63437"/>
                </a:cubicBezTo>
                <a:cubicBezTo>
                  <a:pt x="436055" y="54711"/>
                  <a:pt x="434070" y="48099"/>
                  <a:pt x="430100" y="43603"/>
                </a:cubicBezTo>
                <a:cubicBezTo>
                  <a:pt x="426130" y="39106"/>
                  <a:pt x="421196" y="36858"/>
                  <a:pt x="415297" y="36858"/>
                </a:cubicBezTo>
                <a:cubicBezTo>
                  <a:pt x="409309" y="36858"/>
                  <a:pt x="404342" y="39095"/>
                  <a:pt x="400394" y="43570"/>
                </a:cubicBezTo>
                <a:cubicBezTo>
                  <a:pt x="396446" y="48044"/>
                  <a:pt x="394473" y="54799"/>
                  <a:pt x="394473" y="63837"/>
                </a:cubicBezTo>
                <a:close/>
                <a:moveTo>
                  <a:pt x="462247" y="99131"/>
                </a:moveTo>
                <a:lnTo>
                  <a:pt x="462247" y="28475"/>
                </a:lnTo>
                <a:lnTo>
                  <a:pt x="473025" y="28475"/>
                </a:lnTo>
                <a:lnTo>
                  <a:pt x="473025" y="39187"/>
                </a:lnTo>
                <a:cubicBezTo>
                  <a:pt x="475775" y="34175"/>
                  <a:pt x="478314" y="30870"/>
                  <a:pt x="480643" y="29274"/>
                </a:cubicBezTo>
                <a:cubicBezTo>
                  <a:pt x="482971" y="27677"/>
                  <a:pt x="485533" y="26879"/>
                  <a:pt x="488327" y="26879"/>
                </a:cubicBezTo>
                <a:cubicBezTo>
                  <a:pt x="492363" y="26879"/>
                  <a:pt x="496466" y="28165"/>
                  <a:pt x="500635" y="30737"/>
                </a:cubicBezTo>
                <a:lnTo>
                  <a:pt x="496511" y="41840"/>
                </a:lnTo>
                <a:cubicBezTo>
                  <a:pt x="493583" y="40115"/>
                  <a:pt x="490656" y="39253"/>
                  <a:pt x="487728" y="39253"/>
                </a:cubicBezTo>
                <a:cubicBezTo>
                  <a:pt x="485112" y="39253"/>
                  <a:pt x="482761" y="40041"/>
                  <a:pt x="480676" y="41615"/>
                </a:cubicBezTo>
                <a:cubicBezTo>
                  <a:pt x="478592" y="43190"/>
                  <a:pt x="477106" y="45374"/>
                  <a:pt x="476219" y="48168"/>
                </a:cubicBezTo>
                <a:cubicBezTo>
                  <a:pt x="474888" y="52426"/>
                  <a:pt x="474223" y="57084"/>
                  <a:pt x="474223" y="62140"/>
                </a:cubicBezTo>
                <a:lnTo>
                  <a:pt x="474223" y="99131"/>
                </a:lnTo>
                <a:lnTo>
                  <a:pt x="462247" y="99131"/>
                </a:lnTo>
                <a:close/>
                <a:moveTo>
                  <a:pt x="507754" y="99131"/>
                </a:moveTo>
                <a:lnTo>
                  <a:pt x="507754" y="28475"/>
                </a:lnTo>
                <a:lnTo>
                  <a:pt x="518465" y="28475"/>
                </a:lnTo>
                <a:lnTo>
                  <a:pt x="518465" y="38388"/>
                </a:lnTo>
                <a:cubicBezTo>
                  <a:pt x="520683" y="34929"/>
                  <a:pt x="523632" y="32146"/>
                  <a:pt x="527314" y="30039"/>
                </a:cubicBezTo>
                <a:cubicBezTo>
                  <a:pt x="530995" y="27932"/>
                  <a:pt x="535186" y="26879"/>
                  <a:pt x="539888" y="26879"/>
                </a:cubicBezTo>
                <a:cubicBezTo>
                  <a:pt x="545122" y="26879"/>
                  <a:pt x="549413" y="27965"/>
                  <a:pt x="552762" y="30139"/>
                </a:cubicBezTo>
                <a:cubicBezTo>
                  <a:pt x="556110" y="32312"/>
                  <a:pt x="558472" y="35350"/>
                  <a:pt x="559847" y="39253"/>
                </a:cubicBezTo>
                <a:cubicBezTo>
                  <a:pt x="565436" y="31003"/>
                  <a:pt x="572710" y="26879"/>
                  <a:pt x="581669" y="26879"/>
                </a:cubicBezTo>
                <a:cubicBezTo>
                  <a:pt x="588677" y="26879"/>
                  <a:pt x="594066" y="28819"/>
                  <a:pt x="597837" y="32700"/>
                </a:cubicBezTo>
                <a:cubicBezTo>
                  <a:pt x="601607" y="36581"/>
                  <a:pt x="603492" y="42558"/>
                  <a:pt x="603492" y="50630"/>
                </a:cubicBezTo>
                <a:lnTo>
                  <a:pt x="603492" y="99131"/>
                </a:lnTo>
                <a:lnTo>
                  <a:pt x="591583" y="99131"/>
                </a:lnTo>
                <a:lnTo>
                  <a:pt x="591583" y="54622"/>
                </a:lnTo>
                <a:cubicBezTo>
                  <a:pt x="591583" y="49832"/>
                  <a:pt x="591195" y="46383"/>
                  <a:pt x="590418" y="44276"/>
                </a:cubicBezTo>
                <a:cubicBezTo>
                  <a:pt x="589642" y="42170"/>
                  <a:pt x="588234" y="40473"/>
                  <a:pt x="586194" y="39187"/>
                </a:cubicBezTo>
                <a:cubicBezTo>
                  <a:pt x="584153" y="37901"/>
                  <a:pt x="581758" y="37257"/>
                  <a:pt x="579008" y="37257"/>
                </a:cubicBezTo>
                <a:cubicBezTo>
                  <a:pt x="574041" y="37257"/>
                  <a:pt x="569916" y="38910"/>
                  <a:pt x="566633" y="42214"/>
                </a:cubicBezTo>
                <a:cubicBezTo>
                  <a:pt x="563351" y="45518"/>
                  <a:pt x="561710" y="50808"/>
                  <a:pt x="561710" y="58082"/>
                </a:cubicBezTo>
                <a:lnTo>
                  <a:pt x="561710" y="99131"/>
                </a:lnTo>
                <a:lnTo>
                  <a:pt x="549735" y="99131"/>
                </a:lnTo>
                <a:lnTo>
                  <a:pt x="549735" y="53225"/>
                </a:lnTo>
                <a:cubicBezTo>
                  <a:pt x="549735" y="47902"/>
                  <a:pt x="548759" y="43910"/>
                  <a:pt x="546807" y="41249"/>
                </a:cubicBezTo>
                <a:cubicBezTo>
                  <a:pt x="544856" y="38588"/>
                  <a:pt x="541662" y="37257"/>
                  <a:pt x="537227" y="37257"/>
                </a:cubicBezTo>
                <a:cubicBezTo>
                  <a:pt x="533856" y="37257"/>
                  <a:pt x="530740" y="38144"/>
                  <a:pt x="527879" y="39919"/>
                </a:cubicBezTo>
                <a:cubicBezTo>
                  <a:pt x="525018" y="41693"/>
                  <a:pt x="522945" y="44287"/>
                  <a:pt x="521658" y="47703"/>
                </a:cubicBezTo>
                <a:cubicBezTo>
                  <a:pt x="520372" y="51118"/>
                  <a:pt x="519729" y="56041"/>
                  <a:pt x="519729" y="62473"/>
                </a:cubicBezTo>
                <a:lnTo>
                  <a:pt x="519729" y="99131"/>
                </a:lnTo>
                <a:lnTo>
                  <a:pt x="507754" y="99131"/>
                </a:lnTo>
                <a:close/>
                <a:moveTo>
                  <a:pt x="669623" y="76245"/>
                </a:moveTo>
                <a:lnTo>
                  <a:pt x="681998" y="77841"/>
                </a:lnTo>
                <a:cubicBezTo>
                  <a:pt x="680046" y="85092"/>
                  <a:pt x="676431" y="90719"/>
                  <a:pt x="671153" y="94724"/>
                </a:cubicBezTo>
                <a:cubicBezTo>
                  <a:pt x="665875" y="98727"/>
                  <a:pt x="659133" y="100728"/>
                  <a:pt x="650928" y="100728"/>
                </a:cubicBezTo>
                <a:cubicBezTo>
                  <a:pt x="640593" y="100728"/>
                  <a:pt x="632399" y="97546"/>
                  <a:pt x="626344" y="91181"/>
                </a:cubicBezTo>
                <a:cubicBezTo>
                  <a:pt x="620290" y="84816"/>
                  <a:pt x="617263" y="75890"/>
                  <a:pt x="617263" y="64402"/>
                </a:cubicBezTo>
                <a:cubicBezTo>
                  <a:pt x="617263" y="52515"/>
                  <a:pt x="620323" y="43290"/>
                  <a:pt x="626444" y="36725"/>
                </a:cubicBezTo>
                <a:cubicBezTo>
                  <a:pt x="632565" y="30161"/>
                  <a:pt x="640504" y="26879"/>
                  <a:pt x="650262" y="26879"/>
                </a:cubicBezTo>
                <a:cubicBezTo>
                  <a:pt x="659710" y="26879"/>
                  <a:pt x="667427" y="30089"/>
                  <a:pt x="673415" y="36511"/>
                </a:cubicBezTo>
                <a:cubicBezTo>
                  <a:pt x="679403" y="42931"/>
                  <a:pt x="682397" y="51964"/>
                  <a:pt x="682397" y="63610"/>
                </a:cubicBezTo>
                <a:cubicBezTo>
                  <a:pt x="682397" y="64318"/>
                  <a:pt x="682375" y="65381"/>
                  <a:pt x="682330" y="66797"/>
                </a:cubicBezTo>
                <a:lnTo>
                  <a:pt x="629638" y="66797"/>
                </a:lnTo>
                <a:cubicBezTo>
                  <a:pt x="630081" y="74581"/>
                  <a:pt x="632277" y="80541"/>
                  <a:pt x="636224" y="84677"/>
                </a:cubicBezTo>
                <a:cubicBezTo>
                  <a:pt x="640172" y="88813"/>
                  <a:pt x="645095" y="90881"/>
                  <a:pt x="650994" y="90881"/>
                </a:cubicBezTo>
                <a:cubicBezTo>
                  <a:pt x="655385" y="90881"/>
                  <a:pt x="659133" y="89718"/>
                  <a:pt x="662238" y="87391"/>
                </a:cubicBezTo>
                <a:cubicBezTo>
                  <a:pt x="665343" y="85062"/>
                  <a:pt x="667804" y="81347"/>
                  <a:pt x="669623" y="76245"/>
                </a:cubicBezTo>
                <a:moveTo>
                  <a:pt x="630303" y="56951"/>
                </a:moveTo>
                <a:lnTo>
                  <a:pt x="669756" y="56951"/>
                </a:lnTo>
                <a:cubicBezTo>
                  <a:pt x="669224" y="51027"/>
                  <a:pt x="667716" y="46584"/>
                  <a:pt x="665232" y="43621"/>
                </a:cubicBezTo>
                <a:cubicBezTo>
                  <a:pt x="661417" y="39024"/>
                  <a:pt x="656472" y="36725"/>
                  <a:pt x="650395" y="36725"/>
                </a:cubicBezTo>
                <a:cubicBezTo>
                  <a:pt x="644896" y="36725"/>
                  <a:pt x="640272" y="38560"/>
                  <a:pt x="636524" y="42231"/>
                </a:cubicBezTo>
                <a:cubicBezTo>
                  <a:pt x="632776" y="45899"/>
                  <a:pt x="630702" y="50806"/>
                  <a:pt x="630303" y="56951"/>
                </a:cubicBezTo>
                <a:close/>
                <a:moveTo>
                  <a:pt x="696880" y="99131"/>
                </a:moveTo>
                <a:lnTo>
                  <a:pt x="696880" y="28475"/>
                </a:lnTo>
                <a:lnTo>
                  <a:pt x="707658" y="28475"/>
                </a:lnTo>
                <a:lnTo>
                  <a:pt x="707658" y="39187"/>
                </a:lnTo>
                <a:cubicBezTo>
                  <a:pt x="710408" y="34175"/>
                  <a:pt x="712947" y="30870"/>
                  <a:pt x="715275" y="29274"/>
                </a:cubicBezTo>
                <a:cubicBezTo>
                  <a:pt x="717604" y="27677"/>
                  <a:pt x="720165" y="26879"/>
                  <a:pt x="722960" y="26879"/>
                </a:cubicBezTo>
                <a:cubicBezTo>
                  <a:pt x="726996" y="26879"/>
                  <a:pt x="731099" y="28165"/>
                  <a:pt x="735268" y="30737"/>
                </a:cubicBezTo>
                <a:lnTo>
                  <a:pt x="731143" y="41840"/>
                </a:lnTo>
                <a:cubicBezTo>
                  <a:pt x="728216" y="40115"/>
                  <a:pt x="725288" y="39253"/>
                  <a:pt x="722361" y="39253"/>
                </a:cubicBezTo>
                <a:cubicBezTo>
                  <a:pt x="719744" y="39253"/>
                  <a:pt x="717393" y="40041"/>
                  <a:pt x="715309" y="41615"/>
                </a:cubicBezTo>
                <a:cubicBezTo>
                  <a:pt x="713224" y="43190"/>
                  <a:pt x="711738" y="45374"/>
                  <a:pt x="710851" y="48168"/>
                </a:cubicBezTo>
                <a:cubicBezTo>
                  <a:pt x="709520" y="52426"/>
                  <a:pt x="708855" y="57084"/>
                  <a:pt x="708855" y="62140"/>
                </a:cubicBezTo>
                <a:lnTo>
                  <a:pt x="708855" y="99131"/>
                </a:lnTo>
                <a:lnTo>
                  <a:pt x="696880" y="99131"/>
                </a:lnTo>
                <a:close/>
                <a:moveTo>
                  <a:pt x="781259" y="99131"/>
                </a:moveTo>
                <a:lnTo>
                  <a:pt x="781259" y="1597"/>
                </a:lnTo>
                <a:lnTo>
                  <a:pt x="800686" y="1597"/>
                </a:lnTo>
                <a:lnTo>
                  <a:pt x="823773" y="70656"/>
                </a:lnTo>
                <a:cubicBezTo>
                  <a:pt x="825902" y="77087"/>
                  <a:pt x="827454" y="81900"/>
                  <a:pt x="828430" y="85093"/>
                </a:cubicBezTo>
                <a:cubicBezTo>
                  <a:pt x="829539" y="81545"/>
                  <a:pt x="831269" y="76333"/>
                  <a:pt x="833619" y="69458"/>
                </a:cubicBezTo>
                <a:lnTo>
                  <a:pt x="856972" y="1597"/>
                </a:lnTo>
                <a:lnTo>
                  <a:pt x="874336" y="1597"/>
                </a:lnTo>
                <a:lnTo>
                  <a:pt x="874336" y="99131"/>
                </a:lnTo>
                <a:lnTo>
                  <a:pt x="861895" y="99131"/>
                </a:lnTo>
                <a:lnTo>
                  <a:pt x="861895" y="17564"/>
                </a:lnTo>
                <a:lnTo>
                  <a:pt x="833553" y="99131"/>
                </a:lnTo>
                <a:lnTo>
                  <a:pt x="821910" y="99131"/>
                </a:lnTo>
                <a:lnTo>
                  <a:pt x="793701" y="16101"/>
                </a:lnTo>
                <a:lnTo>
                  <a:pt x="793701" y="99131"/>
                </a:lnTo>
                <a:lnTo>
                  <a:pt x="781259" y="99131"/>
                </a:lnTo>
                <a:close/>
                <a:moveTo>
                  <a:pt x="939735" y="90216"/>
                </a:moveTo>
                <a:cubicBezTo>
                  <a:pt x="935300" y="94060"/>
                  <a:pt x="931031" y="96773"/>
                  <a:pt x="926928" y="98356"/>
                </a:cubicBezTo>
                <a:cubicBezTo>
                  <a:pt x="922825" y="99937"/>
                  <a:pt x="918423" y="100728"/>
                  <a:pt x="913722" y="100728"/>
                </a:cubicBezTo>
                <a:cubicBezTo>
                  <a:pt x="905960" y="100728"/>
                  <a:pt x="899994" y="98832"/>
                  <a:pt x="895825" y="95040"/>
                </a:cubicBezTo>
                <a:cubicBezTo>
                  <a:pt x="891656" y="91247"/>
                  <a:pt x="889571" y="86402"/>
                  <a:pt x="889571" y="80503"/>
                </a:cubicBezTo>
                <a:cubicBezTo>
                  <a:pt x="889571" y="77043"/>
                  <a:pt x="890358" y="73883"/>
                  <a:pt x="891933" y="71022"/>
                </a:cubicBezTo>
                <a:cubicBezTo>
                  <a:pt x="893507" y="68161"/>
                  <a:pt x="895570" y="65866"/>
                  <a:pt x="898120" y="64136"/>
                </a:cubicBezTo>
                <a:cubicBezTo>
                  <a:pt x="900671" y="62406"/>
                  <a:pt x="903543" y="61098"/>
                  <a:pt x="906736" y="60211"/>
                </a:cubicBezTo>
                <a:cubicBezTo>
                  <a:pt x="909087" y="59590"/>
                  <a:pt x="912635" y="58991"/>
                  <a:pt x="917381" y="58414"/>
                </a:cubicBezTo>
                <a:cubicBezTo>
                  <a:pt x="927050" y="57261"/>
                  <a:pt x="934169" y="55886"/>
                  <a:pt x="938737" y="54289"/>
                </a:cubicBezTo>
                <a:cubicBezTo>
                  <a:pt x="938782" y="52655"/>
                  <a:pt x="938804" y="51617"/>
                  <a:pt x="938804" y="51175"/>
                </a:cubicBezTo>
                <a:cubicBezTo>
                  <a:pt x="938804" y="46314"/>
                  <a:pt x="937673" y="42890"/>
                  <a:pt x="935411" y="40902"/>
                </a:cubicBezTo>
                <a:cubicBezTo>
                  <a:pt x="932351" y="38206"/>
                  <a:pt x="927804" y="36858"/>
                  <a:pt x="921772" y="36858"/>
                </a:cubicBezTo>
                <a:cubicBezTo>
                  <a:pt x="916139" y="36858"/>
                  <a:pt x="911981" y="37845"/>
                  <a:pt x="909298" y="39819"/>
                </a:cubicBezTo>
                <a:cubicBezTo>
                  <a:pt x="906614" y="41793"/>
                  <a:pt x="904629" y="45285"/>
                  <a:pt x="903343" y="50297"/>
                </a:cubicBezTo>
                <a:lnTo>
                  <a:pt x="891634" y="48701"/>
                </a:lnTo>
                <a:cubicBezTo>
                  <a:pt x="892698" y="43673"/>
                  <a:pt x="894450" y="39614"/>
                  <a:pt x="896889" y="36521"/>
                </a:cubicBezTo>
                <a:cubicBezTo>
                  <a:pt x="899329" y="33429"/>
                  <a:pt x="902855" y="31049"/>
                  <a:pt x="907468" y="29382"/>
                </a:cubicBezTo>
                <a:cubicBezTo>
                  <a:pt x="912081" y="27713"/>
                  <a:pt x="917425" y="26879"/>
                  <a:pt x="923502" y="26879"/>
                </a:cubicBezTo>
                <a:cubicBezTo>
                  <a:pt x="929534" y="26879"/>
                  <a:pt x="934435" y="27591"/>
                  <a:pt x="938205" y="29016"/>
                </a:cubicBezTo>
                <a:cubicBezTo>
                  <a:pt x="941975" y="30439"/>
                  <a:pt x="944747" y="32231"/>
                  <a:pt x="946522" y="34390"/>
                </a:cubicBezTo>
                <a:cubicBezTo>
                  <a:pt x="948296" y="36548"/>
                  <a:pt x="949538" y="39275"/>
                  <a:pt x="950247" y="42569"/>
                </a:cubicBezTo>
                <a:cubicBezTo>
                  <a:pt x="950647" y="44617"/>
                  <a:pt x="950846" y="48294"/>
                  <a:pt x="950846" y="53601"/>
                </a:cubicBezTo>
                <a:lnTo>
                  <a:pt x="950846" y="69523"/>
                </a:lnTo>
                <a:cubicBezTo>
                  <a:pt x="950846" y="80624"/>
                  <a:pt x="951101" y="87655"/>
                  <a:pt x="951611" y="90615"/>
                </a:cubicBezTo>
                <a:cubicBezTo>
                  <a:pt x="952121" y="93576"/>
                  <a:pt x="953130" y="96415"/>
                  <a:pt x="954638" y="99131"/>
                </a:cubicBezTo>
                <a:lnTo>
                  <a:pt x="942131" y="99131"/>
                </a:lnTo>
                <a:cubicBezTo>
                  <a:pt x="940889" y="96591"/>
                  <a:pt x="940090" y="93619"/>
                  <a:pt x="939735" y="90216"/>
                </a:cubicBezTo>
                <a:moveTo>
                  <a:pt x="938737" y="63737"/>
                </a:moveTo>
                <a:cubicBezTo>
                  <a:pt x="934391" y="65503"/>
                  <a:pt x="927871" y="67004"/>
                  <a:pt x="919177" y="68240"/>
                </a:cubicBezTo>
                <a:cubicBezTo>
                  <a:pt x="914254" y="68946"/>
                  <a:pt x="910772" y="69740"/>
                  <a:pt x="908732" y="70623"/>
                </a:cubicBezTo>
                <a:cubicBezTo>
                  <a:pt x="906692" y="71506"/>
                  <a:pt x="905117" y="72797"/>
                  <a:pt x="904008" y="74496"/>
                </a:cubicBezTo>
                <a:cubicBezTo>
                  <a:pt x="902899" y="76195"/>
                  <a:pt x="902345" y="78082"/>
                  <a:pt x="902345" y="80157"/>
                </a:cubicBezTo>
                <a:cubicBezTo>
                  <a:pt x="902345" y="83336"/>
                  <a:pt x="903554" y="85984"/>
                  <a:pt x="905971" y="88104"/>
                </a:cubicBezTo>
                <a:cubicBezTo>
                  <a:pt x="908388" y="90222"/>
                  <a:pt x="911925" y="91281"/>
                  <a:pt x="916583" y="91281"/>
                </a:cubicBezTo>
                <a:cubicBezTo>
                  <a:pt x="921195" y="91281"/>
                  <a:pt x="925298" y="90275"/>
                  <a:pt x="928891" y="88264"/>
                </a:cubicBezTo>
                <a:cubicBezTo>
                  <a:pt x="932484" y="86251"/>
                  <a:pt x="935123" y="83502"/>
                  <a:pt x="936808" y="80016"/>
                </a:cubicBezTo>
                <a:cubicBezTo>
                  <a:pt x="938094" y="77326"/>
                  <a:pt x="938737" y="73355"/>
                  <a:pt x="938737" y="68105"/>
                </a:cubicBezTo>
                <a:lnTo>
                  <a:pt x="938737" y="63737"/>
                </a:lnTo>
                <a:close/>
                <a:moveTo>
                  <a:pt x="969454" y="99131"/>
                </a:moveTo>
                <a:lnTo>
                  <a:pt x="969454" y="1597"/>
                </a:lnTo>
                <a:lnTo>
                  <a:pt x="981430" y="1597"/>
                </a:lnTo>
                <a:lnTo>
                  <a:pt x="981430" y="57156"/>
                </a:lnTo>
                <a:lnTo>
                  <a:pt x="1009772" y="28475"/>
                </a:lnTo>
                <a:lnTo>
                  <a:pt x="1025274" y="28475"/>
                </a:lnTo>
                <a:lnTo>
                  <a:pt x="998262" y="54726"/>
                </a:lnTo>
                <a:lnTo>
                  <a:pt x="1028002" y="99131"/>
                </a:lnTo>
                <a:lnTo>
                  <a:pt x="1013232" y="99131"/>
                </a:lnTo>
                <a:lnTo>
                  <a:pt x="989879" y="62945"/>
                </a:lnTo>
                <a:lnTo>
                  <a:pt x="981430" y="71122"/>
                </a:lnTo>
                <a:lnTo>
                  <a:pt x="981430" y="99131"/>
                </a:lnTo>
                <a:lnTo>
                  <a:pt x="969454" y="99131"/>
                </a:lnTo>
                <a:close/>
                <a:moveTo>
                  <a:pt x="1085883" y="76245"/>
                </a:moveTo>
                <a:lnTo>
                  <a:pt x="1098258" y="77841"/>
                </a:lnTo>
                <a:cubicBezTo>
                  <a:pt x="1096306" y="85092"/>
                  <a:pt x="1092691" y="90719"/>
                  <a:pt x="1087413" y="94724"/>
                </a:cubicBezTo>
                <a:cubicBezTo>
                  <a:pt x="1082135" y="98727"/>
                  <a:pt x="1075393" y="100728"/>
                  <a:pt x="1067188" y="100728"/>
                </a:cubicBezTo>
                <a:cubicBezTo>
                  <a:pt x="1056853" y="100728"/>
                  <a:pt x="1048659" y="97546"/>
                  <a:pt x="1042604" y="91181"/>
                </a:cubicBezTo>
                <a:cubicBezTo>
                  <a:pt x="1036550" y="84816"/>
                  <a:pt x="1033523" y="75890"/>
                  <a:pt x="1033523" y="64402"/>
                </a:cubicBezTo>
                <a:cubicBezTo>
                  <a:pt x="1033523" y="52515"/>
                  <a:pt x="1036583" y="43290"/>
                  <a:pt x="1042704" y="36725"/>
                </a:cubicBezTo>
                <a:cubicBezTo>
                  <a:pt x="1048825" y="30161"/>
                  <a:pt x="1056765" y="26879"/>
                  <a:pt x="1066522" y="26879"/>
                </a:cubicBezTo>
                <a:cubicBezTo>
                  <a:pt x="1075970" y="26879"/>
                  <a:pt x="1083687" y="30089"/>
                  <a:pt x="1089675" y="36511"/>
                </a:cubicBezTo>
                <a:cubicBezTo>
                  <a:pt x="1095663" y="42931"/>
                  <a:pt x="1098657" y="51964"/>
                  <a:pt x="1098657" y="63610"/>
                </a:cubicBezTo>
                <a:cubicBezTo>
                  <a:pt x="1098657" y="64318"/>
                  <a:pt x="1098635" y="65381"/>
                  <a:pt x="1098590" y="66797"/>
                </a:cubicBezTo>
                <a:lnTo>
                  <a:pt x="1045898" y="66797"/>
                </a:lnTo>
                <a:cubicBezTo>
                  <a:pt x="1046341" y="74581"/>
                  <a:pt x="1048537" y="80541"/>
                  <a:pt x="1052484" y="84677"/>
                </a:cubicBezTo>
                <a:cubicBezTo>
                  <a:pt x="1056432" y="88813"/>
                  <a:pt x="1061355" y="90881"/>
                  <a:pt x="1067254" y="90881"/>
                </a:cubicBezTo>
                <a:cubicBezTo>
                  <a:pt x="1071645" y="90881"/>
                  <a:pt x="1075393" y="89718"/>
                  <a:pt x="1078498" y="87391"/>
                </a:cubicBezTo>
                <a:cubicBezTo>
                  <a:pt x="1081603" y="85062"/>
                  <a:pt x="1084064" y="81347"/>
                  <a:pt x="1085883" y="76245"/>
                </a:cubicBezTo>
                <a:moveTo>
                  <a:pt x="1046563" y="56951"/>
                </a:moveTo>
                <a:lnTo>
                  <a:pt x="1086016" y="56951"/>
                </a:lnTo>
                <a:cubicBezTo>
                  <a:pt x="1085484" y="51027"/>
                  <a:pt x="1083976" y="46584"/>
                  <a:pt x="1081492" y="43621"/>
                </a:cubicBezTo>
                <a:cubicBezTo>
                  <a:pt x="1077677" y="39024"/>
                  <a:pt x="1072732" y="36725"/>
                  <a:pt x="1066655" y="36725"/>
                </a:cubicBezTo>
                <a:cubicBezTo>
                  <a:pt x="1061156" y="36725"/>
                  <a:pt x="1056532" y="38560"/>
                  <a:pt x="1052784" y="42231"/>
                </a:cubicBezTo>
                <a:cubicBezTo>
                  <a:pt x="1049036" y="45899"/>
                  <a:pt x="1046962" y="50806"/>
                  <a:pt x="1046563" y="56951"/>
                </a:cubicBezTo>
                <a:close/>
                <a:moveTo>
                  <a:pt x="1108483" y="77974"/>
                </a:moveTo>
                <a:lnTo>
                  <a:pt x="1120326" y="76111"/>
                </a:lnTo>
                <a:cubicBezTo>
                  <a:pt x="1120991" y="80878"/>
                  <a:pt x="1122843" y="84532"/>
                  <a:pt x="1125881" y="87072"/>
                </a:cubicBezTo>
                <a:cubicBezTo>
                  <a:pt x="1128919" y="89612"/>
                  <a:pt x="1133166" y="90881"/>
                  <a:pt x="1138622" y="90881"/>
                </a:cubicBezTo>
                <a:cubicBezTo>
                  <a:pt x="1144122" y="90881"/>
                  <a:pt x="1148202" y="89761"/>
                  <a:pt x="1150864" y="87522"/>
                </a:cubicBezTo>
                <a:cubicBezTo>
                  <a:pt x="1153525" y="85282"/>
                  <a:pt x="1154855" y="82654"/>
                  <a:pt x="1154855" y="79638"/>
                </a:cubicBezTo>
                <a:cubicBezTo>
                  <a:pt x="1154855" y="76932"/>
                  <a:pt x="1153680" y="74803"/>
                  <a:pt x="1151329" y="73251"/>
                </a:cubicBezTo>
                <a:cubicBezTo>
                  <a:pt x="1149688" y="72186"/>
                  <a:pt x="1145608" y="70833"/>
                  <a:pt x="1139088" y="69192"/>
                </a:cubicBezTo>
                <a:cubicBezTo>
                  <a:pt x="1130305" y="66975"/>
                  <a:pt x="1124218" y="65056"/>
                  <a:pt x="1120825" y="63437"/>
                </a:cubicBezTo>
                <a:cubicBezTo>
                  <a:pt x="1117432" y="61818"/>
                  <a:pt x="1114859" y="59579"/>
                  <a:pt x="1113107" y="56718"/>
                </a:cubicBezTo>
                <a:cubicBezTo>
                  <a:pt x="1111355" y="53857"/>
                  <a:pt x="1110479" y="50697"/>
                  <a:pt x="1110479" y="47237"/>
                </a:cubicBezTo>
                <a:cubicBezTo>
                  <a:pt x="1110479" y="44088"/>
                  <a:pt x="1111200" y="41172"/>
                  <a:pt x="1112641" y="38488"/>
                </a:cubicBezTo>
                <a:cubicBezTo>
                  <a:pt x="1114083" y="35805"/>
                  <a:pt x="1116046" y="33576"/>
                  <a:pt x="1118529" y="31802"/>
                </a:cubicBezTo>
                <a:cubicBezTo>
                  <a:pt x="1120392" y="30427"/>
                  <a:pt x="1122932" y="29263"/>
                  <a:pt x="1126147" y="28309"/>
                </a:cubicBezTo>
                <a:cubicBezTo>
                  <a:pt x="1129363" y="27355"/>
                  <a:pt x="1132811" y="26879"/>
                  <a:pt x="1136493" y="26879"/>
                </a:cubicBezTo>
                <a:cubicBezTo>
                  <a:pt x="1142037" y="26879"/>
                  <a:pt x="1146905" y="27677"/>
                  <a:pt x="1151096" y="29274"/>
                </a:cubicBezTo>
                <a:cubicBezTo>
                  <a:pt x="1155288" y="30870"/>
                  <a:pt x="1158382" y="33033"/>
                  <a:pt x="1160377" y="35760"/>
                </a:cubicBezTo>
                <a:cubicBezTo>
                  <a:pt x="1162373" y="38488"/>
                  <a:pt x="1163748" y="42136"/>
                  <a:pt x="1164502" y="46705"/>
                </a:cubicBezTo>
                <a:lnTo>
                  <a:pt x="1152793" y="48302"/>
                </a:lnTo>
                <a:cubicBezTo>
                  <a:pt x="1152261" y="44664"/>
                  <a:pt x="1150719" y="41826"/>
                  <a:pt x="1148169" y="39786"/>
                </a:cubicBezTo>
                <a:cubicBezTo>
                  <a:pt x="1145619" y="37745"/>
                  <a:pt x="1142015" y="36725"/>
                  <a:pt x="1137358" y="36725"/>
                </a:cubicBezTo>
                <a:cubicBezTo>
                  <a:pt x="1131858" y="36725"/>
                  <a:pt x="1127932" y="37634"/>
                  <a:pt x="1125582" y="39453"/>
                </a:cubicBezTo>
                <a:cubicBezTo>
                  <a:pt x="1123231" y="41271"/>
                  <a:pt x="1122056" y="43400"/>
                  <a:pt x="1122056" y="45840"/>
                </a:cubicBezTo>
                <a:cubicBezTo>
                  <a:pt x="1122056" y="47392"/>
                  <a:pt x="1122543" y="48789"/>
                  <a:pt x="1123519" y="50031"/>
                </a:cubicBezTo>
                <a:cubicBezTo>
                  <a:pt x="1124495" y="51318"/>
                  <a:pt x="1126025" y="52382"/>
                  <a:pt x="1128110" y="53225"/>
                </a:cubicBezTo>
                <a:cubicBezTo>
                  <a:pt x="1129307" y="53668"/>
                  <a:pt x="1132834" y="54689"/>
                  <a:pt x="1138688" y="56285"/>
                </a:cubicBezTo>
                <a:cubicBezTo>
                  <a:pt x="1147160" y="58547"/>
                  <a:pt x="1153070" y="60399"/>
                  <a:pt x="1156419" y="61841"/>
                </a:cubicBezTo>
                <a:cubicBezTo>
                  <a:pt x="1159768" y="63282"/>
                  <a:pt x="1162396" y="65378"/>
                  <a:pt x="1164303" y="68128"/>
                </a:cubicBezTo>
                <a:cubicBezTo>
                  <a:pt x="1166210" y="70878"/>
                  <a:pt x="1167164" y="74293"/>
                  <a:pt x="1167164" y="78374"/>
                </a:cubicBezTo>
                <a:cubicBezTo>
                  <a:pt x="1167164" y="82365"/>
                  <a:pt x="1165999" y="86124"/>
                  <a:pt x="1163671" y="89651"/>
                </a:cubicBezTo>
                <a:cubicBezTo>
                  <a:pt x="1161342" y="93177"/>
                  <a:pt x="1157982" y="95904"/>
                  <a:pt x="1153591" y="97834"/>
                </a:cubicBezTo>
                <a:cubicBezTo>
                  <a:pt x="1149200" y="99763"/>
                  <a:pt x="1144233" y="100728"/>
                  <a:pt x="1138688" y="100728"/>
                </a:cubicBezTo>
                <a:cubicBezTo>
                  <a:pt x="1129507" y="100728"/>
                  <a:pt x="1122510" y="98815"/>
                  <a:pt x="1117698" y="94990"/>
                </a:cubicBezTo>
                <a:cubicBezTo>
                  <a:pt x="1112885" y="91164"/>
                  <a:pt x="1109814" y="85492"/>
                  <a:pt x="1108483" y="77974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Text Next-BytePrediction">
            <a:extLst xmlns:a="http://schemas.openxmlformats.org/drawingml/2006/main">
              <a:ext uri="{FF2B5EF4-FFF2-40B4-BE49-F238E27FC236}">
                <a16:creationId xmlns:a16="http://schemas.microsoft.com/office/drawing/2014/main" id="{9637DF1E-8044-4B1C-BEE0-7AA91B6F2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56" y="608304"/>
            <a:ext cx="1319940" cy="126276"/>
          </a:xfrm>
          <a:custGeom xmlns:a="http://schemas.openxmlformats.org/drawingml/2006/main">
            <a:pathLst>
              <a:path w="1319940" h="126276">
                <a:moveTo>
                  <a:pt x="0" y="97534"/>
                </a:moveTo>
                <a:lnTo>
                  <a:pt x="0" y="0"/>
                </a:lnTo>
                <a:lnTo>
                  <a:pt x="19161" y="0"/>
                </a:lnTo>
                <a:lnTo>
                  <a:pt x="59080" y="65273"/>
                </a:lnTo>
                <a:lnTo>
                  <a:pt x="59080" y="0"/>
                </a:lnTo>
                <a:lnTo>
                  <a:pt x="77376" y="0"/>
                </a:lnTo>
                <a:lnTo>
                  <a:pt x="77376" y="97534"/>
                </a:lnTo>
                <a:lnTo>
                  <a:pt x="57616" y="97534"/>
                </a:lnTo>
                <a:lnTo>
                  <a:pt x="18296" y="33752"/>
                </a:lnTo>
                <a:lnTo>
                  <a:pt x="18296" y="97534"/>
                </a:lnTo>
                <a:lnTo>
                  <a:pt x="0" y="97534"/>
                </a:lnTo>
                <a:close/>
                <a:moveTo>
                  <a:pt x="138961" y="75047"/>
                </a:moveTo>
                <a:lnTo>
                  <a:pt x="157589" y="78240"/>
                </a:lnTo>
                <a:cubicBezTo>
                  <a:pt x="155194" y="85049"/>
                  <a:pt x="151413" y="90233"/>
                  <a:pt x="146246" y="93792"/>
                </a:cubicBezTo>
                <a:cubicBezTo>
                  <a:pt x="141078" y="97352"/>
                  <a:pt x="134614" y="99131"/>
                  <a:pt x="126852" y="99131"/>
                </a:cubicBezTo>
                <a:cubicBezTo>
                  <a:pt x="114566" y="99131"/>
                  <a:pt x="105473" y="95117"/>
                  <a:pt x="99574" y="87089"/>
                </a:cubicBezTo>
                <a:cubicBezTo>
                  <a:pt x="94917" y="80658"/>
                  <a:pt x="92588" y="72541"/>
                  <a:pt x="92588" y="62739"/>
                </a:cubicBezTo>
                <a:cubicBezTo>
                  <a:pt x="92588" y="51029"/>
                  <a:pt x="95649" y="41859"/>
                  <a:pt x="101770" y="35228"/>
                </a:cubicBezTo>
                <a:cubicBezTo>
                  <a:pt x="107891" y="28597"/>
                  <a:pt x="115630" y="25282"/>
                  <a:pt x="124989" y="25282"/>
                </a:cubicBezTo>
                <a:cubicBezTo>
                  <a:pt x="135501" y="25282"/>
                  <a:pt x="143795" y="28752"/>
                  <a:pt x="149872" y="35694"/>
                </a:cubicBezTo>
                <a:cubicBezTo>
                  <a:pt x="155948" y="42635"/>
                  <a:pt x="158853" y="53269"/>
                  <a:pt x="158587" y="67596"/>
                </a:cubicBezTo>
                <a:lnTo>
                  <a:pt x="111749" y="67596"/>
                </a:lnTo>
                <a:cubicBezTo>
                  <a:pt x="111882" y="73140"/>
                  <a:pt x="113390" y="77453"/>
                  <a:pt x="116273" y="80536"/>
                </a:cubicBezTo>
                <a:cubicBezTo>
                  <a:pt x="119156" y="83618"/>
                  <a:pt x="122749" y="85160"/>
                  <a:pt x="127051" y="85160"/>
                </a:cubicBezTo>
                <a:cubicBezTo>
                  <a:pt x="129979" y="85160"/>
                  <a:pt x="132440" y="84361"/>
                  <a:pt x="134436" y="82765"/>
                </a:cubicBezTo>
                <a:cubicBezTo>
                  <a:pt x="136432" y="81168"/>
                  <a:pt x="137940" y="78595"/>
                  <a:pt x="138961" y="75047"/>
                </a:cubicBezTo>
                <a:moveTo>
                  <a:pt x="140025" y="56152"/>
                </a:moveTo>
                <a:cubicBezTo>
                  <a:pt x="139892" y="50763"/>
                  <a:pt x="138495" y="46666"/>
                  <a:pt x="135834" y="43861"/>
                </a:cubicBezTo>
                <a:cubicBezTo>
                  <a:pt x="133172" y="41055"/>
                  <a:pt x="129934" y="39652"/>
                  <a:pt x="126120" y="39652"/>
                </a:cubicBezTo>
                <a:cubicBezTo>
                  <a:pt x="122039" y="39652"/>
                  <a:pt x="118669" y="41132"/>
                  <a:pt x="116007" y="44091"/>
                </a:cubicBezTo>
                <a:cubicBezTo>
                  <a:pt x="113346" y="47052"/>
                  <a:pt x="112038" y="51072"/>
                  <a:pt x="112082" y="56152"/>
                </a:cubicBezTo>
                <a:lnTo>
                  <a:pt x="140025" y="56152"/>
                </a:lnTo>
                <a:close/>
                <a:moveTo>
                  <a:pt x="164820" y="97534"/>
                </a:moveTo>
                <a:lnTo>
                  <a:pt x="190302" y="61142"/>
                </a:lnTo>
                <a:lnTo>
                  <a:pt x="165885" y="26879"/>
                </a:lnTo>
                <a:lnTo>
                  <a:pt x="188705" y="26879"/>
                </a:lnTo>
                <a:lnTo>
                  <a:pt x="201213" y="46306"/>
                </a:lnTo>
                <a:lnTo>
                  <a:pt x="214386" y="26879"/>
                </a:lnTo>
                <a:lnTo>
                  <a:pt x="236341" y="26879"/>
                </a:lnTo>
                <a:lnTo>
                  <a:pt x="212390" y="60344"/>
                </a:lnTo>
                <a:lnTo>
                  <a:pt x="238537" y="97534"/>
                </a:lnTo>
                <a:lnTo>
                  <a:pt x="215583" y="97534"/>
                </a:lnTo>
                <a:lnTo>
                  <a:pt x="201213" y="75646"/>
                </a:lnTo>
                <a:lnTo>
                  <a:pt x="186709" y="97534"/>
                </a:lnTo>
                <a:lnTo>
                  <a:pt x="164820" y="97534"/>
                </a:lnTo>
                <a:close/>
                <a:moveTo>
                  <a:pt x="281961" y="26879"/>
                </a:moveTo>
                <a:lnTo>
                  <a:pt x="281961" y="41781"/>
                </a:lnTo>
                <a:lnTo>
                  <a:pt x="269187" y="41781"/>
                </a:lnTo>
                <a:lnTo>
                  <a:pt x="269187" y="70211"/>
                </a:lnTo>
                <a:cubicBezTo>
                  <a:pt x="269187" y="75969"/>
                  <a:pt x="269309" y="79324"/>
                  <a:pt x="269553" y="80276"/>
                </a:cubicBezTo>
                <a:cubicBezTo>
                  <a:pt x="269797" y="81227"/>
                  <a:pt x="270351" y="82013"/>
                  <a:pt x="271216" y="82634"/>
                </a:cubicBezTo>
                <a:cubicBezTo>
                  <a:pt x="272081" y="83253"/>
                  <a:pt x="273134" y="83563"/>
                  <a:pt x="274376" y="83563"/>
                </a:cubicBezTo>
                <a:cubicBezTo>
                  <a:pt x="276106" y="83563"/>
                  <a:pt x="278612" y="82964"/>
                  <a:pt x="281894" y="81767"/>
                </a:cubicBezTo>
                <a:lnTo>
                  <a:pt x="283491" y="96324"/>
                </a:lnTo>
                <a:cubicBezTo>
                  <a:pt x="279144" y="98196"/>
                  <a:pt x="274221" y="99131"/>
                  <a:pt x="268721" y="99131"/>
                </a:cubicBezTo>
                <a:cubicBezTo>
                  <a:pt x="265350" y="99131"/>
                  <a:pt x="262312" y="98566"/>
                  <a:pt x="259606" y="97435"/>
                </a:cubicBezTo>
                <a:cubicBezTo>
                  <a:pt x="256901" y="96304"/>
                  <a:pt x="254916" y="94840"/>
                  <a:pt x="253652" y="93044"/>
                </a:cubicBezTo>
                <a:cubicBezTo>
                  <a:pt x="252388" y="91247"/>
                  <a:pt x="251512" y="88819"/>
                  <a:pt x="251024" y="85758"/>
                </a:cubicBezTo>
                <a:cubicBezTo>
                  <a:pt x="250625" y="83585"/>
                  <a:pt x="250425" y="79194"/>
                  <a:pt x="250425" y="72585"/>
                </a:cubicBezTo>
                <a:lnTo>
                  <a:pt x="250425" y="41781"/>
                </a:lnTo>
                <a:lnTo>
                  <a:pt x="241842" y="41781"/>
                </a:lnTo>
                <a:lnTo>
                  <a:pt x="241842" y="26879"/>
                </a:lnTo>
                <a:lnTo>
                  <a:pt x="250425" y="26879"/>
                </a:lnTo>
                <a:lnTo>
                  <a:pt x="250425" y="12774"/>
                </a:lnTo>
                <a:lnTo>
                  <a:pt x="269187" y="1730"/>
                </a:lnTo>
                <a:lnTo>
                  <a:pt x="269187" y="26879"/>
                </a:lnTo>
                <a:lnTo>
                  <a:pt x="281961" y="26879"/>
                </a:lnTo>
                <a:close/>
                <a:moveTo>
                  <a:pt x="292804" y="71454"/>
                </a:moveTo>
                <a:lnTo>
                  <a:pt x="292804" y="52693"/>
                </a:lnTo>
                <a:lnTo>
                  <a:pt x="329529" y="52693"/>
                </a:lnTo>
                <a:lnTo>
                  <a:pt x="329529" y="71454"/>
                </a:lnTo>
                <a:lnTo>
                  <a:pt x="292804" y="71454"/>
                </a:lnTo>
                <a:close/>
                <a:moveTo>
                  <a:pt x="340506" y="0"/>
                </a:moveTo>
                <a:lnTo>
                  <a:pt x="379493" y="0"/>
                </a:lnTo>
                <a:cubicBezTo>
                  <a:pt x="387211" y="0"/>
                  <a:pt x="392966" y="322"/>
                  <a:pt x="396758" y="965"/>
                </a:cubicBezTo>
                <a:cubicBezTo>
                  <a:pt x="400550" y="1606"/>
                  <a:pt x="403943" y="2946"/>
                  <a:pt x="406937" y="4984"/>
                </a:cubicBezTo>
                <a:cubicBezTo>
                  <a:pt x="409931" y="7020"/>
                  <a:pt x="412426" y="9732"/>
                  <a:pt x="414422" y="13121"/>
                </a:cubicBezTo>
                <a:cubicBezTo>
                  <a:pt x="416418" y="16509"/>
                  <a:pt x="417416" y="20307"/>
                  <a:pt x="417416" y="24515"/>
                </a:cubicBezTo>
                <a:cubicBezTo>
                  <a:pt x="417416" y="29076"/>
                  <a:pt x="416185" y="33261"/>
                  <a:pt x="413723" y="37070"/>
                </a:cubicBezTo>
                <a:cubicBezTo>
                  <a:pt x="411262" y="40879"/>
                  <a:pt x="407924" y="43736"/>
                  <a:pt x="403710" y="45640"/>
                </a:cubicBezTo>
                <a:cubicBezTo>
                  <a:pt x="409654" y="47373"/>
                  <a:pt x="414222" y="50327"/>
                  <a:pt x="417416" y="54501"/>
                </a:cubicBezTo>
                <a:cubicBezTo>
                  <a:pt x="420609" y="58675"/>
                  <a:pt x="422206" y="63582"/>
                  <a:pt x="422206" y="69223"/>
                </a:cubicBezTo>
                <a:cubicBezTo>
                  <a:pt x="422206" y="73664"/>
                  <a:pt x="421175" y="77983"/>
                  <a:pt x="419112" y="82180"/>
                </a:cubicBezTo>
                <a:cubicBezTo>
                  <a:pt x="417050" y="86376"/>
                  <a:pt x="414233" y="89729"/>
                  <a:pt x="410663" y="92239"/>
                </a:cubicBezTo>
                <a:cubicBezTo>
                  <a:pt x="407092" y="94748"/>
                  <a:pt x="402690" y="96291"/>
                  <a:pt x="397456" y="96869"/>
                </a:cubicBezTo>
                <a:cubicBezTo>
                  <a:pt x="394174" y="97224"/>
                  <a:pt x="386257" y="97446"/>
                  <a:pt x="373705" y="97534"/>
                </a:cubicBezTo>
                <a:lnTo>
                  <a:pt x="340506" y="97534"/>
                </a:lnTo>
                <a:lnTo>
                  <a:pt x="340506" y="0"/>
                </a:lnTo>
                <a:moveTo>
                  <a:pt x="360199" y="16234"/>
                </a:moveTo>
                <a:lnTo>
                  <a:pt x="360199" y="38721"/>
                </a:lnTo>
                <a:lnTo>
                  <a:pt x="373106" y="38721"/>
                </a:lnTo>
                <a:cubicBezTo>
                  <a:pt x="380779" y="38721"/>
                  <a:pt x="385547" y="38610"/>
                  <a:pt x="387410" y="38388"/>
                </a:cubicBezTo>
                <a:cubicBezTo>
                  <a:pt x="390781" y="37991"/>
                  <a:pt x="393431" y="36830"/>
                  <a:pt x="395361" y="34908"/>
                </a:cubicBezTo>
                <a:cubicBezTo>
                  <a:pt x="397290" y="32984"/>
                  <a:pt x="398255" y="30452"/>
                  <a:pt x="398255" y="27311"/>
                </a:cubicBezTo>
                <a:cubicBezTo>
                  <a:pt x="398255" y="24305"/>
                  <a:pt x="397423" y="21862"/>
                  <a:pt x="395760" y="19982"/>
                </a:cubicBezTo>
                <a:cubicBezTo>
                  <a:pt x="394097" y="18103"/>
                  <a:pt x="391624" y="16964"/>
                  <a:pt x="388342" y="16566"/>
                </a:cubicBezTo>
                <a:cubicBezTo>
                  <a:pt x="386390" y="16344"/>
                  <a:pt x="380779" y="16234"/>
                  <a:pt x="371509" y="16234"/>
                </a:cubicBezTo>
                <a:lnTo>
                  <a:pt x="360199" y="16234"/>
                </a:lnTo>
                <a:moveTo>
                  <a:pt x="360199" y="54955"/>
                </a:moveTo>
                <a:lnTo>
                  <a:pt x="360199" y="81035"/>
                </a:lnTo>
                <a:lnTo>
                  <a:pt x="378428" y="81035"/>
                </a:lnTo>
                <a:cubicBezTo>
                  <a:pt x="385525" y="81035"/>
                  <a:pt x="390027" y="80835"/>
                  <a:pt x="391934" y="80436"/>
                </a:cubicBezTo>
                <a:cubicBezTo>
                  <a:pt x="394862" y="79904"/>
                  <a:pt x="397246" y="78606"/>
                  <a:pt x="399086" y="76544"/>
                </a:cubicBezTo>
                <a:cubicBezTo>
                  <a:pt x="400927" y="74481"/>
                  <a:pt x="401847" y="71720"/>
                  <a:pt x="401847" y="68261"/>
                </a:cubicBezTo>
                <a:cubicBezTo>
                  <a:pt x="401847" y="65333"/>
                  <a:pt x="401138" y="62850"/>
                  <a:pt x="399718" y="60809"/>
                </a:cubicBezTo>
                <a:cubicBezTo>
                  <a:pt x="398299" y="58769"/>
                  <a:pt x="396248" y="57283"/>
                  <a:pt x="393564" y="56352"/>
                </a:cubicBezTo>
                <a:cubicBezTo>
                  <a:pt x="390881" y="55420"/>
                  <a:pt x="385059" y="54955"/>
                  <a:pt x="376100" y="54955"/>
                </a:cubicBezTo>
                <a:lnTo>
                  <a:pt x="360199" y="54955"/>
                </a:lnTo>
                <a:close/>
                <a:moveTo>
                  <a:pt x="429834" y="26879"/>
                </a:moveTo>
                <a:lnTo>
                  <a:pt x="449727" y="26879"/>
                </a:lnTo>
                <a:lnTo>
                  <a:pt x="466626" y="77091"/>
                </a:lnTo>
                <a:lnTo>
                  <a:pt x="483126" y="26879"/>
                </a:lnTo>
                <a:lnTo>
                  <a:pt x="502486" y="26879"/>
                </a:lnTo>
                <a:lnTo>
                  <a:pt x="477537" y="94896"/>
                </a:lnTo>
                <a:lnTo>
                  <a:pt x="473079" y="107248"/>
                </a:lnTo>
                <a:cubicBezTo>
                  <a:pt x="471438" y="111373"/>
                  <a:pt x="469875" y="114522"/>
                  <a:pt x="468389" y="116695"/>
                </a:cubicBezTo>
                <a:cubicBezTo>
                  <a:pt x="466903" y="118869"/>
                  <a:pt x="465195" y="120632"/>
                  <a:pt x="463266" y="121985"/>
                </a:cubicBezTo>
                <a:cubicBezTo>
                  <a:pt x="461337" y="123337"/>
                  <a:pt x="458964" y="124391"/>
                  <a:pt x="456147" y="125145"/>
                </a:cubicBezTo>
                <a:cubicBezTo>
                  <a:pt x="453331" y="125899"/>
                  <a:pt x="450148" y="126276"/>
                  <a:pt x="446600" y="126276"/>
                </a:cubicBezTo>
                <a:cubicBezTo>
                  <a:pt x="443007" y="126276"/>
                  <a:pt x="439481" y="125899"/>
                  <a:pt x="436022" y="125145"/>
                </a:cubicBezTo>
                <a:lnTo>
                  <a:pt x="434358" y="110508"/>
                </a:lnTo>
                <a:cubicBezTo>
                  <a:pt x="437286" y="111085"/>
                  <a:pt x="439925" y="111373"/>
                  <a:pt x="442275" y="111373"/>
                </a:cubicBezTo>
                <a:cubicBezTo>
                  <a:pt x="446622" y="111373"/>
                  <a:pt x="449838" y="110098"/>
                  <a:pt x="451922" y="107547"/>
                </a:cubicBezTo>
                <a:cubicBezTo>
                  <a:pt x="454007" y="104997"/>
                  <a:pt x="455604" y="101748"/>
                  <a:pt x="456713" y="97801"/>
                </a:cubicBezTo>
                <a:lnTo>
                  <a:pt x="429834" y="26879"/>
                </a:lnTo>
                <a:close/>
                <a:moveTo>
                  <a:pt x="546841" y="26879"/>
                </a:moveTo>
                <a:lnTo>
                  <a:pt x="546841" y="41781"/>
                </a:lnTo>
                <a:lnTo>
                  <a:pt x="534067" y="41781"/>
                </a:lnTo>
                <a:lnTo>
                  <a:pt x="534067" y="70211"/>
                </a:lnTo>
                <a:cubicBezTo>
                  <a:pt x="534067" y="75969"/>
                  <a:pt x="534189" y="79324"/>
                  <a:pt x="534433" y="80276"/>
                </a:cubicBezTo>
                <a:cubicBezTo>
                  <a:pt x="534677" y="81227"/>
                  <a:pt x="535232" y="82013"/>
                  <a:pt x="536097" y="82634"/>
                </a:cubicBezTo>
                <a:cubicBezTo>
                  <a:pt x="536962" y="83253"/>
                  <a:pt x="538015" y="83563"/>
                  <a:pt x="539257" y="83563"/>
                </a:cubicBezTo>
                <a:cubicBezTo>
                  <a:pt x="540987" y="83563"/>
                  <a:pt x="543493" y="82964"/>
                  <a:pt x="546775" y="81767"/>
                </a:cubicBezTo>
                <a:lnTo>
                  <a:pt x="548372" y="96324"/>
                </a:lnTo>
                <a:cubicBezTo>
                  <a:pt x="544025" y="98196"/>
                  <a:pt x="539102" y="99131"/>
                  <a:pt x="533602" y="99131"/>
                </a:cubicBezTo>
                <a:cubicBezTo>
                  <a:pt x="530231" y="99131"/>
                  <a:pt x="527193" y="98566"/>
                  <a:pt x="524487" y="97435"/>
                </a:cubicBezTo>
                <a:cubicBezTo>
                  <a:pt x="521781" y="96304"/>
                  <a:pt x="519797" y="94840"/>
                  <a:pt x="518532" y="93044"/>
                </a:cubicBezTo>
                <a:cubicBezTo>
                  <a:pt x="517268" y="91247"/>
                  <a:pt x="516392" y="88819"/>
                  <a:pt x="515905" y="85758"/>
                </a:cubicBezTo>
                <a:cubicBezTo>
                  <a:pt x="515505" y="83585"/>
                  <a:pt x="515306" y="79194"/>
                  <a:pt x="515306" y="72585"/>
                </a:cubicBezTo>
                <a:lnTo>
                  <a:pt x="515306" y="41781"/>
                </a:lnTo>
                <a:lnTo>
                  <a:pt x="506723" y="41781"/>
                </a:lnTo>
                <a:lnTo>
                  <a:pt x="506723" y="26879"/>
                </a:lnTo>
                <a:lnTo>
                  <a:pt x="515306" y="26879"/>
                </a:lnTo>
                <a:lnTo>
                  <a:pt x="515306" y="12774"/>
                </a:lnTo>
                <a:lnTo>
                  <a:pt x="534067" y="1730"/>
                </a:lnTo>
                <a:lnTo>
                  <a:pt x="534067" y="26879"/>
                </a:lnTo>
                <a:lnTo>
                  <a:pt x="546841" y="26879"/>
                </a:lnTo>
                <a:close/>
                <a:moveTo>
                  <a:pt x="600731" y="75047"/>
                </a:moveTo>
                <a:lnTo>
                  <a:pt x="619359" y="78240"/>
                </a:lnTo>
                <a:cubicBezTo>
                  <a:pt x="616964" y="85049"/>
                  <a:pt x="613183" y="90233"/>
                  <a:pt x="608016" y="93792"/>
                </a:cubicBezTo>
                <a:cubicBezTo>
                  <a:pt x="602848" y="97352"/>
                  <a:pt x="596384" y="99131"/>
                  <a:pt x="588622" y="99131"/>
                </a:cubicBezTo>
                <a:cubicBezTo>
                  <a:pt x="576336" y="99131"/>
                  <a:pt x="567243" y="95117"/>
                  <a:pt x="561344" y="87089"/>
                </a:cubicBezTo>
                <a:cubicBezTo>
                  <a:pt x="556687" y="80658"/>
                  <a:pt x="554358" y="72541"/>
                  <a:pt x="554358" y="62739"/>
                </a:cubicBezTo>
                <a:cubicBezTo>
                  <a:pt x="554358" y="51029"/>
                  <a:pt x="557419" y="41859"/>
                  <a:pt x="563540" y="35228"/>
                </a:cubicBezTo>
                <a:cubicBezTo>
                  <a:pt x="569661" y="28597"/>
                  <a:pt x="577400" y="25282"/>
                  <a:pt x="586759" y="25282"/>
                </a:cubicBezTo>
                <a:cubicBezTo>
                  <a:pt x="597271" y="25282"/>
                  <a:pt x="605565" y="28752"/>
                  <a:pt x="611642" y="35694"/>
                </a:cubicBezTo>
                <a:cubicBezTo>
                  <a:pt x="617718" y="42635"/>
                  <a:pt x="620623" y="53269"/>
                  <a:pt x="620357" y="67596"/>
                </a:cubicBezTo>
                <a:lnTo>
                  <a:pt x="573519" y="67596"/>
                </a:lnTo>
                <a:cubicBezTo>
                  <a:pt x="573652" y="73140"/>
                  <a:pt x="575160" y="77453"/>
                  <a:pt x="578043" y="80536"/>
                </a:cubicBezTo>
                <a:cubicBezTo>
                  <a:pt x="580926" y="83618"/>
                  <a:pt x="584519" y="85160"/>
                  <a:pt x="588821" y="85160"/>
                </a:cubicBezTo>
                <a:cubicBezTo>
                  <a:pt x="591749" y="85160"/>
                  <a:pt x="594210" y="84361"/>
                  <a:pt x="596206" y="82765"/>
                </a:cubicBezTo>
                <a:cubicBezTo>
                  <a:pt x="598202" y="81168"/>
                  <a:pt x="599710" y="78595"/>
                  <a:pt x="600731" y="75047"/>
                </a:cubicBezTo>
                <a:moveTo>
                  <a:pt x="601795" y="56152"/>
                </a:moveTo>
                <a:cubicBezTo>
                  <a:pt x="601662" y="50763"/>
                  <a:pt x="600265" y="46666"/>
                  <a:pt x="597604" y="43861"/>
                </a:cubicBezTo>
                <a:cubicBezTo>
                  <a:pt x="594942" y="41055"/>
                  <a:pt x="591704" y="39652"/>
                  <a:pt x="587890" y="39652"/>
                </a:cubicBezTo>
                <a:cubicBezTo>
                  <a:pt x="583809" y="39652"/>
                  <a:pt x="580439" y="41132"/>
                  <a:pt x="577777" y="44091"/>
                </a:cubicBezTo>
                <a:cubicBezTo>
                  <a:pt x="575116" y="47052"/>
                  <a:pt x="573808" y="51072"/>
                  <a:pt x="573852" y="56152"/>
                </a:cubicBezTo>
                <a:lnTo>
                  <a:pt x="601795" y="56152"/>
                </a:lnTo>
                <a:close/>
                <a:moveTo>
                  <a:pt x="673448" y="97534"/>
                </a:moveTo>
                <a:lnTo>
                  <a:pt x="673448" y="0"/>
                </a:lnTo>
                <a:lnTo>
                  <a:pt x="705050" y="0"/>
                </a:lnTo>
                <a:cubicBezTo>
                  <a:pt x="717026" y="0"/>
                  <a:pt x="724832" y="487"/>
                  <a:pt x="728469" y="1462"/>
                </a:cubicBezTo>
                <a:cubicBezTo>
                  <a:pt x="734058" y="2924"/>
                  <a:pt x="738737" y="6103"/>
                  <a:pt x="742507" y="10998"/>
                </a:cubicBezTo>
                <a:cubicBezTo>
                  <a:pt x="746277" y="15894"/>
                  <a:pt x="748162" y="22219"/>
                  <a:pt x="748162" y="29972"/>
                </a:cubicBezTo>
                <a:cubicBezTo>
                  <a:pt x="748162" y="35953"/>
                  <a:pt x="747075" y="40982"/>
                  <a:pt x="744902" y="45058"/>
                </a:cubicBezTo>
                <a:cubicBezTo>
                  <a:pt x="742729" y="49135"/>
                  <a:pt x="739968" y="52336"/>
                  <a:pt x="736619" y="54661"/>
                </a:cubicBezTo>
                <a:cubicBezTo>
                  <a:pt x="733270" y="56987"/>
                  <a:pt x="729866" y="58527"/>
                  <a:pt x="726406" y="59281"/>
                </a:cubicBezTo>
                <a:cubicBezTo>
                  <a:pt x="721705" y="60211"/>
                  <a:pt x="714897" y="60676"/>
                  <a:pt x="705981" y="60676"/>
                </a:cubicBezTo>
                <a:lnTo>
                  <a:pt x="693141" y="60676"/>
                </a:lnTo>
                <a:lnTo>
                  <a:pt x="693141" y="97534"/>
                </a:lnTo>
                <a:lnTo>
                  <a:pt x="673448" y="97534"/>
                </a:lnTo>
                <a:moveTo>
                  <a:pt x="693141" y="16500"/>
                </a:moveTo>
                <a:lnTo>
                  <a:pt x="693141" y="44177"/>
                </a:lnTo>
                <a:lnTo>
                  <a:pt x="703919" y="44177"/>
                </a:lnTo>
                <a:cubicBezTo>
                  <a:pt x="711681" y="44177"/>
                  <a:pt x="716870" y="43667"/>
                  <a:pt x="719487" y="42646"/>
                </a:cubicBezTo>
                <a:cubicBezTo>
                  <a:pt x="722104" y="41626"/>
                  <a:pt x="724155" y="40029"/>
                  <a:pt x="725641" y="37856"/>
                </a:cubicBezTo>
                <a:cubicBezTo>
                  <a:pt x="727127" y="35683"/>
                  <a:pt x="727870" y="33155"/>
                  <a:pt x="727870" y="30272"/>
                </a:cubicBezTo>
                <a:cubicBezTo>
                  <a:pt x="727870" y="26723"/>
                  <a:pt x="726828" y="23796"/>
                  <a:pt x="724743" y="21490"/>
                </a:cubicBezTo>
                <a:cubicBezTo>
                  <a:pt x="722659" y="19183"/>
                  <a:pt x="720019" y="17742"/>
                  <a:pt x="716826" y="17165"/>
                </a:cubicBezTo>
                <a:cubicBezTo>
                  <a:pt x="714475" y="16721"/>
                  <a:pt x="709752" y="16500"/>
                  <a:pt x="702655" y="16500"/>
                </a:cubicBezTo>
                <a:lnTo>
                  <a:pt x="693141" y="16500"/>
                </a:lnTo>
                <a:close/>
                <a:moveTo>
                  <a:pt x="781957" y="97534"/>
                </a:moveTo>
                <a:lnTo>
                  <a:pt x="763262" y="97534"/>
                </a:lnTo>
                <a:lnTo>
                  <a:pt x="763262" y="26879"/>
                </a:lnTo>
                <a:lnTo>
                  <a:pt x="780627" y="26879"/>
                </a:lnTo>
                <a:lnTo>
                  <a:pt x="780627" y="36925"/>
                </a:lnTo>
                <a:cubicBezTo>
                  <a:pt x="783599" y="32179"/>
                  <a:pt x="786271" y="29052"/>
                  <a:pt x="788644" y="27544"/>
                </a:cubicBezTo>
                <a:cubicBezTo>
                  <a:pt x="791017" y="26036"/>
                  <a:pt x="793711" y="25282"/>
                  <a:pt x="796727" y="25282"/>
                </a:cubicBezTo>
                <a:cubicBezTo>
                  <a:pt x="800985" y="25282"/>
                  <a:pt x="805088" y="26457"/>
                  <a:pt x="809036" y="28808"/>
                </a:cubicBezTo>
                <a:lnTo>
                  <a:pt x="803247" y="45108"/>
                </a:lnTo>
                <a:cubicBezTo>
                  <a:pt x="800098" y="43068"/>
                  <a:pt x="797171" y="42048"/>
                  <a:pt x="794465" y="42048"/>
                </a:cubicBezTo>
                <a:cubicBezTo>
                  <a:pt x="791848" y="42048"/>
                  <a:pt x="789631" y="42768"/>
                  <a:pt x="787812" y="44210"/>
                </a:cubicBezTo>
                <a:cubicBezTo>
                  <a:pt x="785994" y="45651"/>
                  <a:pt x="784563" y="48257"/>
                  <a:pt x="783521" y="52027"/>
                </a:cubicBezTo>
                <a:cubicBezTo>
                  <a:pt x="782479" y="55797"/>
                  <a:pt x="781957" y="63692"/>
                  <a:pt x="781957" y="75712"/>
                </a:cubicBezTo>
                <a:lnTo>
                  <a:pt x="781957" y="97534"/>
                </a:lnTo>
                <a:close/>
                <a:moveTo>
                  <a:pt x="857981" y="75047"/>
                </a:moveTo>
                <a:lnTo>
                  <a:pt x="876610" y="78240"/>
                </a:lnTo>
                <a:cubicBezTo>
                  <a:pt x="874215" y="85049"/>
                  <a:pt x="870433" y="90233"/>
                  <a:pt x="865266" y="93792"/>
                </a:cubicBezTo>
                <a:cubicBezTo>
                  <a:pt x="860099" y="97352"/>
                  <a:pt x="853634" y="99131"/>
                  <a:pt x="845872" y="99131"/>
                </a:cubicBezTo>
                <a:cubicBezTo>
                  <a:pt x="833586" y="99131"/>
                  <a:pt x="824494" y="95117"/>
                  <a:pt x="818595" y="87089"/>
                </a:cubicBezTo>
                <a:cubicBezTo>
                  <a:pt x="813937" y="80658"/>
                  <a:pt x="811609" y="72541"/>
                  <a:pt x="811609" y="62739"/>
                </a:cubicBezTo>
                <a:cubicBezTo>
                  <a:pt x="811609" y="51029"/>
                  <a:pt x="814669" y="41859"/>
                  <a:pt x="820790" y="35228"/>
                </a:cubicBezTo>
                <a:cubicBezTo>
                  <a:pt x="826911" y="28597"/>
                  <a:pt x="834651" y="25282"/>
                  <a:pt x="844009" y="25282"/>
                </a:cubicBezTo>
                <a:cubicBezTo>
                  <a:pt x="854521" y="25282"/>
                  <a:pt x="862816" y="28752"/>
                  <a:pt x="868892" y="35694"/>
                </a:cubicBezTo>
                <a:cubicBezTo>
                  <a:pt x="874969" y="42635"/>
                  <a:pt x="877874" y="53269"/>
                  <a:pt x="877608" y="67596"/>
                </a:cubicBezTo>
                <a:lnTo>
                  <a:pt x="830770" y="67596"/>
                </a:lnTo>
                <a:cubicBezTo>
                  <a:pt x="830903" y="73140"/>
                  <a:pt x="832411" y="77453"/>
                  <a:pt x="835294" y="80536"/>
                </a:cubicBezTo>
                <a:cubicBezTo>
                  <a:pt x="838177" y="83618"/>
                  <a:pt x="841770" y="85160"/>
                  <a:pt x="846072" y="85160"/>
                </a:cubicBezTo>
                <a:cubicBezTo>
                  <a:pt x="848999" y="85160"/>
                  <a:pt x="851461" y="84361"/>
                  <a:pt x="853457" y="82765"/>
                </a:cubicBezTo>
                <a:cubicBezTo>
                  <a:pt x="855453" y="81168"/>
                  <a:pt x="856961" y="78595"/>
                  <a:pt x="857981" y="75047"/>
                </a:cubicBezTo>
                <a:moveTo>
                  <a:pt x="859045" y="56152"/>
                </a:moveTo>
                <a:cubicBezTo>
                  <a:pt x="858912" y="50763"/>
                  <a:pt x="857515" y="46666"/>
                  <a:pt x="854854" y="43861"/>
                </a:cubicBezTo>
                <a:cubicBezTo>
                  <a:pt x="852193" y="41055"/>
                  <a:pt x="848955" y="39652"/>
                  <a:pt x="845140" y="39652"/>
                </a:cubicBezTo>
                <a:cubicBezTo>
                  <a:pt x="841060" y="39652"/>
                  <a:pt x="837689" y="41132"/>
                  <a:pt x="835028" y="44091"/>
                </a:cubicBezTo>
                <a:cubicBezTo>
                  <a:pt x="832366" y="47052"/>
                  <a:pt x="831058" y="51072"/>
                  <a:pt x="831102" y="56152"/>
                </a:cubicBezTo>
                <a:lnTo>
                  <a:pt x="859045" y="56152"/>
                </a:lnTo>
                <a:close/>
                <a:moveTo>
                  <a:pt x="957624" y="97534"/>
                </a:moveTo>
                <a:lnTo>
                  <a:pt x="940259" y="97534"/>
                </a:lnTo>
                <a:lnTo>
                  <a:pt x="940259" y="87156"/>
                </a:lnTo>
                <a:cubicBezTo>
                  <a:pt x="937376" y="91192"/>
                  <a:pt x="933972" y="94197"/>
                  <a:pt x="930047" y="96171"/>
                </a:cubicBezTo>
                <a:cubicBezTo>
                  <a:pt x="926121" y="98144"/>
                  <a:pt x="922163" y="99131"/>
                  <a:pt x="918171" y="99131"/>
                </a:cubicBezTo>
                <a:cubicBezTo>
                  <a:pt x="910054" y="99131"/>
                  <a:pt x="903101" y="95860"/>
                  <a:pt x="897313" y="89318"/>
                </a:cubicBezTo>
                <a:cubicBezTo>
                  <a:pt x="891525" y="82776"/>
                  <a:pt x="888631" y="73650"/>
                  <a:pt x="888631" y="61940"/>
                </a:cubicBezTo>
                <a:cubicBezTo>
                  <a:pt x="888631" y="49965"/>
                  <a:pt x="891447" y="40861"/>
                  <a:pt x="897080" y="34629"/>
                </a:cubicBezTo>
                <a:cubicBezTo>
                  <a:pt x="902713" y="28398"/>
                  <a:pt x="909832" y="25282"/>
                  <a:pt x="918437" y="25282"/>
                </a:cubicBezTo>
                <a:cubicBezTo>
                  <a:pt x="926332" y="25282"/>
                  <a:pt x="933162" y="28564"/>
                  <a:pt x="938928" y="35128"/>
                </a:cubicBezTo>
                <a:lnTo>
                  <a:pt x="938928" y="0"/>
                </a:lnTo>
                <a:lnTo>
                  <a:pt x="957624" y="0"/>
                </a:lnTo>
                <a:lnTo>
                  <a:pt x="957624" y="97534"/>
                </a:lnTo>
                <a:moveTo>
                  <a:pt x="907725" y="60712"/>
                </a:moveTo>
                <a:cubicBezTo>
                  <a:pt x="907725" y="68241"/>
                  <a:pt x="908768" y="73688"/>
                  <a:pt x="910852" y="77053"/>
                </a:cubicBezTo>
                <a:cubicBezTo>
                  <a:pt x="913868" y="81925"/>
                  <a:pt x="918082" y="84361"/>
                  <a:pt x="923493" y="84361"/>
                </a:cubicBezTo>
                <a:cubicBezTo>
                  <a:pt x="927796" y="84361"/>
                  <a:pt x="931455" y="82535"/>
                  <a:pt x="934471" y="78881"/>
                </a:cubicBezTo>
                <a:cubicBezTo>
                  <a:pt x="937487" y="75227"/>
                  <a:pt x="938995" y="69769"/>
                  <a:pt x="938995" y="62506"/>
                </a:cubicBezTo>
                <a:cubicBezTo>
                  <a:pt x="938995" y="54400"/>
                  <a:pt x="937531" y="48565"/>
                  <a:pt x="934604" y="45000"/>
                </a:cubicBezTo>
                <a:cubicBezTo>
                  <a:pt x="931677" y="41435"/>
                  <a:pt x="927929" y="39652"/>
                  <a:pt x="923360" y="39652"/>
                </a:cubicBezTo>
                <a:cubicBezTo>
                  <a:pt x="918925" y="39652"/>
                  <a:pt x="915210" y="41413"/>
                  <a:pt x="912216" y="44933"/>
                </a:cubicBezTo>
                <a:cubicBezTo>
                  <a:pt x="909222" y="48454"/>
                  <a:pt x="907725" y="53713"/>
                  <a:pt x="907725" y="60712"/>
                </a:cubicBezTo>
                <a:close/>
                <a:moveTo>
                  <a:pt x="975938" y="17298"/>
                </a:moveTo>
                <a:lnTo>
                  <a:pt x="975938" y="0"/>
                </a:lnTo>
                <a:lnTo>
                  <a:pt x="994633" y="0"/>
                </a:lnTo>
                <a:lnTo>
                  <a:pt x="994633" y="17298"/>
                </a:lnTo>
                <a:lnTo>
                  <a:pt x="975938" y="17298"/>
                </a:lnTo>
                <a:moveTo>
                  <a:pt x="975938" y="97534"/>
                </a:moveTo>
                <a:lnTo>
                  <a:pt x="975938" y="26879"/>
                </a:lnTo>
                <a:lnTo>
                  <a:pt x="994633" y="26879"/>
                </a:lnTo>
                <a:lnTo>
                  <a:pt x="994633" y="97534"/>
                </a:lnTo>
                <a:lnTo>
                  <a:pt x="975938" y="97534"/>
                </a:lnTo>
                <a:close/>
                <a:moveTo>
                  <a:pt x="1075289" y="47769"/>
                </a:moveTo>
                <a:lnTo>
                  <a:pt x="1056860" y="51096"/>
                </a:lnTo>
                <a:cubicBezTo>
                  <a:pt x="1056239" y="47437"/>
                  <a:pt x="1054830" y="44681"/>
                  <a:pt x="1052635" y="42829"/>
                </a:cubicBezTo>
                <a:cubicBezTo>
                  <a:pt x="1050439" y="40978"/>
                  <a:pt x="1047590" y="40052"/>
                  <a:pt x="1044086" y="40052"/>
                </a:cubicBezTo>
                <a:cubicBezTo>
                  <a:pt x="1039428" y="40052"/>
                  <a:pt x="1035714" y="41655"/>
                  <a:pt x="1032942" y="44861"/>
                </a:cubicBezTo>
                <a:cubicBezTo>
                  <a:pt x="1030170" y="48067"/>
                  <a:pt x="1028783" y="53428"/>
                  <a:pt x="1028783" y="60944"/>
                </a:cubicBezTo>
                <a:cubicBezTo>
                  <a:pt x="1028783" y="69302"/>
                  <a:pt x="1030192" y="75206"/>
                  <a:pt x="1033008" y="78656"/>
                </a:cubicBezTo>
                <a:cubicBezTo>
                  <a:pt x="1035825" y="82105"/>
                  <a:pt x="1039606" y="83829"/>
                  <a:pt x="1044352" y="83829"/>
                </a:cubicBezTo>
                <a:cubicBezTo>
                  <a:pt x="1047900" y="83829"/>
                  <a:pt x="1050805" y="82820"/>
                  <a:pt x="1053067" y="80802"/>
                </a:cubicBezTo>
                <a:cubicBezTo>
                  <a:pt x="1055329" y="78784"/>
                  <a:pt x="1056926" y="75313"/>
                  <a:pt x="1057858" y="70390"/>
                </a:cubicBezTo>
                <a:lnTo>
                  <a:pt x="1076220" y="73583"/>
                </a:lnTo>
                <a:cubicBezTo>
                  <a:pt x="1074313" y="82011"/>
                  <a:pt x="1070654" y="88375"/>
                  <a:pt x="1065242" y="92678"/>
                </a:cubicBezTo>
                <a:cubicBezTo>
                  <a:pt x="1059831" y="96980"/>
                  <a:pt x="1052579" y="99131"/>
                  <a:pt x="1043487" y="99131"/>
                </a:cubicBezTo>
                <a:cubicBezTo>
                  <a:pt x="1033152" y="99131"/>
                  <a:pt x="1024914" y="95871"/>
                  <a:pt x="1018771" y="89351"/>
                </a:cubicBezTo>
                <a:cubicBezTo>
                  <a:pt x="1012628" y="82831"/>
                  <a:pt x="1009556" y="73805"/>
                  <a:pt x="1009556" y="62273"/>
                </a:cubicBezTo>
                <a:cubicBezTo>
                  <a:pt x="1009556" y="50608"/>
                  <a:pt x="1012639" y="41526"/>
                  <a:pt x="1018804" y="35029"/>
                </a:cubicBezTo>
                <a:cubicBezTo>
                  <a:pt x="1024969" y="28531"/>
                  <a:pt x="1033308" y="25282"/>
                  <a:pt x="1043819" y="25282"/>
                </a:cubicBezTo>
                <a:cubicBezTo>
                  <a:pt x="1052424" y="25282"/>
                  <a:pt x="1059266" y="27134"/>
                  <a:pt x="1064344" y="30837"/>
                </a:cubicBezTo>
                <a:cubicBezTo>
                  <a:pt x="1069423" y="34541"/>
                  <a:pt x="1073071" y="40185"/>
                  <a:pt x="1075289" y="47769"/>
                </a:cubicBezTo>
                <a:close/>
                <a:moveTo>
                  <a:pt x="1121840" y="26879"/>
                </a:moveTo>
                <a:lnTo>
                  <a:pt x="1121840" y="41781"/>
                </a:lnTo>
                <a:lnTo>
                  <a:pt x="1109066" y="41781"/>
                </a:lnTo>
                <a:lnTo>
                  <a:pt x="1109066" y="70211"/>
                </a:lnTo>
                <a:cubicBezTo>
                  <a:pt x="1109066" y="75969"/>
                  <a:pt x="1109188" y="79324"/>
                  <a:pt x="1109432" y="80276"/>
                </a:cubicBezTo>
                <a:cubicBezTo>
                  <a:pt x="1109675" y="81227"/>
                  <a:pt x="1110230" y="82013"/>
                  <a:pt x="1111095" y="82634"/>
                </a:cubicBezTo>
                <a:cubicBezTo>
                  <a:pt x="1111960" y="83253"/>
                  <a:pt x="1113013" y="83563"/>
                  <a:pt x="1114255" y="83563"/>
                </a:cubicBezTo>
                <a:cubicBezTo>
                  <a:pt x="1115985" y="83563"/>
                  <a:pt x="1118491" y="82964"/>
                  <a:pt x="1121773" y="81767"/>
                </a:cubicBezTo>
                <a:lnTo>
                  <a:pt x="1123370" y="96324"/>
                </a:lnTo>
                <a:cubicBezTo>
                  <a:pt x="1119023" y="98196"/>
                  <a:pt x="1114100" y="99131"/>
                  <a:pt x="1108600" y="99131"/>
                </a:cubicBezTo>
                <a:cubicBezTo>
                  <a:pt x="1105229" y="99131"/>
                  <a:pt x="1102191" y="98566"/>
                  <a:pt x="1099485" y="97435"/>
                </a:cubicBezTo>
                <a:cubicBezTo>
                  <a:pt x="1096780" y="96304"/>
                  <a:pt x="1094795" y="94840"/>
                  <a:pt x="1093531" y="93044"/>
                </a:cubicBezTo>
                <a:cubicBezTo>
                  <a:pt x="1092267" y="91247"/>
                  <a:pt x="1091391" y="88819"/>
                  <a:pt x="1090903" y="85758"/>
                </a:cubicBezTo>
                <a:cubicBezTo>
                  <a:pt x="1090503" y="83585"/>
                  <a:pt x="1090304" y="79194"/>
                  <a:pt x="1090304" y="72585"/>
                </a:cubicBezTo>
                <a:lnTo>
                  <a:pt x="1090304" y="41781"/>
                </a:lnTo>
                <a:lnTo>
                  <a:pt x="1081721" y="41781"/>
                </a:lnTo>
                <a:lnTo>
                  <a:pt x="1081721" y="26879"/>
                </a:lnTo>
                <a:lnTo>
                  <a:pt x="1090304" y="26879"/>
                </a:lnTo>
                <a:lnTo>
                  <a:pt x="1090304" y="12774"/>
                </a:lnTo>
                <a:lnTo>
                  <a:pt x="1109066" y="1730"/>
                </a:lnTo>
                <a:lnTo>
                  <a:pt x="1109066" y="26879"/>
                </a:lnTo>
                <a:lnTo>
                  <a:pt x="1121840" y="26879"/>
                </a:lnTo>
                <a:close/>
                <a:moveTo>
                  <a:pt x="1134812" y="17298"/>
                </a:moveTo>
                <a:lnTo>
                  <a:pt x="1134812" y="0"/>
                </a:lnTo>
                <a:lnTo>
                  <a:pt x="1153507" y="0"/>
                </a:lnTo>
                <a:lnTo>
                  <a:pt x="1153507" y="17298"/>
                </a:lnTo>
                <a:lnTo>
                  <a:pt x="1134812" y="17298"/>
                </a:lnTo>
                <a:moveTo>
                  <a:pt x="1134812" y="97534"/>
                </a:moveTo>
                <a:lnTo>
                  <a:pt x="1134812" y="26879"/>
                </a:lnTo>
                <a:lnTo>
                  <a:pt x="1153507" y="26879"/>
                </a:lnTo>
                <a:lnTo>
                  <a:pt x="1153507" y="97534"/>
                </a:lnTo>
                <a:lnTo>
                  <a:pt x="1134812" y="97534"/>
                </a:lnTo>
                <a:close/>
                <a:moveTo>
                  <a:pt x="1168230" y="61209"/>
                </a:moveTo>
                <a:cubicBezTo>
                  <a:pt x="1168230" y="54999"/>
                  <a:pt x="1169760" y="48989"/>
                  <a:pt x="1172821" y="43179"/>
                </a:cubicBezTo>
                <a:cubicBezTo>
                  <a:pt x="1175881" y="37368"/>
                  <a:pt x="1180217" y="32933"/>
                  <a:pt x="1185827" y="29872"/>
                </a:cubicBezTo>
                <a:cubicBezTo>
                  <a:pt x="1191438" y="26812"/>
                  <a:pt x="1197703" y="25282"/>
                  <a:pt x="1204622" y="25282"/>
                </a:cubicBezTo>
                <a:cubicBezTo>
                  <a:pt x="1215312" y="25282"/>
                  <a:pt x="1224072" y="28752"/>
                  <a:pt x="1230902" y="35694"/>
                </a:cubicBezTo>
                <a:cubicBezTo>
                  <a:pt x="1237733" y="42635"/>
                  <a:pt x="1241148" y="51406"/>
                  <a:pt x="1241148" y="62007"/>
                </a:cubicBezTo>
                <a:cubicBezTo>
                  <a:pt x="1241148" y="72696"/>
                  <a:pt x="1237699" y="81556"/>
                  <a:pt x="1230802" y="88586"/>
                </a:cubicBezTo>
                <a:cubicBezTo>
                  <a:pt x="1223905" y="95616"/>
                  <a:pt x="1215223" y="99131"/>
                  <a:pt x="1204756" y="99131"/>
                </a:cubicBezTo>
                <a:cubicBezTo>
                  <a:pt x="1198280" y="99131"/>
                  <a:pt x="1192104" y="97668"/>
                  <a:pt x="1186227" y="94740"/>
                </a:cubicBezTo>
                <a:cubicBezTo>
                  <a:pt x="1180350" y="91813"/>
                  <a:pt x="1175881" y="87522"/>
                  <a:pt x="1172821" y="81866"/>
                </a:cubicBezTo>
                <a:cubicBezTo>
                  <a:pt x="1169760" y="76211"/>
                  <a:pt x="1168230" y="69325"/>
                  <a:pt x="1168230" y="61209"/>
                </a:cubicBezTo>
                <a:moveTo>
                  <a:pt x="1187391" y="62207"/>
                </a:moveTo>
                <a:cubicBezTo>
                  <a:pt x="1187391" y="69192"/>
                  <a:pt x="1189054" y="74542"/>
                  <a:pt x="1192381" y="78257"/>
                </a:cubicBezTo>
                <a:cubicBezTo>
                  <a:pt x="1195707" y="81972"/>
                  <a:pt x="1199810" y="83829"/>
                  <a:pt x="1204689" y="83829"/>
                </a:cubicBezTo>
                <a:cubicBezTo>
                  <a:pt x="1209568" y="83829"/>
                  <a:pt x="1213660" y="81972"/>
                  <a:pt x="1216964" y="78257"/>
                </a:cubicBezTo>
                <a:cubicBezTo>
                  <a:pt x="1220268" y="74542"/>
                  <a:pt x="1221921" y="69148"/>
                  <a:pt x="1221921" y="62073"/>
                </a:cubicBezTo>
                <a:cubicBezTo>
                  <a:pt x="1221921" y="55176"/>
                  <a:pt x="1220268" y="49871"/>
                  <a:pt x="1216964" y="46156"/>
                </a:cubicBezTo>
                <a:cubicBezTo>
                  <a:pt x="1213660" y="42441"/>
                  <a:pt x="1209568" y="40584"/>
                  <a:pt x="1204689" y="40584"/>
                </a:cubicBezTo>
                <a:cubicBezTo>
                  <a:pt x="1199810" y="40584"/>
                  <a:pt x="1195707" y="42441"/>
                  <a:pt x="1192381" y="46156"/>
                </a:cubicBezTo>
                <a:cubicBezTo>
                  <a:pt x="1189054" y="49871"/>
                  <a:pt x="1187391" y="55221"/>
                  <a:pt x="1187391" y="62207"/>
                </a:cubicBezTo>
                <a:close/>
                <a:moveTo>
                  <a:pt x="1319940" y="97534"/>
                </a:moveTo>
                <a:lnTo>
                  <a:pt x="1301244" y="97534"/>
                </a:lnTo>
                <a:lnTo>
                  <a:pt x="1301244" y="61516"/>
                </a:lnTo>
                <a:cubicBezTo>
                  <a:pt x="1301244" y="53896"/>
                  <a:pt x="1300845" y="48967"/>
                  <a:pt x="1300047" y="46730"/>
                </a:cubicBezTo>
                <a:cubicBezTo>
                  <a:pt x="1299248" y="44493"/>
                  <a:pt x="1297951" y="42754"/>
                  <a:pt x="1296155" y="41513"/>
                </a:cubicBezTo>
                <a:cubicBezTo>
                  <a:pt x="1294358" y="40273"/>
                  <a:pt x="1292196" y="39652"/>
                  <a:pt x="1289668" y="39652"/>
                </a:cubicBezTo>
                <a:cubicBezTo>
                  <a:pt x="1286430" y="39652"/>
                  <a:pt x="1283525" y="40539"/>
                  <a:pt x="1280952" y="42312"/>
                </a:cubicBezTo>
                <a:cubicBezTo>
                  <a:pt x="1278380" y="44083"/>
                  <a:pt x="1276617" y="46431"/>
                  <a:pt x="1275663" y="49356"/>
                </a:cubicBezTo>
                <a:cubicBezTo>
                  <a:pt x="1274710" y="52279"/>
                  <a:pt x="1274233" y="57684"/>
                  <a:pt x="1274233" y="65570"/>
                </a:cubicBezTo>
                <a:lnTo>
                  <a:pt x="1274233" y="97534"/>
                </a:lnTo>
                <a:lnTo>
                  <a:pt x="1255538" y="97534"/>
                </a:lnTo>
                <a:lnTo>
                  <a:pt x="1255538" y="26879"/>
                </a:lnTo>
                <a:lnTo>
                  <a:pt x="1272902" y="26879"/>
                </a:lnTo>
                <a:lnTo>
                  <a:pt x="1272902" y="37257"/>
                </a:lnTo>
                <a:cubicBezTo>
                  <a:pt x="1279067" y="29274"/>
                  <a:pt x="1286829" y="25282"/>
                  <a:pt x="1296188" y="25282"/>
                </a:cubicBezTo>
                <a:cubicBezTo>
                  <a:pt x="1300313" y="25282"/>
                  <a:pt x="1304083" y="26025"/>
                  <a:pt x="1307498" y="27511"/>
                </a:cubicBezTo>
                <a:cubicBezTo>
                  <a:pt x="1310914" y="28996"/>
                  <a:pt x="1313497" y="30893"/>
                  <a:pt x="1315249" y="33199"/>
                </a:cubicBezTo>
                <a:cubicBezTo>
                  <a:pt x="1317001" y="35505"/>
                  <a:pt x="1318221" y="38122"/>
                  <a:pt x="1318908" y="41050"/>
                </a:cubicBezTo>
                <a:cubicBezTo>
                  <a:pt x="1319596" y="43977"/>
                  <a:pt x="1319940" y="48168"/>
                  <a:pt x="1319940" y="53624"/>
                </a:cubicBezTo>
                <a:lnTo>
                  <a:pt x="1319940" y="97534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529279-3193-49E1-876C-E5B46782D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1111" y="1204932"/>
            <a:ext cx="1723758" cy="665185"/>
          </a:xfrm>
          <a:custGeom xmlns:a="http://schemas.openxmlformats.org/drawingml/2006/main">
            <a:pathLst>
              <a:path w="1723758" h="665185">
                <a:moveTo>
                  <a:pt x="0" y="110866"/>
                </a:moveTo>
                <a:lnTo>
                  <a:pt x="0" y="110866"/>
                </a:lnTo>
                <a:cubicBezTo>
                  <a:pt x="0" y="49637"/>
                  <a:pt x="49636" y="0"/>
                  <a:pt x="110866" y="0"/>
                </a:cubicBezTo>
                <a:lnTo>
                  <a:pt x="1612891" y="0"/>
                </a:lnTo>
                <a:cubicBezTo>
                  <a:pt x="1642295" y="0"/>
                  <a:pt x="1670494" y="11681"/>
                  <a:pt x="1691286" y="32472"/>
                </a:cubicBezTo>
                <a:cubicBezTo>
                  <a:pt x="1712077" y="53264"/>
                  <a:pt x="1723758" y="81463"/>
                  <a:pt x="1723758" y="110866"/>
                </a:cubicBezTo>
                <a:lnTo>
                  <a:pt x="1723758" y="554318"/>
                </a:lnTo>
                <a:cubicBezTo>
                  <a:pt x="1723758" y="615548"/>
                  <a:pt x="1674121" y="665185"/>
                  <a:pt x="1612891" y="665185"/>
                </a:cubicBezTo>
                <a:lnTo>
                  <a:pt x="110866" y="665185"/>
                </a:lnTo>
                <a:cubicBezTo>
                  <a:pt x="49636" y="665185"/>
                  <a:pt x="0" y="615548"/>
                  <a:pt x="0" y="554318"/>
                </a:cubicBezTo>
                <a:lnTo>
                  <a:pt x="0" y="110866"/>
                </a:lnTo>
                <a:close/>
              </a:path>
            </a:pathLst>
          </a:custGeom>
          <a:solidFill xmlns:a="http://schemas.openxmlformats.org/drawingml/2006/main">
            <a:srgbClr val="D9D2E9">
              <a:alpha val="221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Text 4.UnpatchingtoByte">
            <a:extLst xmlns:a="http://schemas.openxmlformats.org/drawingml/2006/main">
              <a:ext uri="{FF2B5EF4-FFF2-40B4-BE49-F238E27FC236}">
                <a16:creationId xmlns:a16="http://schemas.microsoft.com/office/drawing/2014/main" id="{6A78009E-9CE0-4C34-B1DA-C80ABCE6C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7504" y="1332348"/>
            <a:ext cx="1354827" cy="126276"/>
          </a:xfrm>
          <a:custGeom xmlns:a="http://schemas.openxmlformats.org/drawingml/2006/main">
            <a:pathLst>
              <a:path w="1354827" h="126276">
                <a:moveTo>
                  <a:pt x="42314" y="97534"/>
                </a:moveTo>
                <a:lnTo>
                  <a:pt x="42314" y="74116"/>
                </a:lnTo>
                <a:lnTo>
                  <a:pt x="0" y="74116"/>
                </a:lnTo>
                <a:lnTo>
                  <a:pt x="0" y="63071"/>
                </a:lnTo>
                <a:lnTo>
                  <a:pt x="44509" y="0"/>
                </a:lnTo>
                <a:lnTo>
                  <a:pt x="54289" y="0"/>
                </a:lnTo>
                <a:lnTo>
                  <a:pt x="54289" y="63071"/>
                </a:lnTo>
                <a:lnTo>
                  <a:pt x="67462" y="63071"/>
                </a:lnTo>
                <a:lnTo>
                  <a:pt x="67462" y="74116"/>
                </a:lnTo>
                <a:lnTo>
                  <a:pt x="54289" y="74116"/>
                </a:lnTo>
                <a:lnTo>
                  <a:pt x="54289" y="97534"/>
                </a:lnTo>
                <a:lnTo>
                  <a:pt x="42314" y="97534"/>
                </a:lnTo>
                <a:moveTo>
                  <a:pt x="42314" y="63071"/>
                </a:moveTo>
                <a:lnTo>
                  <a:pt x="42314" y="19336"/>
                </a:lnTo>
                <a:lnTo>
                  <a:pt x="11776" y="63071"/>
                </a:lnTo>
                <a:lnTo>
                  <a:pt x="42314" y="63071"/>
                </a:lnTo>
                <a:close/>
                <a:moveTo>
                  <a:pt x="86403" y="97534"/>
                </a:moveTo>
                <a:lnTo>
                  <a:pt x="86403" y="83829"/>
                </a:lnTo>
                <a:lnTo>
                  <a:pt x="100042" y="83829"/>
                </a:lnTo>
                <a:lnTo>
                  <a:pt x="100042" y="97534"/>
                </a:lnTo>
                <a:lnTo>
                  <a:pt x="86403" y="97534"/>
                </a:lnTo>
                <a:close/>
                <a:moveTo>
                  <a:pt x="159541" y="0"/>
                </a:moveTo>
                <a:lnTo>
                  <a:pt x="179234" y="0"/>
                </a:lnTo>
                <a:lnTo>
                  <a:pt x="179234" y="52826"/>
                </a:lnTo>
                <a:cubicBezTo>
                  <a:pt x="179234" y="61209"/>
                  <a:pt x="179478" y="66642"/>
                  <a:pt x="179966" y="69126"/>
                </a:cubicBezTo>
                <a:cubicBezTo>
                  <a:pt x="180809" y="73118"/>
                  <a:pt x="182816" y="76322"/>
                  <a:pt x="185987" y="78739"/>
                </a:cubicBezTo>
                <a:cubicBezTo>
                  <a:pt x="189159" y="81157"/>
                  <a:pt x="193494" y="82365"/>
                  <a:pt x="198994" y="82365"/>
                </a:cubicBezTo>
                <a:cubicBezTo>
                  <a:pt x="204583" y="82365"/>
                  <a:pt x="208796" y="81223"/>
                  <a:pt x="211635" y="78939"/>
                </a:cubicBezTo>
                <a:cubicBezTo>
                  <a:pt x="214474" y="76655"/>
                  <a:pt x="216181" y="73849"/>
                  <a:pt x="216758" y="70523"/>
                </a:cubicBezTo>
                <a:cubicBezTo>
                  <a:pt x="217334" y="67196"/>
                  <a:pt x="217623" y="61674"/>
                  <a:pt x="217623" y="53957"/>
                </a:cubicBezTo>
                <a:lnTo>
                  <a:pt x="217623" y="0"/>
                </a:lnTo>
                <a:lnTo>
                  <a:pt x="237316" y="0"/>
                </a:lnTo>
                <a:lnTo>
                  <a:pt x="237316" y="51264"/>
                </a:lnTo>
                <a:cubicBezTo>
                  <a:pt x="237316" y="62981"/>
                  <a:pt x="236784" y="71258"/>
                  <a:pt x="235719" y="76097"/>
                </a:cubicBezTo>
                <a:cubicBezTo>
                  <a:pt x="234655" y="80934"/>
                  <a:pt x="232692" y="85018"/>
                  <a:pt x="229831" y="88347"/>
                </a:cubicBezTo>
                <a:cubicBezTo>
                  <a:pt x="226970" y="91675"/>
                  <a:pt x="223145" y="94326"/>
                  <a:pt x="218355" y="96302"/>
                </a:cubicBezTo>
                <a:cubicBezTo>
                  <a:pt x="213564" y="98277"/>
                  <a:pt x="207310" y="99264"/>
                  <a:pt x="199593" y="99264"/>
                </a:cubicBezTo>
                <a:cubicBezTo>
                  <a:pt x="190279" y="99264"/>
                  <a:pt x="183215" y="98188"/>
                  <a:pt x="178403" y="96035"/>
                </a:cubicBezTo>
                <a:cubicBezTo>
                  <a:pt x="173590" y="93883"/>
                  <a:pt x="169787" y="91087"/>
                  <a:pt x="166993" y="87648"/>
                </a:cubicBezTo>
                <a:cubicBezTo>
                  <a:pt x="164198" y="84208"/>
                  <a:pt x="162358" y="80602"/>
                  <a:pt x="161471" y="76829"/>
                </a:cubicBezTo>
                <a:cubicBezTo>
                  <a:pt x="160184" y="71236"/>
                  <a:pt x="159541" y="62981"/>
                  <a:pt x="159541" y="52063"/>
                </a:cubicBezTo>
                <a:lnTo>
                  <a:pt x="159541" y="0"/>
                </a:lnTo>
                <a:close/>
                <a:moveTo>
                  <a:pt x="322187" y="97534"/>
                </a:moveTo>
                <a:lnTo>
                  <a:pt x="303492" y="97534"/>
                </a:lnTo>
                <a:lnTo>
                  <a:pt x="303492" y="61516"/>
                </a:lnTo>
                <a:cubicBezTo>
                  <a:pt x="303492" y="53896"/>
                  <a:pt x="303092" y="48967"/>
                  <a:pt x="302294" y="46730"/>
                </a:cubicBezTo>
                <a:cubicBezTo>
                  <a:pt x="301496" y="44493"/>
                  <a:pt x="300198" y="42754"/>
                  <a:pt x="298402" y="41513"/>
                </a:cubicBezTo>
                <a:cubicBezTo>
                  <a:pt x="296606" y="40273"/>
                  <a:pt x="294443" y="39652"/>
                  <a:pt x="291915" y="39652"/>
                </a:cubicBezTo>
                <a:cubicBezTo>
                  <a:pt x="288677" y="39652"/>
                  <a:pt x="285772" y="40539"/>
                  <a:pt x="283200" y="42312"/>
                </a:cubicBezTo>
                <a:cubicBezTo>
                  <a:pt x="280627" y="44083"/>
                  <a:pt x="278864" y="46431"/>
                  <a:pt x="277910" y="49356"/>
                </a:cubicBezTo>
                <a:cubicBezTo>
                  <a:pt x="276957" y="52279"/>
                  <a:pt x="276480" y="57684"/>
                  <a:pt x="276480" y="65570"/>
                </a:cubicBezTo>
                <a:lnTo>
                  <a:pt x="276480" y="97534"/>
                </a:lnTo>
                <a:lnTo>
                  <a:pt x="257785" y="97534"/>
                </a:lnTo>
                <a:lnTo>
                  <a:pt x="257785" y="26879"/>
                </a:lnTo>
                <a:lnTo>
                  <a:pt x="275149" y="26879"/>
                </a:lnTo>
                <a:lnTo>
                  <a:pt x="275149" y="37257"/>
                </a:lnTo>
                <a:cubicBezTo>
                  <a:pt x="281315" y="29274"/>
                  <a:pt x="289076" y="25282"/>
                  <a:pt x="298435" y="25282"/>
                </a:cubicBezTo>
                <a:cubicBezTo>
                  <a:pt x="302560" y="25282"/>
                  <a:pt x="306330" y="26025"/>
                  <a:pt x="309745" y="27511"/>
                </a:cubicBezTo>
                <a:cubicBezTo>
                  <a:pt x="313161" y="28996"/>
                  <a:pt x="315744" y="30893"/>
                  <a:pt x="317496" y="33199"/>
                </a:cubicBezTo>
                <a:cubicBezTo>
                  <a:pt x="319248" y="35505"/>
                  <a:pt x="320468" y="38122"/>
                  <a:pt x="321156" y="41050"/>
                </a:cubicBezTo>
                <a:cubicBezTo>
                  <a:pt x="321843" y="43977"/>
                  <a:pt x="322187" y="48168"/>
                  <a:pt x="322187" y="53624"/>
                </a:cubicBezTo>
                <a:lnTo>
                  <a:pt x="322187" y="97534"/>
                </a:lnTo>
                <a:close/>
                <a:moveTo>
                  <a:pt x="340501" y="26879"/>
                </a:moveTo>
                <a:lnTo>
                  <a:pt x="357932" y="26879"/>
                </a:lnTo>
                <a:lnTo>
                  <a:pt x="357932" y="37257"/>
                </a:lnTo>
                <a:cubicBezTo>
                  <a:pt x="360195" y="33709"/>
                  <a:pt x="363255" y="30826"/>
                  <a:pt x="367114" y="28608"/>
                </a:cubicBezTo>
                <a:cubicBezTo>
                  <a:pt x="370973" y="26391"/>
                  <a:pt x="375253" y="25282"/>
                  <a:pt x="379954" y="25282"/>
                </a:cubicBezTo>
                <a:cubicBezTo>
                  <a:pt x="388160" y="25282"/>
                  <a:pt x="395123" y="28497"/>
                  <a:pt x="400845" y="34929"/>
                </a:cubicBezTo>
                <a:cubicBezTo>
                  <a:pt x="406567" y="41360"/>
                  <a:pt x="409427" y="50320"/>
                  <a:pt x="409427" y="61807"/>
                </a:cubicBezTo>
                <a:cubicBezTo>
                  <a:pt x="409427" y="73605"/>
                  <a:pt x="406544" y="82776"/>
                  <a:pt x="400778" y="89318"/>
                </a:cubicBezTo>
                <a:cubicBezTo>
                  <a:pt x="395012" y="95860"/>
                  <a:pt x="388027" y="99131"/>
                  <a:pt x="379821" y="99131"/>
                </a:cubicBezTo>
                <a:cubicBezTo>
                  <a:pt x="375918" y="99131"/>
                  <a:pt x="372381" y="98355"/>
                  <a:pt x="369209" y="96803"/>
                </a:cubicBezTo>
                <a:cubicBezTo>
                  <a:pt x="366038" y="95250"/>
                  <a:pt x="362701" y="92589"/>
                  <a:pt x="359197" y="88819"/>
                </a:cubicBezTo>
                <a:lnTo>
                  <a:pt x="359197" y="124413"/>
                </a:lnTo>
                <a:lnTo>
                  <a:pt x="340501" y="124413"/>
                </a:lnTo>
                <a:lnTo>
                  <a:pt x="340501" y="26879"/>
                </a:lnTo>
                <a:moveTo>
                  <a:pt x="358997" y="60978"/>
                </a:moveTo>
                <a:cubicBezTo>
                  <a:pt x="358997" y="68905"/>
                  <a:pt x="360572" y="74761"/>
                  <a:pt x="363721" y="78548"/>
                </a:cubicBezTo>
                <a:cubicBezTo>
                  <a:pt x="366870" y="82335"/>
                  <a:pt x="370706" y="84228"/>
                  <a:pt x="375231" y="84228"/>
                </a:cubicBezTo>
                <a:cubicBezTo>
                  <a:pt x="379577" y="84228"/>
                  <a:pt x="383192" y="82490"/>
                  <a:pt x="386075" y="79014"/>
                </a:cubicBezTo>
                <a:cubicBezTo>
                  <a:pt x="388958" y="75538"/>
                  <a:pt x="390400" y="69835"/>
                  <a:pt x="390400" y="61907"/>
                </a:cubicBezTo>
                <a:cubicBezTo>
                  <a:pt x="390400" y="54511"/>
                  <a:pt x="388914" y="49020"/>
                  <a:pt x="385942" y="45432"/>
                </a:cubicBezTo>
                <a:cubicBezTo>
                  <a:pt x="382970" y="41845"/>
                  <a:pt x="379289" y="40052"/>
                  <a:pt x="374898" y="40052"/>
                </a:cubicBezTo>
                <a:cubicBezTo>
                  <a:pt x="370329" y="40052"/>
                  <a:pt x="366537" y="41812"/>
                  <a:pt x="363521" y="45333"/>
                </a:cubicBezTo>
                <a:cubicBezTo>
                  <a:pt x="360505" y="48853"/>
                  <a:pt x="358997" y="54068"/>
                  <a:pt x="358997" y="60978"/>
                </a:cubicBezTo>
                <a:close/>
                <a:moveTo>
                  <a:pt x="438121" y="48701"/>
                </a:moveTo>
                <a:lnTo>
                  <a:pt x="421156" y="45640"/>
                </a:lnTo>
                <a:cubicBezTo>
                  <a:pt x="423063" y="38720"/>
                  <a:pt x="426345" y="33597"/>
                  <a:pt x="431002" y="30272"/>
                </a:cubicBezTo>
                <a:cubicBezTo>
                  <a:pt x="435660" y="26945"/>
                  <a:pt x="442579" y="25282"/>
                  <a:pt x="451760" y="25282"/>
                </a:cubicBezTo>
                <a:cubicBezTo>
                  <a:pt x="460099" y="25282"/>
                  <a:pt x="466308" y="26269"/>
                  <a:pt x="470389" y="28242"/>
                </a:cubicBezTo>
                <a:cubicBezTo>
                  <a:pt x="474469" y="30216"/>
                  <a:pt x="477341" y="32722"/>
                  <a:pt x="479005" y="35760"/>
                </a:cubicBezTo>
                <a:cubicBezTo>
                  <a:pt x="480668" y="38799"/>
                  <a:pt x="481499" y="44376"/>
                  <a:pt x="481499" y="52493"/>
                </a:cubicBezTo>
                <a:lnTo>
                  <a:pt x="481300" y="74315"/>
                </a:lnTo>
                <a:cubicBezTo>
                  <a:pt x="481300" y="80525"/>
                  <a:pt x="481599" y="85104"/>
                  <a:pt x="482198" y="88054"/>
                </a:cubicBezTo>
                <a:cubicBezTo>
                  <a:pt x="482797" y="91003"/>
                  <a:pt x="483917" y="94164"/>
                  <a:pt x="485558" y="97534"/>
                </a:cubicBezTo>
                <a:lnTo>
                  <a:pt x="467062" y="97534"/>
                </a:lnTo>
                <a:cubicBezTo>
                  <a:pt x="466574" y="96293"/>
                  <a:pt x="465976" y="94452"/>
                  <a:pt x="465266" y="92012"/>
                </a:cubicBezTo>
                <a:cubicBezTo>
                  <a:pt x="464955" y="90904"/>
                  <a:pt x="464734" y="90172"/>
                  <a:pt x="464601" y="89817"/>
                </a:cubicBezTo>
                <a:cubicBezTo>
                  <a:pt x="461407" y="92922"/>
                  <a:pt x="457992" y="95250"/>
                  <a:pt x="454355" y="96803"/>
                </a:cubicBezTo>
                <a:cubicBezTo>
                  <a:pt x="450718" y="98355"/>
                  <a:pt x="446837" y="99131"/>
                  <a:pt x="442712" y="99131"/>
                </a:cubicBezTo>
                <a:cubicBezTo>
                  <a:pt x="435438" y="99131"/>
                  <a:pt x="429705" y="97166"/>
                  <a:pt x="425514" y="93235"/>
                </a:cubicBezTo>
                <a:cubicBezTo>
                  <a:pt x="421322" y="89304"/>
                  <a:pt x="419226" y="84335"/>
                  <a:pt x="419226" y="78328"/>
                </a:cubicBezTo>
                <a:cubicBezTo>
                  <a:pt x="419226" y="74353"/>
                  <a:pt x="420180" y="70808"/>
                  <a:pt x="422087" y="67695"/>
                </a:cubicBezTo>
                <a:cubicBezTo>
                  <a:pt x="423994" y="64581"/>
                  <a:pt x="426667" y="62195"/>
                  <a:pt x="430104" y="60539"/>
                </a:cubicBezTo>
                <a:cubicBezTo>
                  <a:pt x="433542" y="58883"/>
                  <a:pt x="438498" y="57436"/>
                  <a:pt x="444974" y="56200"/>
                </a:cubicBezTo>
                <a:cubicBezTo>
                  <a:pt x="453712" y="54566"/>
                  <a:pt x="459766" y="53042"/>
                  <a:pt x="463137" y="51628"/>
                </a:cubicBezTo>
                <a:lnTo>
                  <a:pt x="463137" y="49744"/>
                </a:lnTo>
                <a:cubicBezTo>
                  <a:pt x="463137" y="46112"/>
                  <a:pt x="462250" y="43522"/>
                  <a:pt x="460476" y="41975"/>
                </a:cubicBezTo>
                <a:cubicBezTo>
                  <a:pt x="458701" y="40427"/>
                  <a:pt x="455353" y="39652"/>
                  <a:pt x="450429" y="39652"/>
                </a:cubicBezTo>
                <a:cubicBezTo>
                  <a:pt x="447103" y="39652"/>
                  <a:pt x="444508" y="40322"/>
                  <a:pt x="442645" y="41661"/>
                </a:cubicBezTo>
                <a:cubicBezTo>
                  <a:pt x="440782" y="42998"/>
                  <a:pt x="439274" y="45345"/>
                  <a:pt x="438121" y="48701"/>
                </a:cubicBezTo>
                <a:moveTo>
                  <a:pt x="463137" y="63870"/>
                </a:moveTo>
                <a:cubicBezTo>
                  <a:pt x="460742" y="64658"/>
                  <a:pt x="456949" y="65601"/>
                  <a:pt x="451760" y="66697"/>
                </a:cubicBezTo>
                <a:cubicBezTo>
                  <a:pt x="446571" y="67792"/>
                  <a:pt x="443178" y="68866"/>
                  <a:pt x="441581" y="69918"/>
                </a:cubicBezTo>
                <a:cubicBezTo>
                  <a:pt x="439141" y="71627"/>
                  <a:pt x="437922" y="73796"/>
                  <a:pt x="437922" y="76425"/>
                </a:cubicBezTo>
                <a:cubicBezTo>
                  <a:pt x="437922" y="79012"/>
                  <a:pt x="438897" y="81248"/>
                  <a:pt x="440849" y="83133"/>
                </a:cubicBezTo>
                <a:cubicBezTo>
                  <a:pt x="442801" y="85016"/>
                  <a:pt x="445284" y="85958"/>
                  <a:pt x="448300" y="85958"/>
                </a:cubicBezTo>
                <a:cubicBezTo>
                  <a:pt x="451671" y="85958"/>
                  <a:pt x="454887" y="84862"/>
                  <a:pt x="457947" y="82671"/>
                </a:cubicBezTo>
                <a:cubicBezTo>
                  <a:pt x="460210" y="81006"/>
                  <a:pt x="461695" y="78968"/>
                  <a:pt x="462405" y="76556"/>
                </a:cubicBezTo>
                <a:cubicBezTo>
                  <a:pt x="462893" y="74979"/>
                  <a:pt x="463137" y="71978"/>
                  <a:pt x="463137" y="67552"/>
                </a:cubicBezTo>
                <a:lnTo>
                  <a:pt x="463137" y="63870"/>
                </a:lnTo>
                <a:close/>
                <a:moveTo>
                  <a:pt x="532308" y="26879"/>
                </a:moveTo>
                <a:lnTo>
                  <a:pt x="532308" y="41781"/>
                </a:lnTo>
                <a:lnTo>
                  <a:pt x="519534" y="41781"/>
                </a:lnTo>
                <a:lnTo>
                  <a:pt x="519534" y="70211"/>
                </a:lnTo>
                <a:cubicBezTo>
                  <a:pt x="519534" y="75969"/>
                  <a:pt x="519656" y="79324"/>
                  <a:pt x="519900" y="80276"/>
                </a:cubicBezTo>
                <a:cubicBezTo>
                  <a:pt x="520144" y="81227"/>
                  <a:pt x="520699" y="82013"/>
                  <a:pt x="521564" y="82634"/>
                </a:cubicBezTo>
                <a:cubicBezTo>
                  <a:pt x="522428" y="83253"/>
                  <a:pt x="523482" y="83563"/>
                  <a:pt x="524724" y="83563"/>
                </a:cubicBezTo>
                <a:cubicBezTo>
                  <a:pt x="526454" y="83563"/>
                  <a:pt x="528960" y="82964"/>
                  <a:pt x="532242" y="81767"/>
                </a:cubicBezTo>
                <a:lnTo>
                  <a:pt x="533839" y="96324"/>
                </a:lnTo>
                <a:cubicBezTo>
                  <a:pt x="529492" y="98196"/>
                  <a:pt x="524569" y="99131"/>
                  <a:pt x="519069" y="99131"/>
                </a:cubicBezTo>
                <a:cubicBezTo>
                  <a:pt x="515698" y="99131"/>
                  <a:pt x="512660" y="98566"/>
                  <a:pt x="509954" y="97435"/>
                </a:cubicBezTo>
                <a:cubicBezTo>
                  <a:pt x="507248" y="96304"/>
                  <a:pt x="505263" y="94840"/>
                  <a:pt x="503999" y="93044"/>
                </a:cubicBezTo>
                <a:cubicBezTo>
                  <a:pt x="502735" y="91247"/>
                  <a:pt x="501859" y="88819"/>
                  <a:pt x="501371" y="85758"/>
                </a:cubicBezTo>
                <a:cubicBezTo>
                  <a:pt x="500972" y="83585"/>
                  <a:pt x="500773" y="79194"/>
                  <a:pt x="500773" y="72585"/>
                </a:cubicBezTo>
                <a:lnTo>
                  <a:pt x="500773" y="41781"/>
                </a:lnTo>
                <a:lnTo>
                  <a:pt x="492190" y="41781"/>
                </a:lnTo>
                <a:lnTo>
                  <a:pt x="492190" y="26879"/>
                </a:lnTo>
                <a:lnTo>
                  <a:pt x="500773" y="26879"/>
                </a:lnTo>
                <a:lnTo>
                  <a:pt x="500773" y="12774"/>
                </a:lnTo>
                <a:lnTo>
                  <a:pt x="519534" y="1730"/>
                </a:lnTo>
                <a:lnTo>
                  <a:pt x="519534" y="26879"/>
                </a:lnTo>
                <a:lnTo>
                  <a:pt x="532308" y="26879"/>
                </a:lnTo>
                <a:close/>
                <a:moveTo>
                  <a:pt x="606889" y="47769"/>
                </a:moveTo>
                <a:lnTo>
                  <a:pt x="588459" y="51096"/>
                </a:lnTo>
                <a:cubicBezTo>
                  <a:pt x="587839" y="47437"/>
                  <a:pt x="586430" y="44681"/>
                  <a:pt x="584235" y="42829"/>
                </a:cubicBezTo>
                <a:cubicBezTo>
                  <a:pt x="582039" y="40978"/>
                  <a:pt x="579189" y="40052"/>
                  <a:pt x="575686" y="40052"/>
                </a:cubicBezTo>
                <a:cubicBezTo>
                  <a:pt x="571028" y="40052"/>
                  <a:pt x="567314" y="41655"/>
                  <a:pt x="564542" y="44861"/>
                </a:cubicBezTo>
                <a:cubicBezTo>
                  <a:pt x="561769" y="48067"/>
                  <a:pt x="560383" y="53428"/>
                  <a:pt x="560383" y="60944"/>
                </a:cubicBezTo>
                <a:cubicBezTo>
                  <a:pt x="560383" y="69302"/>
                  <a:pt x="561792" y="75206"/>
                  <a:pt x="564608" y="78656"/>
                </a:cubicBezTo>
                <a:cubicBezTo>
                  <a:pt x="567425" y="82105"/>
                  <a:pt x="571206" y="83829"/>
                  <a:pt x="575952" y="83829"/>
                </a:cubicBezTo>
                <a:cubicBezTo>
                  <a:pt x="579500" y="83829"/>
                  <a:pt x="582405" y="82820"/>
                  <a:pt x="584667" y="80802"/>
                </a:cubicBezTo>
                <a:cubicBezTo>
                  <a:pt x="586929" y="78784"/>
                  <a:pt x="588526" y="75313"/>
                  <a:pt x="589457" y="70390"/>
                </a:cubicBezTo>
                <a:lnTo>
                  <a:pt x="607820" y="73583"/>
                </a:lnTo>
                <a:cubicBezTo>
                  <a:pt x="605913" y="82011"/>
                  <a:pt x="602254" y="88375"/>
                  <a:pt x="596842" y="92678"/>
                </a:cubicBezTo>
                <a:cubicBezTo>
                  <a:pt x="591431" y="96980"/>
                  <a:pt x="584179" y="99131"/>
                  <a:pt x="575087" y="99131"/>
                </a:cubicBezTo>
                <a:cubicBezTo>
                  <a:pt x="564752" y="99131"/>
                  <a:pt x="556513" y="95871"/>
                  <a:pt x="550370" y="89351"/>
                </a:cubicBezTo>
                <a:cubicBezTo>
                  <a:pt x="544227" y="82831"/>
                  <a:pt x="541156" y="73805"/>
                  <a:pt x="541156" y="62273"/>
                </a:cubicBezTo>
                <a:cubicBezTo>
                  <a:pt x="541156" y="50608"/>
                  <a:pt x="544239" y="41526"/>
                  <a:pt x="550404" y="35029"/>
                </a:cubicBezTo>
                <a:cubicBezTo>
                  <a:pt x="556569" y="28531"/>
                  <a:pt x="564907" y="25282"/>
                  <a:pt x="575419" y="25282"/>
                </a:cubicBezTo>
                <a:cubicBezTo>
                  <a:pt x="584024" y="25282"/>
                  <a:pt x="590866" y="27134"/>
                  <a:pt x="595944" y="30837"/>
                </a:cubicBezTo>
                <a:cubicBezTo>
                  <a:pt x="601023" y="34541"/>
                  <a:pt x="604671" y="40185"/>
                  <a:pt x="606889" y="47769"/>
                </a:cubicBezTo>
                <a:close/>
                <a:moveTo>
                  <a:pt x="639668" y="0"/>
                </a:moveTo>
                <a:lnTo>
                  <a:pt x="639668" y="35910"/>
                </a:lnTo>
                <a:cubicBezTo>
                  <a:pt x="645700" y="28825"/>
                  <a:pt x="652907" y="25282"/>
                  <a:pt x="661290" y="25282"/>
                </a:cubicBezTo>
                <a:cubicBezTo>
                  <a:pt x="665592" y="25282"/>
                  <a:pt x="669473" y="26080"/>
                  <a:pt x="672933" y="27677"/>
                </a:cubicBezTo>
                <a:cubicBezTo>
                  <a:pt x="676393" y="29274"/>
                  <a:pt x="678998" y="31314"/>
                  <a:pt x="680750" y="33798"/>
                </a:cubicBezTo>
                <a:cubicBezTo>
                  <a:pt x="682502" y="36282"/>
                  <a:pt x="683700" y="39032"/>
                  <a:pt x="684343" y="42048"/>
                </a:cubicBezTo>
                <a:cubicBezTo>
                  <a:pt x="684986" y="45064"/>
                  <a:pt x="685308" y="49743"/>
                  <a:pt x="685308" y="56086"/>
                </a:cubicBezTo>
                <a:lnTo>
                  <a:pt x="685308" y="97534"/>
                </a:lnTo>
                <a:lnTo>
                  <a:pt x="666613" y="97534"/>
                </a:lnTo>
                <a:lnTo>
                  <a:pt x="666613" y="60254"/>
                </a:lnTo>
                <a:cubicBezTo>
                  <a:pt x="666613" y="52855"/>
                  <a:pt x="666258" y="48159"/>
                  <a:pt x="665548" y="46166"/>
                </a:cubicBezTo>
                <a:cubicBezTo>
                  <a:pt x="664838" y="44172"/>
                  <a:pt x="663585" y="42587"/>
                  <a:pt x="661789" y="41413"/>
                </a:cubicBezTo>
                <a:cubicBezTo>
                  <a:pt x="659993" y="40239"/>
                  <a:pt x="657742" y="39652"/>
                  <a:pt x="655036" y="39652"/>
                </a:cubicBezTo>
                <a:cubicBezTo>
                  <a:pt x="651931" y="39652"/>
                  <a:pt x="649159" y="40406"/>
                  <a:pt x="646720" y="41912"/>
                </a:cubicBezTo>
                <a:cubicBezTo>
                  <a:pt x="644280" y="43419"/>
                  <a:pt x="642495" y="45689"/>
                  <a:pt x="641364" y="48724"/>
                </a:cubicBezTo>
                <a:cubicBezTo>
                  <a:pt x="640233" y="51758"/>
                  <a:pt x="639668" y="56244"/>
                  <a:pt x="639668" y="62182"/>
                </a:cubicBezTo>
                <a:lnTo>
                  <a:pt x="639668" y="97534"/>
                </a:lnTo>
                <a:lnTo>
                  <a:pt x="620972" y="97534"/>
                </a:lnTo>
                <a:lnTo>
                  <a:pt x="620972" y="0"/>
                </a:lnTo>
                <a:lnTo>
                  <a:pt x="639668" y="0"/>
                </a:lnTo>
                <a:close/>
                <a:moveTo>
                  <a:pt x="704155" y="17298"/>
                </a:moveTo>
                <a:lnTo>
                  <a:pt x="704155" y="0"/>
                </a:lnTo>
                <a:lnTo>
                  <a:pt x="722850" y="0"/>
                </a:lnTo>
                <a:lnTo>
                  <a:pt x="722850" y="17298"/>
                </a:lnTo>
                <a:lnTo>
                  <a:pt x="704155" y="17298"/>
                </a:lnTo>
                <a:moveTo>
                  <a:pt x="704155" y="97534"/>
                </a:moveTo>
                <a:lnTo>
                  <a:pt x="704155" y="26879"/>
                </a:lnTo>
                <a:lnTo>
                  <a:pt x="722850" y="26879"/>
                </a:lnTo>
                <a:lnTo>
                  <a:pt x="722850" y="97534"/>
                </a:lnTo>
                <a:lnTo>
                  <a:pt x="704155" y="97534"/>
                </a:lnTo>
                <a:close/>
                <a:moveTo>
                  <a:pt x="806166" y="97534"/>
                </a:moveTo>
                <a:lnTo>
                  <a:pt x="787471" y="97534"/>
                </a:lnTo>
                <a:lnTo>
                  <a:pt x="787471" y="61516"/>
                </a:lnTo>
                <a:cubicBezTo>
                  <a:pt x="787471" y="53896"/>
                  <a:pt x="787072" y="48967"/>
                  <a:pt x="786274" y="46730"/>
                </a:cubicBezTo>
                <a:cubicBezTo>
                  <a:pt x="785475" y="44493"/>
                  <a:pt x="784178" y="42754"/>
                  <a:pt x="782382" y="41513"/>
                </a:cubicBezTo>
                <a:cubicBezTo>
                  <a:pt x="780585" y="40273"/>
                  <a:pt x="778423" y="39652"/>
                  <a:pt x="775895" y="39652"/>
                </a:cubicBezTo>
                <a:cubicBezTo>
                  <a:pt x="772657" y="39652"/>
                  <a:pt x="769752" y="40539"/>
                  <a:pt x="767179" y="42312"/>
                </a:cubicBezTo>
                <a:cubicBezTo>
                  <a:pt x="764607" y="44083"/>
                  <a:pt x="762844" y="46431"/>
                  <a:pt x="761890" y="49356"/>
                </a:cubicBezTo>
                <a:cubicBezTo>
                  <a:pt x="760936" y="52279"/>
                  <a:pt x="760460" y="57684"/>
                  <a:pt x="760460" y="65570"/>
                </a:cubicBezTo>
                <a:lnTo>
                  <a:pt x="760460" y="97534"/>
                </a:lnTo>
                <a:lnTo>
                  <a:pt x="741764" y="97534"/>
                </a:lnTo>
                <a:lnTo>
                  <a:pt x="741764" y="26879"/>
                </a:lnTo>
                <a:lnTo>
                  <a:pt x="759129" y="26879"/>
                </a:lnTo>
                <a:lnTo>
                  <a:pt x="759129" y="37257"/>
                </a:lnTo>
                <a:cubicBezTo>
                  <a:pt x="765294" y="29274"/>
                  <a:pt x="773056" y="25282"/>
                  <a:pt x="782415" y="25282"/>
                </a:cubicBezTo>
                <a:cubicBezTo>
                  <a:pt x="786540" y="25282"/>
                  <a:pt x="790310" y="26025"/>
                  <a:pt x="793725" y="27511"/>
                </a:cubicBezTo>
                <a:cubicBezTo>
                  <a:pt x="797140" y="28996"/>
                  <a:pt x="799724" y="30893"/>
                  <a:pt x="801476" y="33199"/>
                </a:cubicBezTo>
                <a:cubicBezTo>
                  <a:pt x="803228" y="35505"/>
                  <a:pt x="804448" y="38122"/>
                  <a:pt x="805135" y="41050"/>
                </a:cubicBezTo>
                <a:cubicBezTo>
                  <a:pt x="805823" y="43977"/>
                  <a:pt x="806166" y="48168"/>
                  <a:pt x="806166" y="53624"/>
                </a:cubicBezTo>
                <a:lnTo>
                  <a:pt x="806166" y="97534"/>
                </a:lnTo>
                <a:close/>
                <a:moveTo>
                  <a:pt x="823283" y="102059"/>
                </a:moveTo>
                <a:lnTo>
                  <a:pt x="844640" y="104720"/>
                </a:lnTo>
                <a:cubicBezTo>
                  <a:pt x="844995" y="107227"/>
                  <a:pt x="845815" y="108951"/>
                  <a:pt x="847102" y="109891"/>
                </a:cubicBezTo>
                <a:cubicBezTo>
                  <a:pt x="848876" y="111234"/>
                  <a:pt x="851670" y="111905"/>
                  <a:pt x="855484" y="111905"/>
                </a:cubicBezTo>
                <a:cubicBezTo>
                  <a:pt x="860363" y="111905"/>
                  <a:pt x="864023" y="111168"/>
                  <a:pt x="866462" y="109693"/>
                </a:cubicBezTo>
                <a:cubicBezTo>
                  <a:pt x="868103" y="108710"/>
                  <a:pt x="869345" y="107125"/>
                  <a:pt x="870188" y="104936"/>
                </a:cubicBezTo>
                <a:cubicBezTo>
                  <a:pt x="870764" y="103373"/>
                  <a:pt x="871053" y="100492"/>
                  <a:pt x="871053" y="96293"/>
                </a:cubicBezTo>
                <a:lnTo>
                  <a:pt x="871053" y="85906"/>
                </a:lnTo>
                <a:cubicBezTo>
                  <a:pt x="865464" y="93658"/>
                  <a:pt x="858412" y="97534"/>
                  <a:pt x="849896" y="97534"/>
                </a:cubicBezTo>
                <a:cubicBezTo>
                  <a:pt x="840404" y="97534"/>
                  <a:pt x="832886" y="93520"/>
                  <a:pt x="827342" y="85492"/>
                </a:cubicBezTo>
                <a:cubicBezTo>
                  <a:pt x="822995" y="79150"/>
                  <a:pt x="820822" y="71255"/>
                  <a:pt x="820822" y="61807"/>
                </a:cubicBezTo>
                <a:cubicBezTo>
                  <a:pt x="820822" y="49965"/>
                  <a:pt x="823672" y="40917"/>
                  <a:pt x="829371" y="34663"/>
                </a:cubicBezTo>
                <a:cubicBezTo>
                  <a:pt x="835070" y="28409"/>
                  <a:pt x="842156" y="25282"/>
                  <a:pt x="850628" y="25282"/>
                </a:cubicBezTo>
                <a:cubicBezTo>
                  <a:pt x="859365" y="25282"/>
                  <a:pt x="866573" y="29136"/>
                  <a:pt x="872250" y="36846"/>
                </a:cubicBezTo>
                <a:lnTo>
                  <a:pt x="872250" y="26879"/>
                </a:lnTo>
                <a:lnTo>
                  <a:pt x="889748" y="26879"/>
                </a:lnTo>
                <a:lnTo>
                  <a:pt x="889748" y="90324"/>
                </a:lnTo>
                <a:cubicBezTo>
                  <a:pt x="889748" y="98668"/>
                  <a:pt x="889060" y="104904"/>
                  <a:pt x="887685" y="109032"/>
                </a:cubicBezTo>
                <a:cubicBezTo>
                  <a:pt x="886310" y="113160"/>
                  <a:pt x="884381" y="116399"/>
                  <a:pt x="881897" y="118752"/>
                </a:cubicBezTo>
                <a:cubicBezTo>
                  <a:pt x="879413" y="121105"/>
                  <a:pt x="876098" y="122947"/>
                  <a:pt x="871951" y="124278"/>
                </a:cubicBezTo>
                <a:cubicBezTo>
                  <a:pt x="867804" y="125610"/>
                  <a:pt x="862559" y="126276"/>
                  <a:pt x="856216" y="126276"/>
                </a:cubicBezTo>
                <a:cubicBezTo>
                  <a:pt x="844241" y="126276"/>
                  <a:pt x="835747" y="124207"/>
                  <a:pt x="830735" y="120070"/>
                </a:cubicBezTo>
                <a:cubicBezTo>
                  <a:pt x="825723" y="115934"/>
                  <a:pt x="823217" y="110690"/>
                  <a:pt x="823217" y="104339"/>
                </a:cubicBezTo>
                <a:cubicBezTo>
                  <a:pt x="823217" y="103713"/>
                  <a:pt x="823239" y="102953"/>
                  <a:pt x="823283" y="102059"/>
                </a:cubicBezTo>
                <a:moveTo>
                  <a:pt x="839983" y="60743"/>
                </a:moveTo>
                <a:cubicBezTo>
                  <a:pt x="839983" y="68216"/>
                  <a:pt x="841435" y="73689"/>
                  <a:pt x="844340" y="77159"/>
                </a:cubicBezTo>
                <a:cubicBezTo>
                  <a:pt x="847246" y="80630"/>
                  <a:pt x="850827" y="82365"/>
                  <a:pt x="855085" y="82365"/>
                </a:cubicBezTo>
                <a:cubicBezTo>
                  <a:pt x="859654" y="82365"/>
                  <a:pt x="863513" y="80586"/>
                  <a:pt x="866662" y="77026"/>
                </a:cubicBezTo>
                <a:cubicBezTo>
                  <a:pt x="869811" y="73467"/>
                  <a:pt x="871385" y="68194"/>
                  <a:pt x="871385" y="61209"/>
                </a:cubicBezTo>
                <a:cubicBezTo>
                  <a:pt x="871385" y="53912"/>
                  <a:pt x="869877" y="48496"/>
                  <a:pt x="866861" y="44958"/>
                </a:cubicBezTo>
                <a:cubicBezTo>
                  <a:pt x="863845" y="41421"/>
                  <a:pt x="860031" y="39652"/>
                  <a:pt x="855418" y="39652"/>
                </a:cubicBezTo>
                <a:cubicBezTo>
                  <a:pt x="850938" y="39652"/>
                  <a:pt x="847246" y="41388"/>
                  <a:pt x="844340" y="44859"/>
                </a:cubicBezTo>
                <a:cubicBezTo>
                  <a:pt x="841435" y="48329"/>
                  <a:pt x="839983" y="53624"/>
                  <a:pt x="839983" y="60743"/>
                </a:cubicBezTo>
                <a:close/>
                <a:moveTo>
                  <a:pt x="971971" y="86823"/>
                </a:moveTo>
                <a:lnTo>
                  <a:pt x="973701" y="97401"/>
                </a:lnTo>
                <a:cubicBezTo>
                  <a:pt x="970330" y="98111"/>
                  <a:pt x="967314" y="98466"/>
                  <a:pt x="964653" y="98466"/>
                </a:cubicBezTo>
                <a:cubicBezTo>
                  <a:pt x="960306" y="98466"/>
                  <a:pt x="956935" y="97778"/>
                  <a:pt x="954540" y="96403"/>
                </a:cubicBezTo>
                <a:cubicBezTo>
                  <a:pt x="952145" y="95028"/>
                  <a:pt x="950460" y="93221"/>
                  <a:pt x="949484" y="90981"/>
                </a:cubicBezTo>
                <a:cubicBezTo>
                  <a:pt x="948508" y="88741"/>
                  <a:pt x="948020" y="84029"/>
                  <a:pt x="948020" y="76843"/>
                </a:cubicBezTo>
                <a:lnTo>
                  <a:pt x="948020" y="36193"/>
                </a:lnTo>
                <a:lnTo>
                  <a:pt x="939238" y="36193"/>
                </a:lnTo>
                <a:lnTo>
                  <a:pt x="939238" y="26879"/>
                </a:lnTo>
                <a:lnTo>
                  <a:pt x="948020" y="26879"/>
                </a:lnTo>
                <a:lnTo>
                  <a:pt x="948020" y="9381"/>
                </a:lnTo>
                <a:lnTo>
                  <a:pt x="959929" y="2196"/>
                </a:lnTo>
                <a:lnTo>
                  <a:pt x="959929" y="26879"/>
                </a:lnTo>
                <a:lnTo>
                  <a:pt x="971971" y="26879"/>
                </a:lnTo>
                <a:lnTo>
                  <a:pt x="971971" y="36193"/>
                </a:lnTo>
                <a:lnTo>
                  <a:pt x="959929" y="36193"/>
                </a:lnTo>
                <a:lnTo>
                  <a:pt x="959929" y="77509"/>
                </a:lnTo>
                <a:cubicBezTo>
                  <a:pt x="959929" y="80924"/>
                  <a:pt x="960140" y="83119"/>
                  <a:pt x="960561" y="84095"/>
                </a:cubicBezTo>
                <a:cubicBezTo>
                  <a:pt x="960983" y="85071"/>
                  <a:pt x="961670" y="85847"/>
                  <a:pt x="962624" y="86424"/>
                </a:cubicBezTo>
                <a:cubicBezTo>
                  <a:pt x="963577" y="87000"/>
                  <a:pt x="964941" y="87289"/>
                  <a:pt x="966715" y="87289"/>
                </a:cubicBezTo>
                <a:cubicBezTo>
                  <a:pt x="968046" y="87289"/>
                  <a:pt x="969798" y="87133"/>
                  <a:pt x="971971" y="86823"/>
                </a:cubicBezTo>
                <a:close/>
                <a:moveTo>
                  <a:pt x="979110" y="62207"/>
                </a:moveTo>
                <a:cubicBezTo>
                  <a:pt x="979110" y="49122"/>
                  <a:pt x="982747" y="39431"/>
                  <a:pt x="990021" y="33132"/>
                </a:cubicBezTo>
                <a:cubicBezTo>
                  <a:pt x="996097" y="27899"/>
                  <a:pt x="1003504" y="25282"/>
                  <a:pt x="1012242" y="25282"/>
                </a:cubicBezTo>
                <a:cubicBezTo>
                  <a:pt x="1021956" y="25282"/>
                  <a:pt x="1029895" y="28464"/>
                  <a:pt x="1036060" y="34829"/>
                </a:cubicBezTo>
                <a:cubicBezTo>
                  <a:pt x="1042226" y="41194"/>
                  <a:pt x="1045308" y="49987"/>
                  <a:pt x="1045308" y="61209"/>
                </a:cubicBezTo>
                <a:cubicBezTo>
                  <a:pt x="1045308" y="70301"/>
                  <a:pt x="1043944" y="77453"/>
                  <a:pt x="1041216" y="82665"/>
                </a:cubicBezTo>
                <a:cubicBezTo>
                  <a:pt x="1038489" y="87876"/>
                  <a:pt x="1034519" y="91924"/>
                  <a:pt x="1029307" y="94807"/>
                </a:cubicBezTo>
                <a:cubicBezTo>
                  <a:pt x="1024096" y="97690"/>
                  <a:pt x="1018407" y="99131"/>
                  <a:pt x="1012242" y="99131"/>
                </a:cubicBezTo>
                <a:cubicBezTo>
                  <a:pt x="1002351" y="99131"/>
                  <a:pt x="994356" y="95960"/>
                  <a:pt x="988258" y="89617"/>
                </a:cubicBezTo>
                <a:cubicBezTo>
                  <a:pt x="982159" y="83275"/>
                  <a:pt x="979110" y="74138"/>
                  <a:pt x="979110" y="62207"/>
                </a:cubicBezTo>
                <a:moveTo>
                  <a:pt x="991418" y="62240"/>
                </a:moveTo>
                <a:cubicBezTo>
                  <a:pt x="991418" y="71277"/>
                  <a:pt x="993392" y="78044"/>
                  <a:pt x="997339" y="82540"/>
                </a:cubicBezTo>
                <a:cubicBezTo>
                  <a:pt x="1001287" y="87036"/>
                  <a:pt x="1006254" y="89285"/>
                  <a:pt x="1012242" y="89285"/>
                </a:cubicBezTo>
                <a:cubicBezTo>
                  <a:pt x="1018186" y="89285"/>
                  <a:pt x="1023131" y="87025"/>
                  <a:pt x="1027079" y="82507"/>
                </a:cubicBezTo>
                <a:cubicBezTo>
                  <a:pt x="1031026" y="77988"/>
                  <a:pt x="1033000" y="71099"/>
                  <a:pt x="1033000" y="61841"/>
                </a:cubicBezTo>
                <a:cubicBezTo>
                  <a:pt x="1033000" y="53114"/>
                  <a:pt x="1031015" y="46502"/>
                  <a:pt x="1027045" y="42006"/>
                </a:cubicBezTo>
                <a:cubicBezTo>
                  <a:pt x="1023076" y="37510"/>
                  <a:pt x="1018141" y="35261"/>
                  <a:pt x="1012242" y="35261"/>
                </a:cubicBezTo>
                <a:cubicBezTo>
                  <a:pt x="1006254" y="35261"/>
                  <a:pt x="1001287" y="37499"/>
                  <a:pt x="997339" y="41973"/>
                </a:cubicBezTo>
                <a:cubicBezTo>
                  <a:pt x="993392" y="46447"/>
                  <a:pt x="991418" y="53203"/>
                  <a:pt x="991418" y="62240"/>
                </a:cubicBezTo>
                <a:close/>
                <a:moveTo>
                  <a:pt x="1098066" y="97534"/>
                </a:moveTo>
                <a:lnTo>
                  <a:pt x="1098066" y="0"/>
                </a:lnTo>
                <a:lnTo>
                  <a:pt x="1134658" y="0"/>
                </a:lnTo>
                <a:cubicBezTo>
                  <a:pt x="1142110" y="0"/>
                  <a:pt x="1148086" y="984"/>
                  <a:pt x="1152588" y="2952"/>
                </a:cubicBezTo>
                <a:cubicBezTo>
                  <a:pt x="1157090" y="4921"/>
                  <a:pt x="1160616" y="7950"/>
                  <a:pt x="1163167" y="12040"/>
                </a:cubicBezTo>
                <a:cubicBezTo>
                  <a:pt x="1165717" y="16130"/>
                  <a:pt x="1166992" y="20409"/>
                  <a:pt x="1166992" y="24876"/>
                </a:cubicBezTo>
                <a:cubicBezTo>
                  <a:pt x="1166992" y="29033"/>
                  <a:pt x="1165861" y="32947"/>
                  <a:pt x="1163599" y="36619"/>
                </a:cubicBezTo>
                <a:cubicBezTo>
                  <a:pt x="1161337" y="40289"/>
                  <a:pt x="1157922" y="43252"/>
                  <a:pt x="1153353" y="45507"/>
                </a:cubicBezTo>
                <a:cubicBezTo>
                  <a:pt x="1159252" y="47241"/>
                  <a:pt x="1163788" y="50198"/>
                  <a:pt x="1166959" y="54379"/>
                </a:cubicBezTo>
                <a:cubicBezTo>
                  <a:pt x="1170130" y="58559"/>
                  <a:pt x="1171716" y="63495"/>
                  <a:pt x="1171716" y="69186"/>
                </a:cubicBezTo>
                <a:cubicBezTo>
                  <a:pt x="1171716" y="73767"/>
                  <a:pt x="1170751" y="78025"/>
                  <a:pt x="1168822" y="81960"/>
                </a:cubicBezTo>
                <a:cubicBezTo>
                  <a:pt x="1166892" y="85895"/>
                  <a:pt x="1164508" y="88930"/>
                  <a:pt x="1161670" y="91064"/>
                </a:cubicBezTo>
                <a:cubicBezTo>
                  <a:pt x="1158831" y="93199"/>
                  <a:pt x="1155272" y="94811"/>
                  <a:pt x="1150991" y="95900"/>
                </a:cubicBezTo>
                <a:cubicBezTo>
                  <a:pt x="1146711" y="96990"/>
                  <a:pt x="1141466" y="97534"/>
                  <a:pt x="1135257" y="97534"/>
                </a:cubicBezTo>
                <a:lnTo>
                  <a:pt x="1098066" y="97534"/>
                </a:lnTo>
                <a:moveTo>
                  <a:pt x="1110973" y="40850"/>
                </a:moveTo>
                <a:lnTo>
                  <a:pt x="1132063" y="40850"/>
                </a:lnTo>
                <a:cubicBezTo>
                  <a:pt x="1137785" y="40850"/>
                  <a:pt x="1141888" y="40475"/>
                  <a:pt x="1144372" y="39725"/>
                </a:cubicBezTo>
                <a:cubicBezTo>
                  <a:pt x="1147654" y="38756"/>
                  <a:pt x="1150127" y="37149"/>
                  <a:pt x="1151790" y="34902"/>
                </a:cubicBezTo>
                <a:cubicBezTo>
                  <a:pt x="1153453" y="32655"/>
                  <a:pt x="1154285" y="29836"/>
                  <a:pt x="1154285" y="26444"/>
                </a:cubicBezTo>
                <a:cubicBezTo>
                  <a:pt x="1154285" y="23228"/>
                  <a:pt x="1153509" y="20398"/>
                  <a:pt x="1151956" y="17953"/>
                </a:cubicBezTo>
                <a:cubicBezTo>
                  <a:pt x="1150404" y="15508"/>
                  <a:pt x="1148186" y="13834"/>
                  <a:pt x="1145303" y="12932"/>
                </a:cubicBezTo>
                <a:cubicBezTo>
                  <a:pt x="1142420" y="12028"/>
                  <a:pt x="1137475" y="11576"/>
                  <a:pt x="1130467" y="11576"/>
                </a:cubicBezTo>
                <a:lnTo>
                  <a:pt x="1110973" y="11576"/>
                </a:lnTo>
                <a:lnTo>
                  <a:pt x="1110973" y="40850"/>
                </a:lnTo>
                <a:moveTo>
                  <a:pt x="1110973" y="85958"/>
                </a:moveTo>
                <a:lnTo>
                  <a:pt x="1135257" y="85958"/>
                </a:lnTo>
                <a:cubicBezTo>
                  <a:pt x="1139426" y="85958"/>
                  <a:pt x="1142354" y="85803"/>
                  <a:pt x="1144039" y="85492"/>
                </a:cubicBezTo>
                <a:cubicBezTo>
                  <a:pt x="1147011" y="84960"/>
                  <a:pt x="1149495" y="84073"/>
                  <a:pt x="1151490" y="82831"/>
                </a:cubicBezTo>
                <a:cubicBezTo>
                  <a:pt x="1153486" y="81589"/>
                  <a:pt x="1155128" y="79782"/>
                  <a:pt x="1156414" y="77409"/>
                </a:cubicBezTo>
                <a:cubicBezTo>
                  <a:pt x="1157700" y="75036"/>
                  <a:pt x="1158343" y="72297"/>
                  <a:pt x="1158343" y="69192"/>
                </a:cubicBezTo>
                <a:cubicBezTo>
                  <a:pt x="1158343" y="65555"/>
                  <a:pt x="1157412" y="62395"/>
                  <a:pt x="1155549" y="59712"/>
                </a:cubicBezTo>
                <a:cubicBezTo>
                  <a:pt x="1153686" y="57028"/>
                  <a:pt x="1151102" y="55143"/>
                  <a:pt x="1147798" y="54056"/>
                </a:cubicBezTo>
                <a:cubicBezTo>
                  <a:pt x="1144494" y="52970"/>
                  <a:pt x="1139737" y="52426"/>
                  <a:pt x="1133527" y="52426"/>
                </a:cubicBezTo>
                <a:lnTo>
                  <a:pt x="1110973" y="52426"/>
                </a:lnTo>
                <a:lnTo>
                  <a:pt x="1110973" y="85958"/>
                </a:lnTo>
                <a:close/>
                <a:moveTo>
                  <a:pt x="1187282" y="124821"/>
                </a:moveTo>
                <a:lnTo>
                  <a:pt x="1185951" y="113635"/>
                </a:lnTo>
                <a:cubicBezTo>
                  <a:pt x="1188568" y="114345"/>
                  <a:pt x="1190853" y="114699"/>
                  <a:pt x="1192804" y="114699"/>
                </a:cubicBezTo>
                <a:cubicBezTo>
                  <a:pt x="1195465" y="114699"/>
                  <a:pt x="1197594" y="114255"/>
                  <a:pt x="1199191" y="113367"/>
                </a:cubicBezTo>
                <a:cubicBezTo>
                  <a:pt x="1200788" y="112478"/>
                  <a:pt x="1202096" y="111234"/>
                  <a:pt x="1203116" y="109635"/>
                </a:cubicBezTo>
                <a:cubicBezTo>
                  <a:pt x="1203870" y="108436"/>
                  <a:pt x="1205090" y="105460"/>
                  <a:pt x="1206776" y="100707"/>
                </a:cubicBezTo>
                <a:cubicBezTo>
                  <a:pt x="1206997" y="100040"/>
                  <a:pt x="1207352" y="99063"/>
                  <a:pt x="1207840" y="97776"/>
                </a:cubicBezTo>
                <a:lnTo>
                  <a:pt x="1181028" y="26879"/>
                </a:lnTo>
                <a:lnTo>
                  <a:pt x="1193935" y="26879"/>
                </a:lnTo>
                <a:lnTo>
                  <a:pt x="1208639" y="67808"/>
                </a:lnTo>
                <a:cubicBezTo>
                  <a:pt x="1210546" y="72998"/>
                  <a:pt x="1212253" y="78455"/>
                  <a:pt x="1213761" y="84178"/>
                </a:cubicBezTo>
                <a:cubicBezTo>
                  <a:pt x="1215136" y="78666"/>
                  <a:pt x="1216777" y="73294"/>
                  <a:pt x="1218685" y="68063"/>
                </a:cubicBezTo>
                <a:lnTo>
                  <a:pt x="1233787" y="26879"/>
                </a:lnTo>
                <a:lnTo>
                  <a:pt x="1245763" y="26879"/>
                </a:lnTo>
                <a:lnTo>
                  <a:pt x="1218884" y="98724"/>
                </a:lnTo>
                <a:cubicBezTo>
                  <a:pt x="1216001" y="106506"/>
                  <a:pt x="1213761" y="111866"/>
                  <a:pt x="1212165" y="114801"/>
                </a:cubicBezTo>
                <a:cubicBezTo>
                  <a:pt x="1210036" y="118760"/>
                  <a:pt x="1207596" y="121662"/>
                  <a:pt x="1204846" y="123507"/>
                </a:cubicBezTo>
                <a:cubicBezTo>
                  <a:pt x="1202096" y="125353"/>
                  <a:pt x="1198814" y="126276"/>
                  <a:pt x="1195000" y="126276"/>
                </a:cubicBezTo>
                <a:cubicBezTo>
                  <a:pt x="1192693" y="126276"/>
                  <a:pt x="1190121" y="125791"/>
                  <a:pt x="1187282" y="124821"/>
                </a:cubicBezTo>
                <a:close/>
                <a:moveTo>
                  <a:pt x="1282089" y="86823"/>
                </a:moveTo>
                <a:lnTo>
                  <a:pt x="1283819" y="97401"/>
                </a:lnTo>
                <a:cubicBezTo>
                  <a:pt x="1280448" y="98111"/>
                  <a:pt x="1277432" y="98466"/>
                  <a:pt x="1274771" y="98466"/>
                </a:cubicBezTo>
                <a:cubicBezTo>
                  <a:pt x="1270424" y="98466"/>
                  <a:pt x="1267053" y="97778"/>
                  <a:pt x="1264658" y="96403"/>
                </a:cubicBezTo>
                <a:cubicBezTo>
                  <a:pt x="1262263" y="95028"/>
                  <a:pt x="1260577" y="93221"/>
                  <a:pt x="1259601" y="90981"/>
                </a:cubicBezTo>
                <a:cubicBezTo>
                  <a:pt x="1258626" y="88741"/>
                  <a:pt x="1258138" y="84029"/>
                  <a:pt x="1258138" y="76843"/>
                </a:cubicBezTo>
                <a:lnTo>
                  <a:pt x="1258138" y="36193"/>
                </a:lnTo>
                <a:lnTo>
                  <a:pt x="1249356" y="36193"/>
                </a:lnTo>
                <a:lnTo>
                  <a:pt x="1249356" y="26879"/>
                </a:lnTo>
                <a:lnTo>
                  <a:pt x="1258138" y="26879"/>
                </a:lnTo>
                <a:lnTo>
                  <a:pt x="1258138" y="9381"/>
                </a:lnTo>
                <a:lnTo>
                  <a:pt x="1270047" y="2196"/>
                </a:lnTo>
                <a:lnTo>
                  <a:pt x="1270047" y="26879"/>
                </a:lnTo>
                <a:lnTo>
                  <a:pt x="1282089" y="26879"/>
                </a:lnTo>
                <a:lnTo>
                  <a:pt x="1282089" y="36193"/>
                </a:lnTo>
                <a:lnTo>
                  <a:pt x="1270047" y="36193"/>
                </a:lnTo>
                <a:lnTo>
                  <a:pt x="1270047" y="77509"/>
                </a:lnTo>
                <a:cubicBezTo>
                  <a:pt x="1270047" y="80924"/>
                  <a:pt x="1270257" y="83119"/>
                  <a:pt x="1270679" y="84095"/>
                </a:cubicBezTo>
                <a:cubicBezTo>
                  <a:pt x="1271100" y="85071"/>
                  <a:pt x="1271788" y="85847"/>
                  <a:pt x="1272741" y="86424"/>
                </a:cubicBezTo>
                <a:cubicBezTo>
                  <a:pt x="1273695" y="87000"/>
                  <a:pt x="1275059" y="87289"/>
                  <a:pt x="1276833" y="87289"/>
                </a:cubicBezTo>
                <a:cubicBezTo>
                  <a:pt x="1278164" y="87289"/>
                  <a:pt x="1279916" y="87133"/>
                  <a:pt x="1282089" y="86823"/>
                </a:cubicBezTo>
                <a:close/>
                <a:moveTo>
                  <a:pt x="1342053" y="74648"/>
                </a:moveTo>
                <a:lnTo>
                  <a:pt x="1354428" y="76245"/>
                </a:lnTo>
                <a:cubicBezTo>
                  <a:pt x="1352476" y="83495"/>
                  <a:pt x="1348861" y="89122"/>
                  <a:pt x="1343583" y="93127"/>
                </a:cubicBezTo>
                <a:cubicBezTo>
                  <a:pt x="1338305" y="97130"/>
                  <a:pt x="1331563" y="99131"/>
                  <a:pt x="1323358" y="99131"/>
                </a:cubicBezTo>
                <a:cubicBezTo>
                  <a:pt x="1313023" y="99131"/>
                  <a:pt x="1304829" y="95949"/>
                  <a:pt x="1298775" y="89584"/>
                </a:cubicBezTo>
                <a:cubicBezTo>
                  <a:pt x="1292720" y="83219"/>
                  <a:pt x="1289693" y="74293"/>
                  <a:pt x="1289693" y="62805"/>
                </a:cubicBezTo>
                <a:cubicBezTo>
                  <a:pt x="1289693" y="50918"/>
                  <a:pt x="1292754" y="41693"/>
                  <a:pt x="1298874" y="35128"/>
                </a:cubicBezTo>
                <a:cubicBezTo>
                  <a:pt x="1304995" y="28564"/>
                  <a:pt x="1312935" y="25282"/>
                  <a:pt x="1322692" y="25282"/>
                </a:cubicBezTo>
                <a:cubicBezTo>
                  <a:pt x="1332140" y="25282"/>
                  <a:pt x="1339857" y="28493"/>
                  <a:pt x="1345845" y="34914"/>
                </a:cubicBezTo>
                <a:cubicBezTo>
                  <a:pt x="1351833" y="41334"/>
                  <a:pt x="1354827" y="50367"/>
                  <a:pt x="1354827" y="62013"/>
                </a:cubicBezTo>
                <a:cubicBezTo>
                  <a:pt x="1354827" y="62721"/>
                  <a:pt x="1354805" y="63784"/>
                  <a:pt x="1354760" y="65200"/>
                </a:cubicBezTo>
                <a:lnTo>
                  <a:pt x="1302068" y="65200"/>
                </a:lnTo>
                <a:cubicBezTo>
                  <a:pt x="1302511" y="72985"/>
                  <a:pt x="1304707" y="78945"/>
                  <a:pt x="1308654" y="83081"/>
                </a:cubicBezTo>
                <a:cubicBezTo>
                  <a:pt x="1312602" y="87217"/>
                  <a:pt x="1317525" y="89285"/>
                  <a:pt x="1323424" y="89285"/>
                </a:cubicBezTo>
                <a:cubicBezTo>
                  <a:pt x="1327815" y="89285"/>
                  <a:pt x="1331563" y="88121"/>
                  <a:pt x="1334668" y="85794"/>
                </a:cubicBezTo>
                <a:cubicBezTo>
                  <a:pt x="1337773" y="83465"/>
                  <a:pt x="1340234" y="79750"/>
                  <a:pt x="1342053" y="74648"/>
                </a:cubicBezTo>
                <a:moveTo>
                  <a:pt x="1302733" y="55354"/>
                </a:moveTo>
                <a:lnTo>
                  <a:pt x="1342186" y="55354"/>
                </a:lnTo>
                <a:cubicBezTo>
                  <a:pt x="1341654" y="49430"/>
                  <a:pt x="1340146" y="44987"/>
                  <a:pt x="1337662" y="42025"/>
                </a:cubicBezTo>
                <a:cubicBezTo>
                  <a:pt x="1333848" y="37427"/>
                  <a:pt x="1328902" y="35128"/>
                  <a:pt x="1322826" y="35128"/>
                </a:cubicBezTo>
                <a:cubicBezTo>
                  <a:pt x="1317326" y="35128"/>
                  <a:pt x="1312702" y="36964"/>
                  <a:pt x="1308954" y="40634"/>
                </a:cubicBezTo>
                <a:cubicBezTo>
                  <a:pt x="1305206" y="44303"/>
                  <a:pt x="1303132" y="49209"/>
                  <a:pt x="1302733" y="55354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Text Sequencevia">
            <a:extLst xmlns:a="http://schemas.openxmlformats.org/drawingml/2006/main">
              <a:ext uri="{FF2B5EF4-FFF2-40B4-BE49-F238E27FC236}">
                <a16:creationId xmlns:a16="http://schemas.microsoft.com/office/drawing/2014/main" id="{55661713-521A-4B7E-8CC9-B533A023E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1896" y="1489583"/>
            <a:ext cx="813411" cy="126409"/>
          </a:xfrm>
          <a:custGeom xmlns:a="http://schemas.openxmlformats.org/drawingml/2006/main">
            <a:pathLst>
              <a:path w="813411" h="126409">
                <a:moveTo>
                  <a:pt x="0" y="67862"/>
                </a:moveTo>
                <a:lnTo>
                  <a:pt x="12175" y="66797"/>
                </a:lnTo>
                <a:cubicBezTo>
                  <a:pt x="12752" y="71676"/>
                  <a:pt x="14093" y="75679"/>
                  <a:pt x="16200" y="78806"/>
                </a:cubicBezTo>
                <a:cubicBezTo>
                  <a:pt x="18307" y="81933"/>
                  <a:pt x="21578" y="84461"/>
                  <a:pt x="26014" y="86391"/>
                </a:cubicBezTo>
                <a:cubicBezTo>
                  <a:pt x="30449" y="88320"/>
                  <a:pt x="35439" y="89285"/>
                  <a:pt x="40983" y="89285"/>
                </a:cubicBezTo>
                <a:cubicBezTo>
                  <a:pt x="45906" y="89285"/>
                  <a:pt x="50253" y="88553"/>
                  <a:pt x="54023" y="87089"/>
                </a:cubicBezTo>
                <a:cubicBezTo>
                  <a:pt x="57793" y="85625"/>
                  <a:pt x="60599" y="83618"/>
                  <a:pt x="62439" y="81068"/>
                </a:cubicBezTo>
                <a:cubicBezTo>
                  <a:pt x="64280" y="78518"/>
                  <a:pt x="65200" y="75741"/>
                  <a:pt x="65200" y="72739"/>
                </a:cubicBezTo>
                <a:cubicBezTo>
                  <a:pt x="65200" y="69693"/>
                  <a:pt x="64313" y="67033"/>
                  <a:pt x="62539" y="64760"/>
                </a:cubicBezTo>
                <a:cubicBezTo>
                  <a:pt x="60765" y="62485"/>
                  <a:pt x="57838" y="60573"/>
                  <a:pt x="53757" y="59023"/>
                </a:cubicBezTo>
                <a:cubicBezTo>
                  <a:pt x="51140" y="58006"/>
                  <a:pt x="45352" y="56425"/>
                  <a:pt x="36392" y="54279"/>
                </a:cubicBezTo>
                <a:cubicBezTo>
                  <a:pt x="27433" y="52133"/>
                  <a:pt x="21157" y="50105"/>
                  <a:pt x="17564" y="48193"/>
                </a:cubicBezTo>
                <a:cubicBezTo>
                  <a:pt x="12907" y="45750"/>
                  <a:pt x="9436" y="42717"/>
                  <a:pt x="7152" y="39095"/>
                </a:cubicBezTo>
                <a:cubicBezTo>
                  <a:pt x="4868" y="35474"/>
                  <a:pt x="3726" y="31419"/>
                  <a:pt x="3726" y="26931"/>
                </a:cubicBezTo>
                <a:cubicBezTo>
                  <a:pt x="3726" y="21998"/>
                  <a:pt x="5123" y="17387"/>
                  <a:pt x="7917" y="13098"/>
                </a:cubicBezTo>
                <a:cubicBezTo>
                  <a:pt x="10711" y="8810"/>
                  <a:pt x="14792" y="5555"/>
                  <a:pt x="20159" y="3333"/>
                </a:cubicBezTo>
                <a:cubicBezTo>
                  <a:pt x="25526" y="1111"/>
                  <a:pt x="31491" y="0"/>
                  <a:pt x="38056" y="0"/>
                </a:cubicBezTo>
                <a:cubicBezTo>
                  <a:pt x="45285" y="0"/>
                  <a:pt x="51661" y="1164"/>
                  <a:pt x="57183" y="3493"/>
                </a:cubicBezTo>
                <a:cubicBezTo>
                  <a:pt x="62705" y="5821"/>
                  <a:pt x="66952" y="9248"/>
                  <a:pt x="69924" y="13772"/>
                </a:cubicBezTo>
                <a:cubicBezTo>
                  <a:pt x="72896" y="18296"/>
                  <a:pt x="74493" y="23419"/>
                  <a:pt x="74714" y="29141"/>
                </a:cubicBezTo>
                <a:lnTo>
                  <a:pt x="62340" y="30072"/>
                </a:lnTo>
                <a:cubicBezTo>
                  <a:pt x="61674" y="23972"/>
                  <a:pt x="59423" y="19365"/>
                  <a:pt x="55587" y="16250"/>
                </a:cubicBezTo>
                <a:cubicBezTo>
                  <a:pt x="51750" y="13134"/>
                  <a:pt x="46084" y="11576"/>
                  <a:pt x="38588" y="11576"/>
                </a:cubicBezTo>
                <a:cubicBezTo>
                  <a:pt x="30782" y="11576"/>
                  <a:pt x="25093" y="13003"/>
                  <a:pt x="21523" y="15857"/>
                </a:cubicBezTo>
                <a:cubicBezTo>
                  <a:pt x="17952" y="18710"/>
                  <a:pt x="16167" y="22149"/>
                  <a:pt x="16167" y="26176"/>
                </a:cubicBezTo>
                <a:cubicBezTo>
                  <a:pt x="16167" y="29670"/>
                  <a:pt x="17431" y="32545"/>
                  <a:pt x="19959" y="34802"/>
                </a:cubicBezTo>
                <a:cubicBezTo>
                  <a:pt x="22443" y="37058"/>
                  <a:pt x="28930" y="39370"/>
                  <a:pt x="39420" y="41738"/>
                </a:cubicBezTo>
                <a:cubicBezTo>
                  <a:pt x="49909" y="44104"/>
                  <a:pt x="57106" y="46172"/>
                  <a:pt x="61009" y="47942"/>
                </a:cubicBezTo>
                <a:cubicBezTo>
                  <a:pt x="66686" y="50555"/>
                  <a:pt x="70878" y="53864"/>
                  <a:pt x="73583" y="57870"/>
                </a:cubicBezTo>
                <a:cubicBezTo>
                  <a:pt x="76289" y="61875"/>
                  <a:pt x="77642" y="66489"/>
                  <a:pt x="77642" y="71712"/>
                </a:cubicBezTo>
                <a:cubicBezTo>
                  <a:pt x="77642" y="76892"/>
                  <a:pt x="76156" y="81772"/>
                  <a:pt x="73184" y="86353"/>
                </a:cubicBezTo>
                <a:cubicBezTo>
                  <a:pt x="70212" y="90934"/>
                  <a:pt x="65943" y="94498"/>
                  <a:pt x="60377" y="97044"/>
                </a:cubicBezTo>
                <a:cubicBezTo>
                  <a:pt x="54810" y="99589"/>
                  <a:pt x="48545" y="100861"/>
                  <a:pt x="41582" y="100861"/>
                </a:cubicBezTo>
                <a:cubicBezTo>
                  <a:pt x="32755" y="100861"/>
                  <a:pt x="25359" y="99575"/>
                  <a:pt x="19394" y="97002"/>
                </a:cubicBezTo>
                <a:cubicBezTo>
                  <a:pt x="13428" y="94430"/>
                  <a:pt x="8749" y="90560"/>
                  <a:pt x="5356" y="85393"/>
                </a:cubicBezTo>
                <a:cubicBezTo>
                  <a:pt x="1963" y="80225"/>
                  <a:pt x="177" y="74382"/>
                  <a:pt x="0" y="67862"/>
                </a:cubicBezTo>
                <a:close/>
                <a:moveTo>
                  <a:pt x="141975" y="76378"/>
                </a:moveTo>
                <a:lnTo>
                  <a:pt x="154350" y="77974"/>
                </a:lnTo>
                <a:cubicBezTo>
                  <a:pt x="152398" y="85225"/>
                  <a:pt x="148783" y="90852"/>
                  <a:pt x="143505" y="94857"/>
                </a:cubicBezTo>
                <a:cubicBezTo>
                  <a:pt x="138227" y="98860"/>
                  <a:pt x="131485" y="100861"/>
                  <a:pt x="123280" y="100861"/>
                </a:cubicBezTo>
                <a:cubicBezTo>
                  <a:pt x="112945" y="100861"/>
                  <a:pt x="104751" y="97679"/>
                  <a:pt x="98697" y="91314"/>
                </a:cubicBezTo>
                <a:cubicBezTo>
                  <a:pt x="92642" y="84949"/>
                  <a:pt x="89615" y="76023"/>
                  <a:pt x="89615" y="64535"/>
                </a:cubicBezTo>
                <a:cubicBezTo>
                  <a:pt x="89615" y="52648"/>
                  <a:pt x="92676" y="43423"/>
                  <a:pt x="98796" y="36858"/>
                </a:cubicBezTo>
                <a:cubicBezTo>
                  <a:pt x="104917" y="30294"/>
                  <a:pt x="112857" y="27012"/>
                  <a:pt x="122615" y="27012"/>
                </a:cubicBezTo>
                <a:cubicBezTo>
                  <a:pt x="132062" y="27012"/>
                  <a:pt x="139780" y="30222"/>
                  <a:pt x="145767" y="36644"/>
                </a:cubicBezTo>
                <a:cubicBezTo>
                  <a:pt x="151755" y="43064"/>
                  <a:pt x="154749" y="52097"/>
                  <a:pt x="154749" y="63743"/>
                </a:cubicBezTo>
                <a:cubicBezTo>
                  <a:pt x="154749" y="64451"/>
                  <a:pt x="154727" y="65514"/>
                  <a:pt x="154683" y="66930"/>
                </a:cubicBezTo>
                <a:lnTo>
                  <a:pt x="101990" y="66930"/>
                </a:lnTo>
                <a:cubicBezTo>
                  <a:pt x="102433" y="74714"/>
                  <a:pt x="104629" y="80674"/>
                  <a:pt x="108577" y="84810"/>
                </a:cubicBezTo>
                <a:cubicBezTo>
                  <a:pt x="112524" y="88946"/>
                  <a:pt x="117447" y="91014"/>
                  <a:pt x="123346" y="91014"/>
                </a:cubicBezTo>
                <a:cubicBezTo>
                  <a:pt x="127737" y="91014"/>
                  <a:pt x="131485" y="89851"/>
                  <a:pt x="134590" y="87524"/>
                </a:cubicBezTo>
                <a:cubicBezTo>
                  <a:pt x="137695" y="85195"/>
                  <a:pt x="140157" y="81480"/>
                  <a:pt x="141975" y="76378"/>
                </a:cubicBezTo>
                <a:moveTo>
                  <a:pt x="102655" y="57084"/>
                </a:moveTo>
                <a:lnTo>
                  <a:pt x="142108" y="57084"/>
                </a:lnTo>
                <a:cubicBezTo>
                  <a:pt x="141576" y="51160"/>
                  <a:pt x="140068" y="46717"/>
                  <a:pt x="137584" y="43755"/>
                </a:cubicBezTo>
                <a:cubicBezTo>
                  <a:pt x="133770" y="39157"/>
                  <a:pt x="128824" y="36858"/>
                  <a:pt x="122748" y="36858"/>
                </a:cubicBezTo>
                <a:cubicBezTo>
                  <a:pt x="117248" y="36858"/>
                  <a:pt x="112624" y="38693"/>
                  <a:pt x="108876" y="42364"/>
                </a:cubicBezTo>
                <a:cubicBezTo>
                  <a:pt x="105128" y="46033"/>
                  <a:pt x="103054" y="50939"/>
                  <a:pt x="102655" y="57084"/>
                </a:cubicBezTo>
                <a:close/>
                <a:moveTo>
                  <a:pt x="214407" y="126409"/>
                </a:moveTo>
                <a:lnTo>
                  <a:pt x="214407" y="91746"/>
                </a:lnTo>
                <a:cubicBezTo>
                  <a:pt x="212544" y="94363"/>
                  <a:pt x="209938" y="96537"/>
                  <a:pt x="206589" y="98266"/>
                </a:cubicBezTo>
                <a:cubicBezTo>
                  <a:pt x="203240" y="99996"/>
                  <a:pt x="199681" y="100861"/>
                  <a:pt x="195911" y="100861"/>
                </a:cubicBezTo>
                <a:cubicBezTo>
                  <a:pt x="187528" y="100861"/>
                  <a:pt x="180309" y="97512"/>
                  <a:pt x="174255" y="90815"/>
                </a:cubicBezTo>
                <a:cubicBezTo>
                  <a:pt x="168201" y="84117"/>
                  <a:pt x="165174" y="74936"/>
                  <a:pt x="165174" y="63271"/>
                </a:cubicBezTo>
                <a:cubicBezTo>
                  <a:pt x="165174" y="56174"/>
                  <a:pt x="166404" y="49810"/>
                  <a:pt x="168866" y="44177"/>
                </a:cubicBezTo>
                <a:cubicBezTo>
                  <a:pt x="171328" y="38544"/>
                  <a:pt x="174898" y="34275"/>
                  <a:pt x="179578" y="31369"/>
                </a:cubicBezTo>
                <a:cubicBezTo>
                  <a:pt x="184257" y="28464"/>
                  <a:pt x="189391" y="27012"/>
                  <a:pt x="194980" y="27012"/>
                </a:cubicBezTo>
                <a:cubicBezTo>
                  <a:pt x="203717" y="27012"/>
                  <a:pt x="210592" y="30693"/>
                  <a:pt x="215604" y="38056"/>
                </a:cubicBezTo>
                <a:lnTo>
                  <a:pt x="215604" y="28608"/>
                </a:lnTo>
                <a:lnTo>
                  <a:pt x="226382" y="28608"/>
                </a:lnTo>
                <a:lnTo>
                  <a:pt x="226382" y="126409"/>
                </a:lnTo>
                <a:lnTo>
                  <a:pt x="214407" y="126409"/>
                </a:lnTo>
                <a:moveTo>
                  <a:pt x="177482" y="63737"/>
                </a:moveTo>
                <a:cubicBezTo>
                  <a:pt x="177482" y="72829"/>
                  <a:pt x="179389" y="79649"/>
                  <a:pt x="183204" y="84195"/>
                </a:cubicBezTo>
                <a:cubicBezTo>
                  <a:pt x="187018" y="88741"/>
                  <a:pt x="191586" y="91014"/>
                  <a:pt x="196909" y="91014"/>
                </a:cubicBezTo>
                <a:cubicBezTo>
                  <a:pt x="202010" y="91014"/>
                  <a:pt x="206401" y="88852"/>
                  <a:pt x="210082" y="84528"/>
                </a:cubicBezTo>
                <a:cubicBezTo>
                  <a:pt x="213763" y="80203"/>
                  <a:pt x="215604" y="73628"/>
                  <a:pt x="215604" y="64801"/>
                </a:cubicBezTo>
                <a:cubicBezTo>
                  <a:pt x="215604" y="55398"/>
                  <a:pt x="213664" y="48324"/>
                  <a:pt x="209783" y="43578"/>
                </a:cubicBezTo>
                <a:cubicBezTo>
                  <a:pt x="205902" y="38832"/>
                  <a:pt x="201344" y="36459"/>
                  <a:pt x="196111" y="36459"/>
                </a:cubicBezTo>
                <a:cubicBezTo>
                  <a:pt x="190921" y="36459"/>
                  <a:pt x="186519" y="38666"/>
                  <a:pt x="182904" y="43079"/>
                </a:cubicBezTo>
                <a:cubicBezTo>
                  <a:pt x="179289" y="47492"/>
                  <a:pt x="177482" y="54378"/>
                  <a:pt x="177482" y="63737"/>
                </a:cubicBezTo>
                <a:close/>
                <a:moveTo>
                  <a:pt x="291428" y="99264"/>
                </a:moveTo>
                <a:lnTo>
                  <a:pt x="291428" y="88821"/>
                </a:lnTo>
                <a:cubicBezTo>
                  <a:pt x="285929" y="96848"/>
                  <a:pt x="278455" y="100861"/>
                  <a:pt x="269007" y="100861"/>
                </a:cubicBezTo>
                <a:cubicBezTo>
                  <a:pt x="264838" y="100861"/>
                  <a:pt x="260946" y="100063"/>
                  <a:pt x="257331" y="98466"/>
                </a:cubicBezTo>
                <a:cubicBezTo>
                  <a:pt x="253716" y="96869"/>
                  <a:pt x="251033" y="94862"/>
                  <a:pt x="249281" y="92445"/>
                </a:cubicBezTo>
                <a:cubicBezTo>
                  <a:pt x="247529" y="90028"/>
                  <a:pt x="246298" y="87067"/>
                  <a:pt x="245589" y="83563"/>
                </a:cubicBezTo>
                <a:cubicBezTo>
                  <a:pt x="245101" y="81212"/>
                  <a:pt x="244857" y="77486"/>
                  <a:pt x="244857" y="72386"/>
                </a:cubicBezTo>
                <a:lnTo>
                  <a:pt x="244857" y="28608"/>
                </a:lnTo>
                <a:lnTo>
                  <a:pt x="256832" y="28608"/>
                </a:lnTo>
                <a:lnTo>
                  <a:pt x="256832" y="67754"/>
                </a:lnTo>
                <a:cubicBezTo>
                  <a:pt x="256832" y="74001"/>
                  <a:pt x="257076" y="78209"/>
                  <a:pt x="257564" y="80380"/>
                </a:cubicBezTo>
                <a:cubicBezTo>
                  <a:pt x="258318" y="83526"/>
                  <a:pt x="259915" y="85997"/>
                  <a:pt x="262354" y="87792"/>
                </a:cubicBezTo>
                <a:cubicBezTo>
                  <a:pt x="264794" y="89585"/>
                  <a:pt x="267810" y="90482"/>
                  <a:pt x="271403" y="90482"/>
                </a:cubicBezTo>
                <a:cubicBezTo>
                  <a:pt x="274995" y="90482"/>
                  <a:pt x="278366" y="89563"/>
                  <a:pt x="281515" y="87725"/>
                </a:cubicBezTo>
                <a:cubicBezTo>
                  <a:pt x="284664" y="85886"/>
                  <a:pt x="286893" y="83383"/>
                  <a:pt x="288202" y="80216"/>
                </a:cubicBezTo>
                <a:cubicBezTo>
                  <a:pt x="289510" y="77047"/>
                  <a:pt x="290164" y="72450"/>
                  <a:pt x="290164" y="66425"/>
                </a:cubicBezTo>
                <a:lnTo>
                  <a:pt x="290164" y="28608"/>
                </a:lnTo>
                <a:lnTo>
                  <a:pt x="302140" y="28608"/>
                </a:lnTo>
                <a:lnTo>
                  <a:pt x="302140" y="99264"/>
                </a:lnTo>
                <a:lnTo>
                  <a:pt x="291428" y="99264"/>
                </a:lnTo>
                <a:close/>
                <a:moveTo>
                  <a:pt x="369249" y="76378"/>
                </a:moveTo>
                <a:lnTo>
                  <a:pt x="381624" y="77974"/>
                </a:lnTo>
                <a:cubicBezTo>
                  <a:pt x="379672" y="85225"/>
                  <a:pt x="376057" y="90852"/>
                  <a:pt x="370779" y="94857"/>
                </a:cubicBezTo>
                <a:cubicBezTo>
                  <a:pt x="365501" y="98860"/>
                  <a:pt x="358759" y="100861"/>
                  <a:pt x="350554" y="100861"/>
                </a:cubicBezTo>
                <a:cubicBezTo>
                  <a:pt x="340219" y="100861"/>
                  <a:pt x="332025" y="97679"/>
                  <a:pt x="325970" y="91314"/>
                </a:cubicBezTo>
                <a:cubicBezTo>
                  <a:pt x="319916" y="84949"/>
                  <a:pt x="316889" y="76023"/>
                  <a:pt x="316889" y="64535"/>
                </a:cubicBezTo>
                <a:cubicBezTo>
                  <a:pt x="316889" y="52648"/>
                  <a:pt x="319949" y="43423"/>
                  <a:pt x="326070" y="36858"/>
                </a:cubicBezTo>
                <a:cubicBezTo>
                  <a:pt x="332191" y="30294"/>
                  <a:pt x="340131" y="27012"/>
                  <a:pt x="349888" y="27012"/>
                </a:cubicBezTo>
                <a:cubicBezTo>
                  <a:pt x="359336" y="27012"/>
                  <a:pt x="367053" y="30222"/>
                  <a:pt x="373041" y="36644"/>
                </a:cubicBezTo>
                <a:cubicBezTo>
                  <a:pt x="379029" y="43064"/>
                  <a:pt x="382023" y="52097"/>
                  <a:pt x="382023" y="63743"/>
                </a:cubicBezTo>
                <a:cubicBezTo>
                  <a:pt x="382023" y="64451"/>
                  <a:pt x="382001" y="65514"/>
                  <a:pt x="381956" y="66930"/>
                </a:cubicBezTo>
                <a:lnTo>
                  <a:pt x="329264" y="66930"/>
                </a:lnTo>
                <a:cubicBezTo>
                  <a:pt x="329707" y="74714"/>
                  <a:pt x="331903" y="80674"/>
                  <a:pt x="335850" y="84810"/>
                </a:cubicBezTo>
                <a:cubicBezTo>
                  <a:pt x="339798" y="88946"/>
                  <a:pt x="344721" y="91014"/>
                  <a:pt x="350620" y="91014"/>
                </a:cubicBezTo>
                <a:cubicBezTo>
                  <a:pt x="355011" y="91014"/>
                  <a:pt x="358759" y="89851"/>
                  <a:pt x="361864" y="87524"/>
                </a:cubicBezTo>
                <a:cubicBezTo>
                  <a:pt x="364969" y="85195"/>
                  <a:pt x="367430" y="81480"/>
                  <a:pt x="369249" y="76378"/>
                </a:cubicBezTo>
                <a:moveTo>
                  <a:pt x="329929" y="57084"/>
                </a:moveTo>
                <a:lnTo>
                  <a:pt x="369382" y="57084"/>
                </a:lnTo>
                <a:cubicBezTo>
                  <a:pt x="368850" y="51160"/>
                  <a:pt x="367342" y="46717"/>
                  <a:pt x="364858" y="43755"/>
                </a:cubicBezTo>
                <a:cubicBezTo>
                  <a:pt x="361043" y="39157"/>
                  <a:pt x="356098" y="36858"/>
                  <a:pt x="350021" y="36858"/>
                </a:cubicBezTo>
                <a:cubicBezTo>
                  <a:pt x="344522" y="36858"/>
                  <a:pt x="339898" y="38693"/>
                  <a:pt x="336150" y="42364"/>
                </a:cubicBezTo>
                <a:cubicBezTo>
                  <a:pt x="332402" y="46033"/>
                  <a:pt x="330328" y="50939"/>
                  <a:pt x="329929" y="57084"/>
                </a:cubicBezTo>
                <a:close/>
                <a:moveTo>
                  <a:pt x="396639" y="99264"/>
                </a:moveTo>
                <a:lnTo>
                  <a:pt x="396639" y="28608"/>
                </a:lnTo>
                <a:lnTo>
                  <a:pt x="407417" y="28608"/>
                </a:lnTo>
                <a:lnTo>
                  <a:pt x="407417" y="38655"/>
                </a:lnTo>
                <a:cubicBezTo>
                  <a:pt x="412606" y="30893"/>
                  <a:pt x="420102" y="27012"/>
                  <a:pt x="429904" y="27012"/>
                </a:cubicBezTo>
                <a:cubicBezTo>
                  <a:pt x="434162" y="27012"/>
                  <a:pt x="438077" y="27777"/>
                  <a:pt x="441647" y="29307"/>
                </a:cubicBezTo>
                <a:cubicBezTo>
                  <a:pt x="445218" y="30837"/>
                  <a:pt x="447890" y="32844"/>
                  <a:pt x="449664" y="35328"/>
                </a:cubicBezTo>
                <a:cubicBezTo>
                  <a:pt x="451438" y="37812"/>
                  <a:pt x="452680" y="40761"/>
                  <a:pt x="453390" y="44177"/>
                </a:cubicBezTo>
                <a:cubicBezTo>
                  <a:pt x="453833" y="46394"/>
                  <a:pt x="454055" y="50275"/>
                  <a:pt x="454055" y="55820"/>
                </a:cubicBezTo>
                <a:lnTo>
                  <a:pt x="454055" y="99264"/>
                </a:lnTo>
                <a:lnTo>
                  <a:pt x="442080" y="99264"/>
                </a:lnTo>
                <a:lnTo>
                  <a:pt x="442080" y="56285"/>
                </a:lnTo>
                <a:cubicBezTo>
                  <a:pt x="442080" y="51406"/>
                  <a:pt x="441614" y="47758"/>
                  <a:pt x="440682" y="45341"/>
                </a:cubicBezTo>
                <a:cubicBezTo>
                  <a:pt x="439751" y="42924"/>
                  <a:pt x="438099" y="40994"/>
                  <a:pt x="435726" y="39553"/>
                </a:cubicBezTo>
                <a:cubicBezTo>
                  <a:pt x="433353" y="38111"/>
                  <a:pt x="430570" y="37390"/>
                  <a:pt x="427376" y="37390"/>
                </a:cubicBezTo>
                <a:cubicBezTo>
                  <a:pt x="422276" y="37390"/>
                  <a:pt x="417873" y="39009"/>
                  <a:pt x="414170" y="42247"/>
                </a:cubicBezTo>
                <a:cubicBezTo>
                  <a:pt x="410466" y="45485"/>
                  <a:pt x="408614" y="51628"/>
                  <a:pt x="408614" y="60676"/>
                </a:cubicBezTo>
                <a:lnTo>
                  <a:pt x="408614" y="99264"/>
                </a:lnTo>
                <a:lnTo>
                  <a:pt x="396639" y="99264"/>
                </a:lnTo>
                <a:close/>
                <a:moveTo>
                  <a:pt x="518504" y="73317"/>
                </a:moveTo>
                <a:lnTo>
                  <a:pt x="530280" y="74914"/>
                </a:lnTo>
                <a:cubicBezTo>
                  <a:pt x="528993" y="83031"/>
                  <a:pt x="525700" y="89384"/>
                  <a:pt x="520400" y="93975"/>
                </a:cubicBezTo>
                <a:cubicBezTo>
                  <a:pt x="515099" y="98566"/>
                  <a:pt x="508590" y="100861"/>
                  <a:pt x="500873" y="100861"/>
                </a:cubicBezTo>
                <a:cubicBezTo>
                  <a:pt x="491204" y="100861"/>
                  <a:pt x="483431" y="97701"/>
                  <a:pt x="477554" y="91380"/>
                </a:cubicBezTo>
                <a:cubicBezTo>
                  <a:pt x="471677" y="85060"/>
                  <a:pt x="468738" y="76001"/>
                  <a:pt x="468738" y="64202"/>
                </a:cubicBezTo>
                <a:cubicBezTo>
                  <a:pt x="468738" y="56574"/>
                  <a:pt x="470002" y="49898"/>
                  <a:pt x="472531" y="44177"/>
                </a:cubicBezTo>
                <a:cubicBezTo>
                  <a:pt x="475059" y="38455"/>
                  <a:pt x="478906" y="34164"/>
                  <a:pt x="484074" y="31303"/>
                </a:cubicBezTo>
                <a:cubicBezTo>
                  <a:pt x="489241" y="28442"/>
                  <a:pt x="494863" y="27012"/>
                  <a:pt x="500939" y="27012"/>
                </a:cubicBezTo>
                <a:cubicBezTo>
                  <a:pt x="508613" y="27012"/>
                  <a:pt x="514889" y="28941"/>
                  <a:pt x="519768" y="32800"/>
                </a:cubicBezTo>
                <a:cubicBezTo>
                  <a:pt x="524647" y="36657"/>
                  <a:pt x="527774" y="42135"/>
                  <a:pt x="529148" y="49233"/>
                </a:cubicBezTo>
                <a:lnTo>
                  <a:pt x="517506" y="51096"/>
                </a:lnTo>
                <a:cubicBezTo>
                  <a:pt x="516397" y="46372"/>
                  <a:pt x="514434" y="42818"/>
                  <a:pt x="511618" y="40434"/>
                </a:cubicBezTo>
                <a:cubicBezTo>
                  <a:pt x="508801" y="38050"/>
                  <a:pt x="505397" y="36858"/>
                  <a:pt x="501405" y="36858"/>
                </a:cubicBezTo>
                <a:cubicBezTo>
                  <a:pt x="495373" y="36858"/>
                  <a:pt x="490472" y="39020"/>
                  <a:pt x="486702" y="43345"/>
                </a:cubicBezTo>
                <a:cubicBezTo>
                  <a:pt x="482932" y="47669"/>
                  <a:pt x="481047" y="54511"/>
                  <a:pt x="481047" y="63870"/>
                </a:cubicBezTo>
                <a:cubicBezTo>
                  <a:pt x="481047" y="73362"/>
                  <a:pt x="482865" y="80259"/>
                  <a:pt x="486502" y="84561"/>
                </a:cubicBezTo>
                <a:cubicBezTo>
                  <a:pt x="490139" y="88863"/>
                  <a:pt x="494885" y="91014"/>
                  <a:pt x="500740" y="91014"/>
                </a:cubicBezTo>
                <a:cubicBezTo>
                  <a:pt x="505441" y="91014"/>
                  <a:pt x="509367" y="89567"/>
                  <a:pt x="512516" y="86673"/>
                </a:cubicBezTo>
                <a:cubicBezTo>
                  <a:pt x="515665" y="83779"/>
                  <a:pt x="517661" y="79327"/>
                  <a:pt x="518504" y="73317"/>
                </a:cubicBezTo>
                <a:close/>
                <a:moveTo>
                  <a:pt x="588893" y="76378"/>
                </a:moveTo>
                <a:lnTo>
                  <a:pt x="601268" y="77974"/>
                </a:lnTo>
                <a:cubicBezTo>
                  <a:pt x="599316" y="85225"/>
                  <a:pt x="595702" y="90852"/>
                  <a:pt x="590423" y="94857"/>
                </a:cubicBezTo>
                <a:cubicBezTo>
                  <a:pt x="585145" y="98860"/>
                  <a:pt x="578404" y="100861"/>
                  <a:pt x="570198" y="100861"/>
                </a:cubicBezTo>
                <a:cubicBezTo>
                  <a:pt x="559864" y="100861"/>
                  <a:pt x="551669" y="97679"/>
                  <a:pt x="545615" y="91314"/>
                </a:cubicBezTo>
                <a:cubicBezTo>
                  <a:pt x="539560" y="84949"/>
                  <a:pt x="536533" y="76023"/>
                  <a:pt x="536533" y="64535"/>
                </a:cubicBezTo>
                <a:cubicBezTo>
                  <a:pt x="536533" y="52648"/>
                  <a:pt x="539594" y="43423"/>
                  <a:pt x="545715" y="36858"/>
                </a:cubicBezTo>
                <a:cubicBezTo>
                  <a:pt x="551835" y="30294"/>
                  <a:pt x="559775" y="27012"/>
                  <a:pt x="569533" y="27012"/>
                </a:cubicBezTo>
                <a:cubicBezTo>
                  <a:pt x="578980" y="27012"/>
                  <a:pt x="586698" y="30222"/>
                  <a:pt x="592686" y="36644"/>
                </a:cubicBezTo>
                <a:cubicBezTo>
                  <a:pt x="598673" y="43064"/>
                  <a:pt x="601667" y="52097"/>
                  <a:pt x="601667" y="63743"/>
                </a:cubicBezTo>
                <a:cubicBezTo>
                  <a:pt x="601667" y="64451"/>
                  <a:pt x="601645" y="65514"/>
                  <a:pt x="601601" y="66930"/>
                </a:cubicBezTo>
                <a:lnTo>
                  <a:pt x="548908" y="66930"/>
                </a:lnTo>
                <a:cubicBezTo>
                  <a:pt x="549352" y="74714"/>
                  <a:pt x="551547" y="80674"/>
                  <a:pt x="555495" y="84810"/>
                </a:cubicBezTo>
                <a:cubicBezTo>
                  <a:pt x="559442" y="88946"/>
                  <a:pt x="564365" y="91014"/>
                  <a:pt x="570265" y="91014"/>
                </a:cubicBezTo>
                <a:cubicBezTo>
                  <a:pt x="574656" y="91014"/>
                  <a:pt x="578404" y="89851"/>
                  <a:pt x="581508" y="87524"/>
                </a:cubicBezTo>
                <a:cubicBezTo>
                  <a:pt x="584613" y="85195"/>
                  <a:pt x="587075" y="81480"/>
                  <a:pt x="588893" y="76378"/>
                </a:cubicBezTo>
                <a:moveTo>
                  <a:pt x="549573" y="57084"/>
                </a:moveTo>
                <a:lnTo>
                  <a:pt x="589026" y="57084"/>
                </a:lnTo>
                <a:cubicBezTo>
                  <a:pt x="588494" y="51160"/>
                  <a:pt x="586986" y="46717"/>
                  <a:pt x="584502" y="43755"/>
                </a:cubicBezTo>
                <a:cubicBezTo>
                  <a:pt x="580688" y="39157"/>
                  <a:pt x="575742" y="36858"/>
                  <a:pt x="569666" y="36858"/>
                </a:cubicBezTo>
                <a:cubicBezTo>
                  <a:pt x="564166" y="36858"/>
                  <a:pt x="559542" y="38693"/>
                  <a:pt x="555794" y="42364"/>
                </a:cubicBezTo>
                <a:cubicBezTo>
                  <a:pt x="552046" y="46033"/>
                  <a:pt x="549973" y="50939"/>
                  <a:pt x="549573" y="57084"/>
                </a:cubicBezTo>
                <a:close/>
                <a:moveTo>
                  <a:pt x="673653" y="99264"/>
                </a:moveTo>
                <a:lnTo>
                  <a:pt x="646774" y="28608"/>
                </a:lnTo>
                <a:lnTo>
                  <a:pt x="659415" y="28608"/>
                </a:lnTo>
                <a:lnTo>
                  <a:pt x="674584" y="70922"/>
                </a:lnTo>
                <a:cubicBezTo>
                  <a:pt x="676225" y="75491"/>
                  <a:pt x="677733" y="80236"/>
                  <a:pt x="679108" y="85160"/>
                </a:cubicBezTo>
                <a:cubicBezTo>
                  <a:pt x="680173" y="81434"/>
                  <a:pt x="681658" y="76954"/>
                  <a:pt x="683566" y="71720"/>
                </a:cubicBezTo>
                <a:lnTo>
                  <a:pt x="699267" y="28608"/>
                </a:lnTo>
                <a:lnTo>
                  <a:pt x="711575" y="28608"/>
                </a:lnTo>
                <a:lnTo>
                  <a:pt x="684830" y="99264"/>
                </a:lnTo>
                <a:lnTo>
                  <a:pt x="673653" y="99264"/>
                </a:lnTo>
                <a:close/>
                <a:moveTo>
                  <a:pt x="722220" y="15435"/>
                </a:moveTo>
                <a:lnTo>
                  <a:pt x="722220" y="1730"/>
                </a:lnTo>
                <a:lnTo>
                  <a:pt x="734196" y="1730"/>
                </a:lnTo>
                <a:lnTo>
                  <a:pt x="734196" y="15435"/>
                </a:lnTo>
                <a:lnTo>
                  <a:pt x="722220" y="15435"/>
                </a:lnTo>
                <a:moveTo>
                  <a:pt x="722220" y="99264"/>
                </a:moveTo>
                <a:lnTo>
                  <a:pt x="722220" y="28608"/>
                </a:lnTo>
                <a:lnTo>
                  <a:pt x="734196" y="28608"/>
                </a:lnTo>
                <a:lnTo>
                  <a:pt x="734196" y="99264"/>
                </a:lnTo>
                <a:lnTo>
                  <a:pt x="722220" y="99264"/>
                </a:lnTo>
                <a:close/>
                <a:moveTo>
                  <a:pt x="798509" y="90349"/>
                </a:moveTo>
                <a:cubicBezTo>
                  <a:pt x="794073" y="94193"/>
                  <a:pt x="789804" y="96906"/>
                  <a:pt x="785701" y="98489"/>
                </a:cubicBezTo>
                <a:cubicBezTo>
                  <a:pt x="781599" y="100070"/>
                  <a:pt x="777196" y="100861"/>
                  <a:pt x="772495" y="100861"/>
                </a:cubicBezTo>
                <a:cubicBezTo>
                  <a:pt x="764733" y="100861"/>
                  <a:pt x="758767" y="98965"/>
                  <a:pt x="754598" y="95173"/>
                </a:cubicBezTo>
                <a:cubicBezTo>
                  <a:pt x="750429" y="91380"/>
                  <a:pt x="748344" y="86535"/>
                  <a:pt x="748344" y="80636"/>
                </a:cubicBezTo>
                <a:cubicBezTo>
                  <a:pt x="748344" y="77176"/>
                  <a:pt x="749131" y="74016"/>
                  <a:pt x="750706" y="71155"/>
                </a:cubicBezTo>
                <a:cubicBezTo>
                  <a:pt x="752281" y="68294"/>
                  <a:pt x="754343" y="65999"/>
                  <a:pt x="756893" y="64269"/>
                </a:cubicBezTo>
                <a:cubicBezTo>
                  <a:pt x="759444" y="62539"/>
                  <a:pt x="762316" y="61231"/>
                  <a:pt x="765509" y="60344"/>
                </a:cubicBezTo>
                <a:cubicBezTo>
                  <a:pt x="767860" y="59723"/>
                  <a:pt x="771408" y="59124"/>
                  <a:pt x="776154" y="58547"/>
                </a:cubicBezTo>
                <a:cubicBezTo>
                  <a:pt x="785823" y="57394"/>
                  <a:pt x="792942" y="56019"/>
                  <a:pt x="797511" y="54422"/>
                </a:cubicBezTo>
                <a:cubicBezTo>
                  <a:pt x="797555" y="52788"/>
                  <a:pt x="797577" y="51750"/>
                  <a:pt x="797577" y="51308"/>
                </a:cubicBezTo>
                <a:cubicBezTo>
                  <a:pt x="797577" y="46447"/>
                  <a:pt x="796446" y="43023"/>
                  <a:pt x="794184" y="41035"/>
                </a:cubicBezTo>
                <a:cubicBezTo>
                  <a:pt x="791124" y="38339"/>
                  <a:pt x="786577" y="36991"/>
                  <a:pt x="780545" y="36991"/>
                </a:cubicBezTo>
                <a:cubicBezTo>
                  <a:pt x="774912" y="36991"/>
                  <a:pt x="770754" y="37978"/>
                  <a:pt x="768071" y="39952"/>
                </a:cubicBezTo>
                <a:cubicBezTo>
                  <a:pt x="765387" y="41926"/>
                  <a:pt x="763402" y="45419"/>
                  <a:pt x="762116" y="50431"/>
                </a:cubicBezTo>
                <a:lnTo>
                  <a:pt x="750407" y="48834"/>
                </a:lnTo>
                <a:cubicBezTo>
                  <a:pt x="751471" y="43807"/>
                  <a:pt x="753223" y="39747"/>
                  <a:pt x="755663" y="36654"/>
                </a:cubicBezTo>
                <a:cubicBezTo>
                  <a:pt x="758102" y="33562"/>
                  <a:pt x="761628" y="31182"/>
                  <a:pt x="766241" y="29515"/>
                </a:cubicBezTo>
                <a:cubicBezTo>
                  <a:pt x="770854" y="27846"/>
                  <a:pt x="776198" y="27012"/>
                  <a:pt x="782275" y="27012"/>
                </a:cubicBezTo>
                <a:cubicBezTo>
                  <a:pt x="788307" y="27012"/>
                  <a:pt x="793208" y="27724"/>
                  <a:pt x="796978" y="29149"/>
                </a:cubicBezTo>
                <a:cubicBezTo>
                  <a:pt x="800748" y="30572"/>
                  <a:pt x="803521" y="32364"/>
                  <a:pt x="805295" y="34523"/>
                </a:cubicBezTo>
                <a:cubicBezTo>
                  <a:pt x="807069" y="36681"/>
                  <a:pt x="808311" y="39408"/>
                  <a:pt x="809020" y="42703"/>
                </a:cubicBezTo>
                <a:cubicBezTo>
                  <a:pt x="809420" y="44750"/>
                  <a:pt x="809619" y="48427"/>
                  <a:pt x="809619" y="53734"/>
                </a:cubicBezTo>
                <a:lnTo>
                  <a:pt x="809619" y="69656"/>
                </a:lnTo>
                <a:cubicBezTo>
                  <a:pt x="809619" y="80757"/>
                  <a:pt x="809874" y="87788"/>
                  <a:pt x="810384" y="90748"/>
                </a:cubicBezTo>
                <a:cubicBezTo>
                  <a:pt x="810894" y="93709"/>
                  <a:pt x="811903" y="96548"/>
                  <a:pt x="813411" y="99264"/>
                </a:cubicBezTo>
                <a:lnTo>
                  <a:pt x="800904" y="99264"/>
                </a:lnTo>
                <a:cubicBezTo>
                  <a:pt x="799662" y="96724"/>
                  <a:pt x="798863" y="93752"/>
                  <a:pt x="798509" y="90349"/>
                </a:cubicBezTo>
                <a:moveTo>
                  <a:pt x="797511" y="63870"/>
                </a:moveTo>
                <a:cubicBezTo>
                  <a:pt x="793164" y="65636"/>
                  <a:pt x="786644" y="67137"/>
                  <a:pt x="777950" y="68373"/>
                </a:cubicBezTo>
                <a:cubicBezTo>
                  <a:pt x="773027" y="69079"/>
                  <a:pt x="769545" y="69873"/>
                  <a:pt x="767505" y="70756"/>
                </a:cubicBezTo>
                <a:cubicBezTo>
                  <a:pt x="765465" y="71639"/>
                  <a:pt x="763890" y="72930"/>
                  <a:pt x="762781" y="74629"/>
                </a:cubicBezTo>
                <a:cubicBezTo>
                  <a:pt x="761673" y="76328"/>
                  <a:pt x="761118" y="78216"/>
                  <a:pt x="761118" y="80290"/>
                </a:cubicBezTo>
                <a:cubicBezTo>
                  <a:pt x="761118" y="83469"/>
                  <a:pt x="762327" y="86117"/>
                  <a:pt x="764744" y="88237"/>
                </a:cubicBezTo>
                <a:cubicBezTo>
                  <a:pt x="767161" y="90355"/>
                  <a:pt x="770699" y="91414"/>
                  <a:pt x="775356" y="91414"/>
                </a:cubicBezTo>
                <a:cubicBezTo>
                  <a:pt x="779969" y="91414"/>
                  <a:pt x="784071" y="90408"/>
                  <a:pt x="787664" y="88397"/>
                </a:cubicBezTo>
                <a:cubicBezTo>
                  <a:pt x="791257" y="86384"/>
                  <a:pt x="793896" y="83635"/>
                  <a:pt x="795581" y="80149"/>
                </a:cubicBezTo>
                <a:cubicBezTo>
                  <a:pt x="796867" y="77459"/>
                  <a:pt x="797511" y="73488"/>
                  <a:pt x="797511" y="68238"/>
                </a:cubicBezTo>
                <a:lnTo>
                  <a:pt x="797511" y="6387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7" name="Text Cross-Attn">
            <a:extLst xmlns:a="http://schemas.openxmlformats.org/drawingml/2006/main">
              <a:ext uri="{FF2B5EF4-FFF2-40B4-BE49-F238E27FC236}">
                <a16:creationId xmlns:a16="http://schemas.microsoft.com/office/drawing/2014/main" id="{9662AB4E-2D07-480E-9AF4-1CDDB646D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2561" y="1648548"/>
            <a:ext cx="626980" cy="100861"/>
          </a:xfrm>
          <a:custGeom xmlns:a="http://schemas.openxmlformats.org/drawingml/2006/main">
            <a:pathLst>
              <a:path w="626980" h="100861">
                <a:moveTo>
                  <a:pt x="73317" y="65001"/>
                </a:moveTo>
                <a:lnTo>
                  <a:pt x="86224" y="68261"/>
                </a:lnTo>
                <a:cubicBezTo>
                  <a:pt x="83519" y="78861"/>
                  <a:pt x="78651" y="86945"/>
                  <a:pt x="71621" y="92511"/>
                </a:cubicBezTo>
                <a:cubicBezTo>
                  <a:pt x="64591" y="98078"/>
                  <a:pt x="55997" y="100861"/>
                  <a:pt x="45840" y="100861"/>
                </a:cubicBezTo>
                <a:cubicBezTo>
                  <a:pt x="35328" y="100861"/>
                  <a:pt x="26779" y="98721"/>
                  <a:pt x="20192" y="94441"/>
                </a:cubicBezTo>
                <a:cubicBezTo>
                  <a:pt x="13606" y="90161"/>
                  <a:pt x="8594" y="83962"/>
                  <a:pt x="5156" y="75845"/>
                </a:cubicBezTo>
                <a:cubicBezTo>
                  <a:pt x="1719" y="67729"/>
                  <a:pt x="0" y="59013"/>
                  <a:pt x="0" y="49699"/>
                </a:cubicBezTo>
                <a:cubicBezTo>
                  <a:pt x="0" y="39542"/>
                  <a:pt x="1940" y="30682"/>
                  <a:pt x="5821" y="23120"/>
                </a:cubicBezTo>
                <a:cubicBezTo>
                  <a:pt x="9702" y="15557"/>
                  <a:pt x="15225" y="9813"/>
                  <a:pt x="22388" y="5888"/>
                </a:cubicBezTo>
                <a:cubicBezTo>
                  <a:pt x="29551" y="1963"/>
                  <a:pt x="37435" y="0"/>
                  <a:pt x="46039" y="0"/>
                </a:cubicBezTo>
                <a:cubicBezTo>
                  <a:pt x="55797" y="0"/>
                  <a:pt x="64003" y="2484"/>
                  <a:pt x="70656" y="7451"/>
                </a:cubicBezTo>
                <a:cubicBezTo>
                  <a:pt x="77309" y="12419"/>
                  <a:pt x="81944" y="19405"/>
                  <a:pt x="84561" y="28409"/>
                </a:cubicBezTo>
                <a:lnTo>
                  <a:pt x="71854" y="31403"/>
                </a:lnTo>
                <a:cubicBezTo>
                  <a:pt x="69591" y="24306"/>
                  <a:pt x="66309" y="19139"/>
                  <a:pt x="62007" y="15901"/>
                </a:cubicBezTo>
                <a:cubicBezTo>
                  <a:pt x="57705" y="12663"/>
                  <a:pt x="52293" y="11044"/>
                  <a:pt x="45773" y="11044"/>
                </a:cubicBezTo>
                <a:cubicBezTo>
                  <a:pt x="38278" y="11044"/>
                  <a:pt x="32013" y="12840"/>
                  <a:pt x="26978" y="16433"/>
                </a:cubicBezTo>
                <a:cubicBezTo>
                  <a:pt x="21944" y="20026"/>
                  <a:pt x="18407" y="24849"/>
                  <a:pt x="16367" y="30904"/>
                </a:cubicBezTo>
                <a:cubicBezTo>
                  <a:pt x="14326" y="36958"/>
                  <a:pt x="13306" y="43201"/>
                  <a:pt x="13306" y="49632"/>
                </a:cubicBezTo>
                <a:cubicBezTo>
                  <a:pt x="13306" y="57926"/>
                  <a:pt x="14515" y="65167"/>
                  <a:pt x="16932" y="71355"/>
                </a:cubicBezTo>
                <a:cubicBezTo>
                  <a:pt x="19349" y="77542"/>
                  <a:pt x="23108" y="82166"/>
                  <a:pt x="28209" y="85226"/>
                </a:cubicBezTo>
                <a:cubicBezTo>
                  <a:pt x="33310" y="88287"/>
                  <a:pt x="38832" y="89817"/>
                  <a:pt x="44775" y="89817"/>
                </a:cubicBezTo>
                <a:cubicBezTo>
                  <a:pt x="52005" y="89817"/>
                  <a:pt x="58126" y="87732"/>
                  <a:pt x="63138" y="83563"/>
                </a:cubicBezTo>
                <a:cubicBezTo>
                  <a:pt x="68150" y="79394"/>
                  <a:pt x="71543" y="73206"/>
                  <a:pt x="73317" y="65001"/>
                </a:cubicBezTo>
                <a:close/>
                <a:moveTo>
                  <a:pt x="100439" y="99264"/>
                </a:moveTo>
                <a:lnTo>
                  <a:pt x="100439" y="28608"/>
                </a:lnTo>
                <a:lnTo>
                  <a:pt x="111217" y="28608"/>
                </a:lnTo>
                <a:lnTo>
                  <a:pt x="111217" y="39320"/>
                </a:lnTo>
                <a:cubicBezTo>
                  <a:pt x="113967" y="34308"/>
                  <a:pt x="116506" y="31003"/>
                  <a:pt x="118835" y="29407"/>
                </a:cubicBezTo>
                <a:cubicBezTo>
                  <a:pt x="121163" y="27810"/>
                  <a:pt x="123725" y="27012"/>
                  <a:pt x="126519" y="27012"/>
                </a:cubicBezTo>
                <a:cubicBezTo>
                  <a:pt x="130555" y="27012"/>
                  <a:pt x="134658" y="28298"/>
                  <a:pt x="138827" y="30870"/>
                </a:cubicBezTo>
                <a:lnTo>
                  <a:pt x="134702" y="41973"/>
                </a:lnTo>
                <a:cubicBezTo>
                  <a:pt x="131775" y="40248"/>
                  <a:pt x="128848" y="39386"/>
                  <a:pt x="125920" y="39386"/>
                </a:cubicBezTo>
                <a:cubicBezTo>
                  <a:pt x="123303" y="39386"/>
                  <a:pt x="120952" y="40174"/>
                  <a:pt x="118868" y="41748"/>
                </a:cubicBezTo>
                <a:cubicBezTo>
                  <a:pt x="116783" y="43323"/>
                  <a:pt x="115297" y="45507"/>
                  <a:pt x="114410" y="48302"/>
                </a:cubicBezTo>
                <a:cubicBezTo>
                  <a:pt x="113080" y="52560"/>
                  <a:pt x="112414" y="57217"/>
                  <a:pt x="112414" y="62273"/>
                </a:cubicBezTo>
                <a:lnTo>
                  <a:pt x="112414" y="99264"/>
                </a:lnTo>
                <a:lnTo>
                  <a:pt x="100439" y="99264"/>
                </a:lnTo>
                <a:close/>
                <a:moveTo>
                  <a:pt x="141487" y="63936"/>
                </a:moveTo>
                <a:cubicBezTo>
                  <a:pt x="141487" y="50852"/>
                  <a:pt x="145124" y="41161"/>
                  <a:pt x="152398" y="34862"/>
                </a:cubicBezTo>
                <a:cubicBezTo>
                  <a:pt x="158475" y="29628"/>
                  <a:pt x="165882" y="27012"/>
                  <a:pt x="174620" y="27012"/>
                </a:cubicBezTo>
                <a:cubicBezTo>
                  <a:pt x="184333" y="27012"/>
                  <a:pt x="192273" y="30194"/>
                  <a:pt x="198438" y="36559"/>
                </a:cubicBezTo>
                <a:cubicBezTo>
                  <a:pt x="204603" y="42924"/>
                  <a:pt x="207686" y="51717"/>
                  <a:pt x="207686" y="62938"/>
                </a:cubicBezTo>
                <a:cubicBezTo>
                  <a:pt x="207686" y="72031"/>
                  <a:pt x="206322" y="79183"/>
                  <a:pt x="203594" y="84395"/>
                </a:cubicBezTo>
                <a:cubicBezTo>
                  <a:pt x="200866" y="89606"/>
                  <a:pt x="196897" y="93654"/>
                  <a:pt x="191685" y="96537"/>
                </a:cubicBezTo>
                <a:cubicBezTo>
                  <a:pt x="186473" y="99420"/>
                  <a:pt x="180785" y="100861"/>
                  <a:pt x="174620" y="100861"/>
                </a:cubicBezTo>
                <a:cubicBezTo>
                  <a:pt x="164729" y="100861"/>
                  <a:pt x="156734" y="97690"/>
                  <a:pt x="150635" y="91347"/>
                </a:cubicBezTo>
                <a:cubicBezTo>
                  <a:pt x="144537" y="85004"/>
                  <a:pt x="141487" y="75868"/>
                  <a:pt x="141487" y="63936"/>
                </a:cubicBezTo>
                <a:moveTo>
                  <a:pt x="153796" y="63970"/>
                </a:moveTo>
                <a:cubicBezTo>
                  <a:pt x="153796" y="73007"/>
                  <a:pt x="155769" y="79773"/>
                  <a:pt x="159717" y="84270"/>
                </a:cubicBezTo>
                <a:cubicBezTo>
                  <a:pt x="163664" y="88766"/>
                  <a:pt x="168632" y="91014"/>
                  <a:pt x="174620" y="91014"/>
                </a:cubicBezTo>
                <a:cubicBezTo>
                  <a:pt x="180563" y="91014"/>
                  <a:pt x="185509" y="88755"/>
                  <a:pt x="189456" y="84237"/>
                </a:cubicBezTo>
                <a:cubicBezTo>
                  <a:pt x="193404" y="79718"/>
                  <a:pt x="195377" y="72829"/>
                  <a:pt x="195377" y="63570"/>
                </a:cubicBezTo>
                <a:cubicBezTo>
                  <a:pt x="195377" y="54844"/>
                  <a:pt x="193393" y="48232"/>
                  <a:pt x="189423" y="43736"/>
                </a:cubicBezTo>
                <a:cubicBezTo>
                  <a:pt x="185453" y="39239"/>
                  <a:pt x="180519" y="36991"/>
                  <a:pt x="174620" y="36991"/>
                </a:cubicBezTo>
                <a:cubicBezTo>
                  <a:pt x="168632" y="36991"/>
                  <a:pt x="163664" y="39228"/>
                  <a:pt x="159717" y="43703"/>
                </a:cubicBezTo>
                <a:cubicBezTo>
                  <a:pt x="155769" y="48177"/>
                  <a:pt x="153796" y="54932"/>
                  <a:pt x="153796" y="63970"/>
                </a:cubicBezTo>
                <a:close/>
                <a:moveTo>
                  <a:pt x="216913" y="78107"/>
                </a:moveTo>
                <a:lnTo>
                  <a:pt x="228755" y="76245"/>
                </a:lnTo>
                <a:cubicBezTo>
                  <a:pt x="229421" y="81011"/>
                  <a:pt x="231272" y="84665"/>
                  <a:pt x="234311" y="87206"/>
                </a:cubicBezTo>
                <a:cubicBezTo>
                  <a:pt x="237349" y="89745"/>
                  <a:pt x="241596" y="91014"/>
                  <a:pt x="247051" y="91014"/>
                </a:cubicBezTo>
                <a:cubicBezTo>
                  <a:pt x="252551" y="91014"/>
                  <a:pt x="256632" y="89895"/>
                  <a:pt x="259293" y="87655"/>
                </a:cubicBezTo>
                <a:cubicBezTo>
                  <a:pt x="261954" y="85415"/>
                  <a:pt x="263285" y="82787"/>
                  <a:pt x="263285" y="79771"/>
                </a:cubicBezTo>
                <a:cubicBezTo>
                  <a:pt x="263285" y="77065"/>
                  <a:pt x="262109" y="74936"/>
                  <a:pt x="259759" y="73384"/>
                </a:cubicBezTo>
                <a:cubicBezTo>
                  <a:pt x="258118" y="72319"/>
                  <a:pt x="254037" y="70966"/>
                  <a:pt x="247517" y="69325"/>
                </a:cubicBezTo>
                <a:cubicBezTo>
                  <a:pt x="238735" y="67108"/>
                  <a:pt x="232647" y="65189"/>
                  <a:pt x="229254" y="63570"/>
                </a:cubicBezTo>
                <a:cubicBezTo>
                  <a:pt x="225861" y="61951"/>
                  <a:pt x="223289" y="59712"/>
                  <a:pt x="221537" y="56851"/>
                </a:cubicBezTo>
                <a:cubicBezTo>
                  <a:pt x="219785" y="53990"/>
                  <a:pt x="218909" y="50830"/>
                  <a:pt x="218909" y="47370"/>
                </a:cubicBezTo>
                <a:cubicBezTo>
                  <a:pt x="218909" y="44221"/>
                  <a:pt x="219629" y="41305"/>
                  <a:pt x="221071" y="38621"/>
                </a:cubicBezTo>
                <a:cubicBezTo>
                  <a:pt x="222512" y="35938"/>
                  <a:pt x="224475" y="33709"/>
                  <a:pt x="226959" y="31935"/>
                </a:cubicBezTo>
                <a:cubicBezTo>
                  <a:pt x="228822" y="30560"/>
                  <a:pt x="231361" y="29396"/>
                  <a:pt x="234577" y="28442"/>
                </a:cubicBezTo>
                <a:cubicBezTo>
                  <a:pt x="237792" y="27488"/>
                  <a:pt x="241241" y="27012"/>
                  <a:pt x="244922" y="27012"/>
                </a:cubicBezTo>
                <a:cubicBezTo>
                  <a:pt x="250467" y="27012"/>
                  <a:pt x="255334" y="27810"/>
                  <a:pt x="259526" y="29407"/>
                </a:cubicBezTo>
                <a:cubicBezTo>
                  <a:pt x="263717" y="31003"/>
                  <a:pt x="266811" y="33166"/>
                  <a:pt x="268807" y="35893"/>
                </a:cubicBezTo>
                <a:cubicBezTo>
                  <a:pt x="270803" y="38621"/>
                  <a:pt x="272178" y="42269"/>
                  <a:pt x="272932" y="46838"/>
                </a:cubicBezTo>
                <a:lnTo>
                  <a:pt x="261222" y="48435"/>
                </a:lnTo>
                <a:cubicBezTo>
                  <a:pt x="260690" y="44798"/>
                  <a:pt x="259149" y="41959"/>
                  <a:pt x="256598" y="39919"/>
                </a:cubicBezTo>
                <a:cubicBezTo>
                  <a:pt x="254048" y="37878"/>
                  <a:pt x="250444" y="36858"/>
                  <a:pt x="245787" y="36858"/>
                </a:cubicBezTo>
                <a:cubicBezTo>
                  <a:pt x="240287" y="36858"/>
                  <a:pt x="236362" y="37767"/>
                  <a:pt x="234011" y="39586"/>
                </a:cubicBezTo>
                <a:cubicBezTo>
                  <a:pt x="231660" y="41404"/>
                  <a:pt x="230485" y="43533"/>
                  <a:pt x="230485" y="45973"/>
                </a:cubicBezTo>
                <a:cubicBezTo>
                  <a:pt x="230485" y="47525"/>
                  <a:pt x="230973" y="48922"/>
                  <a:pt x="231949" y="50164"/>
                </a:cubicBezTo>
                <a:cubicBezTo>
                  <a:pt x="232925" y="51451"/>
                  <a:pt x="234455" y="52515"/>
                  <a:pt x="236539" y="53358"/>
                </a:cubicBezTo>
                <a:cubicBezTo>
                  <a:pt x="237737" y="53801"/>
                  <a:pt x="241263" y="54822"/>
                  <a:pt x="247118" y="56418"/>
                </a:cubicBezTo>
                <a:cubicBezTo>
                  <a:pt x="255589" y="58680"/>
                  <a:pt x="261500" y="60532"/>
                  <a:pt x="264848" y="61974"/>
                </a:cubicBezTo>
                <a:cubicBezTo>
                  <a:pt x="268197" y="63415"/>
                  <a:pt x="270825" y="65511"/>
                  <a:pt x="272732" y="68261"/>
                </a:cubicBezTo>
                <a:cubicBezTo>
                  <a:pt x="274639" y="71011"/>
                  <a:pt x="275593" y="74426"/>
                  <a:pt x="275593" y="78507"/>
                </a:cubicBezTo>
                <a:cubicBezTo>
                  <a:pt x="275593" y="82498"/>
                  <a:pt x="274429" y="86257"/>
                  <a:pt x="272100" y="89784"/>
                </a:cubicBezTo>
                <a:cubicBezTo>
                  <a:pt x="269772" y="93310"/>
                  <a:pt x="266412" y="96038"/>
                  <a:pt x="262021" y="97967"/>
                </a:cubicBezTo>
                <a:cubicBezTo>
                  <a:pt x="257630" y="99896"/>
                  <a:pt x="252662" y="100861"/>
                  <a:pt x="247118" y="100861"/>
                </a:cubicBezTo>
                <a:cubicBezTo>
                  <a:pt x="237937" y="100861"/>
                  <a:pt x="230940" y="98948"/>
                  <a:pt x="226127" y="95123"/>
                </a:cubicBezTo>
                <a:cubicBezTo>
                  <a:pt x="221315" y="91297"/>
                  <a:pt x="218243" y="85625"/>
                  <a:pt x="216913" y="78107"/>
                </a:cubicBezTo>
                <a:close/>
                <a:moveTo>
                  <a:pt x="285040" y="78107"/>
                </a:moveTo>
                <a:lnTo>
                  <a:pt x="296883" y="76245"/>
                </a:lnTo>
                <a:cubicBezTo>
                  <a:pt x="297548" y="81011"/>
                  <a:pt x="299400" y="84665"/>
                  <a:pt x="302438" y="87206"/>
                </a:cubicBezTo>
                <a:cubicBezTo>
                  <a:pt x="305476" y="89745"/>
                  <a:pt x="309723" y="91014"/>
                  <a:pt x="315179" y="91014"/>
                </a:cubicBezTo>
                <a:cubicBezTo>
                  <a:pt x="320679" y="91014"/>
                  <a:pt x="324759" y="89895"/>
                  <a:pt x="327421" y="87655"/>
                </a:cubicBezTo>
                <a:cubicBezTo>
                  <a:pt x="330082" y="85415"/>
                  <a:pt x="331413" y="82787"/>
                  <a:pt x="331413" y="79771"/>
                </a:cubicBezTo>
                <a:cubicBezTo>
                  <a:pt x="331413" y="77065"/>
                  <a:pt x="330237" y="74936"/>
                  <a:pt x="327886" y="73384"/>
                </a:cubicBezTo>
                <a:cubicBezTo>
                  <a:pt x="326245" y="72319"/>
                  <a:pt x="322165" y="70966"/>
                  <a:pt x="315645" y="69325"/>
                </a:cubicBezTo>
                <a:cubicBezTo>
                  <a:pt x="306863" y="67108"/>
                  <a:pt x="300775" y="65189"/>
                  <a:pt x="297382" y="63570"/>
                </a:cubicBezTo>
                <a:cubicBezTo>
                  <a:pt x="293989" y="61951"/>
                  <a:pt x="291416" y="59712"/>
                  <a:pt x="289664" y="56851"/>
                </a:cubicBezTo>
                <a:cubicBezTo>
                  <a:pt x="287912" y="53990"/>
                  <a:pt x="287036" y="50830"/>
                  <a:pt x="287036" y="47370"/>
                </a:cubicBezTo>
                <a:cubicBezTo>
                  <a:pt x="287036" y="44221"/>
                  <a:pt x="287757" y="41305"/>
                  <a:pt x="289199" y="38621"/>
                </a:cubicBezTo>
                <a:cubicBezTo>
                  <a:pt x="290640" y="35938"/>
                  <a:pt x="292603" y="33709"/>
                  <a:pt x="295087" y="31935"/>
                </a:cubicBezTo>
                <a:cubicBezTo>
                  <a:pt x="296949" y="30560"/>
                  <a:pt x="299489" y="29396"/>
                  <a:pt x="302704" y="28442"/>
                </a:cubicBezTo>
                <a:cubicBezTo>
                  <a:pt x="305920" y="27488"/>
                  <a:pt x="309369" y="27012"/>
                  <a:pt x="313050" y="27012"/>
                </a:cubicBezTo>
                <a:cubicBezTo>
                  <a:pt x="318594" y="27012"/>
                  <a:pt x="323462" y="27810"/>
                  <a:pt x="327654" y="29407"/>
                </a:cubicBezTo>
                <a:cubicBezTo>
                  <a:pt x="331845" y="31003"/>
                  <a:pt x="334939" y="33166"/>
                  <a:pt x="336935" y="35893"/>
                </a:cubicBezTo>
                <a:cubicBezTo>
                  <a:pt x="338931" y="38621"/>
                  <a:pt x="340305" y="42269"/>
                  <a:pt x="341060" y="46838"/>
                </a:cubicBezTo>
                <a:lnTo>
                  <a:pt x="329350" y="48435"/>
                </a:lnTo>
                <a:cubicBezTo>
                  <a:pt x="328818" y="44798"/>
                  <a:pt x="327276" y="41959"/>
                  <a:pt x="324726" y="39919"/>
                </a:cubicBezTo>
                <a:cubicBezTo>
                  <a:pt x="322176" y="37878"/>
                  <a:pt x="318572" y="36858"/>
                  <a:pt x="313915" y="36858"/>
                </a:cubicBezTo>
                <a:cubicBezTo>
                  <a:pt x="308415" y="36858"/>
                  <a:pt x="304490" y="37767"/>
                  <a:pt x="302139" y="39586"/>
                </a:cubicBezTo>
                <a:cubicBezTo>
                  <a:pt x="299788" y="41404"/>
                  <a:pt x="298613" y="43533"/>
                  <a:pt x="298613" y="45973"/>
                </a:cubicBezTo>
                <a:cubicBezTo>
                  <a:pt x="298613" y="47525"/>
                  <a:pt x="299101" y="48922"/>
                  <a:pt x="300076" y="50164"/>
                </a:cubicBezTo>
                <a:cubicBezTo>
                  <a:pt x="301052" y="51451"/>
                  <a:pt x="302582" y="52515"/>
                  <a:pt x="304667" y="53358"/>
                </a:cubicBezTo>
                <a:cubicBezTo>
                  <a:pt x="305865" y="53801"/>
                  <a:pt x="309391" y="54822"/>
                  <a:pt x="315245" y="56418"/>
                </a:cubicBezTo>
                <a:cubicBezTo>
                  <a:pt x="323717" y="58680"/>
                  <a:pt x="329627" y="60532"/>
                  <a:pt x="332976" y="61974"/>
                </a:cubicBezTo>
                <a:cubicBezTo>
                  <a:pt x="336325" y="63415"/>
                  <a:pt x="338953" y="65511"/>
                  <a:pt x="340860" y="68261"/>
                </a:cubicBezTo>
                <a:cubicBezTo>
                  <a:pt x="342767" y="71011"/>
                  <a:pt x="343721" y="74426"/>
                  <a:pt x="343721" y="78507"/>
                </a:cubicBezTo>
                <a:cubicBezTo>
                  <a:pt x="343721" y="82498"/>
                  <a:pt x="342556" y="86257"/>
                  <a:pt x="340228" y="89784"/>
                </a:cubicBezTo>
                <a:cubicBezTo>
                  <a:pt x="337899" y="93310"/>
                  <a:pt x="334539" y="96038"/>
                  <a:pt x="330148" y="97967"/>
                </a:cubicBezTo>
                <a:cubicBezTo>
                  <a:pt x="325757" y="99896"/>
                  <a:pt x="320790" y="100861"/>
                  <a:pt x="315245" y="100861"/>
                </a:cubicBezTo>
                <a:cubicBezTo>
                  <a:pt x="306064" y="100861"/>
                  <a:pt x="299067" y="98948"/>
                  <a:pt x="294255" y="95123"/>
                </a:cubicBezTo>
                <a:cubicBezTo>
                  <a:pt x="289443" y="91297"/>
                  <a:pt x="286371" y="85625"/>
                  <a:pt x="285040" y="78107"/>
                </a:cubicBezTo>
                <a:close/>
                <a:moveTo>
                  <a:pt x="353301" y="69991"/>
                </a:moveTo>
                <a:lnTo>
                  <a:pt x="353301" y="57882"/>
                </a:lnTo>
                <a:lnTo>
                  <a:pt x="390093" y="57882"/>
                </a:lnTo>
                <a:lnTo>
                  <a:pt x="390093" y="69991"/>
                </a:lnTo>
                <a:lnTo>
                  <a:pt x="353301" y="69991"/>
                </a:lnTo>
                <a:close/>
                <a:moveTo>
                  <a:pt x="394150" y="99264"/>
                </a:moveTo>
                <a:lnTo>
                  <a:pt x="431607" y="1730"/>
                </a:lnTo>
                <a:lnTo>
                  <a:pt x="445512" y="1730"/>
                </a:lnTo>
                <a:lnTo>
                  <a:pt x="485431" y="99264"/>
                </a:lnTo>
                <a:lnTo>
                  <a:pt x="470728" y="99264"/>
                </a:lnTo>
                <a:lnTo>
                  <a:pt x="459351" y="69725"/>
                </a:lnTo>
                <a:lnTo>
                  <a:pt x="418567" y="69725"/>
                </a:lnTo>
                <a:lnTo>
                  <a:pt x="407856" y="99264"/>
                </a:lnTo>
                <a:lnTo>
                  <a:pt x="394150" y="99264"/>
                </a:lnTo>
                <a:moveTo>
                  <a:pt x="422293" y="59213"/>
                </a:moveTo>
                <a:lnTo>
                  <a:pt x="455359" y="59213"/>
                </a:lnTo>
                <a:lnTo>
                  <a:pt x="445180" y="32176"/>
                </a:lnTo>
                <a:cubicBezTo>
                  <a:pt x="442075" y="23983"/>
                  <a:pt x="439768" y="17205"/>
                  <a:pt x="438260" y="11843"/>
                </a:cubicBezTo>
                <a:cubicBezTo>
                  <a:pt x="437019" y="18178"/>
                  <a:pt x="435267" y="24432"/>
                  <a:pt x="433004" y="30604"/>
                </a:cubicBezTo>
                <a:lnTo>
                  <a:pt x="422293" y="59213"/>
                </a:lnTo>
                <a:close/>
                <a:moveTo>
                  <a:pt x="520225" y="88553"/>
                </a:moveTo>
                <a:lnTo>
                  <a:pt x="521954" y="99131"/>
                </a:lnTo>
                <a:cubicBezTo>
                  <a:pt x="518583" y="99841"/>
                  <a:pt x="515567" y="100196"/>
                  <a:pt x="512906" y="100196"/>
                </a:cubicBezTo>
                <a:cubicBezTo>
                  <a:pt x="508559" y="100196"/>
                  <a:pt x="505189" y="99508"/>
                  <a:pt x="502793" y="98133"/>
                </a:cubicBezTo>
                <a:cubicBezTo>
                  <a:pt x="500398" y="96758"/>
                  <a:pt x="498713" y="94951"/>
                  <a:pt x="497737" y="92711"/>
                </a:cubicBezTo>
                <a:cubicBezTo>
                  <a:pt x="496761" y="90471"/>
                  <a:pt x="496273" y="85758"/>
                  <a:pt x="496273" y="78573"/>
                </a:cubicBezTo>
                <a:lnTo>
                  <a:pt x="496273" y="37923"/>
                </a:lnTo>
                <a:lnTo>
                  <a:pt x="487491" y="37923"/>
                </a:lnTo>
                <a:lnTo>
                  <a:pt x="487491" y="28608"/>
                </a:lnTo>
                <a:lnTo>
                  <a:pt x="496273" y="28608"/>
                </a:lnTo>
                <a:lnTo>
                  <a:pt x="496273" y="11111"/>
                </a:lnTo>
                <a:lnTo>
                  <a:pt x="508182" y="3925"/>
                </a:lnTo>
                <a:lnTo>
                  <a:pt x="508182" y="28608"/>
                </a:lnTo>
                <a:lnTo>
                  <a:pt x="520225" y="28608"/>
                </a:lnTo>
                <a:lnTo>
                  <a:pt x="520225" y="37923"/>
                </a:lnTo>
                <a:lnTo>
                  <a:pt x="508182" y="37923"/>
                </a:lnTo>
                <a:lnTo>
                  <a:pt x="508182" y="79238"/>
                </a:lnTo>
                <a:cubicBezTo>
                  <a:pt x="508182" y="82654"/>
                  <a:pt x="508393" y="84849"/>
                  <a:pt x="508814" y="85825"/>
                </a:cubicBezTo>
                <a:cubicBezTo>
                  <a:pt x="509236" y="86801"/>
                  <a:pt x="509923" y="87577"/>
                  <a:pt x="510877" y="88154"/>
                </a:cubicBezTo>
                <a:cubicBezTo>
                  <a:pt x="511831" y="88730"/>
                  <a:pt x="513194" y="89019"/>
                  <a:pt x="514969" y="89019"/>
                </a:cubicBezTo>
                <a:cubicBezTo>
                  <a:pt x="516299" y="89019"/>
                  <a:pt x="518051" y="88863"/>
                  <a:pt x="520225" y="88553"/>
                </a:cubicBezTo>
                <a:close/>
                <a:moveTo>
                  <a:pt x="557967" y="88553"/>
                </a:moveTo>
                <a:lnTo>
                  <a:pt x="559697" y="99131"/>
                </a:lnTo>
                <a:cubicBezTo>
                  <a:pt x="556326" y="99841"/>
                  <a:pt x="553310" y="100196"/>
                  <a:pt x="550649" y="100196"/>
                </a:cubicBezTo>
                <a:cubicBezTo>
                  <a:pt x="546302" y="100196"/>
                  <a:pt x="542931" y="99508"/>
                  <a:pt x="540536" y="98133"/>
                </a:cubicBezTo>
                <a:cubicBezTo>
                  <a:pt x="538141" y="96758"/>
                  <a:pt x="536456" y="94951"/>
                  <a:pt x="535480" y="92711"/>
                </a:cubicBezTo>
                <a:cubicBezTo>
                  <a:pt x="534504" y="90471"/>
                  <a:pt x="534016" y="85758"/>
                  <a:pt x="534016" y="78573"/>
                </a:cubicBezTo>
                <a:lnTo>
                  <a:pt x="534016" y="37923"/>
                </a:lnTo>
                <a:lnTo>
                  <a:pt x="525234" y="37923"/>
                </a:lnTo>
                <a:lnTo>
                  <a:pt x="525234" y="28608"/>
                </a:lnTo>
                <a:lnTo>
                  <a:pt x="534016" y="28608"/>
                </a:lnTo>
                <a:lnTo>
                  <a:pt x="534016" y="11111"/>
                </a:lnTo>
                <a:lnTo>
                  <a:pt x="545925" y="3925"/>
                </a:lnTo>
                <a:lnTo>
                  <a:pt x="545925" y="28608"/>
                </a:lnTo>
                <a:lnTo>
                  <a:pt x="557967" y="28608"/>
                </a:lnTo>
                <a:lnTo>
                  <a:pt x="557967" y="37923"/>
                </a:lnTo>
                <a:lnTo>
                  <a:pt x="545925" y="37923"/>
                </a:lnTo>
                <a:lnTo>
                  <a:pt x="545925" y="79238"/>
                </a:lnTo>
                <a:cubicBezTo>
                  <a:pt x="545925" y="82654"/>
                  <a:pt x="546136" y="84849"/>
                  <a:pt x="546557" y="85825"/>
                </a:cubicBezTo>
                <a:cubicBezTo>
                  <a:pt x="546979" y="86801"/>
                  <a:pt x="547666" y="87577"/>
                  <a:pt x="548620" y="88154"/>
                </a:cubicBezTo>
                <a:cubicBezTo>
                  <a:pt x="549573" y="88730"/>
                  <a:pt x="550937" y="89019"/>
                  <a:pt x="552711" y="89019"/>
                </a:cubicBezTo>
                <a:cubicBezTo>
                  <a:pt x="554042" y="89019"/>
                  <a:pt x="555794" y="88863"/>
                  <a:pt x="557967" y="88553"/>
                </a:cubicBezTo>
                <a:close/>
                <a:moveTo>
                  <a:pt x="569564" y="99264"/>
                </a:moveTo>
                <a:lnTo>
                  <a:pt x="569564" y="28608"/>
                </a:lnTo>
                <a:lnTo>
                  <a:pt x="580342" y="28608"/>
                </a:lnTo>
                <a:lnTo>
                  <a:pt x="580342" y="38655"/>
                </a:lnTo>
                <a:cubicBezTo>
                  <a:pt x="585531" y="30893"/>
                  <a:pt x="593027" y="27012"/>
                  <a:pt x="602829" y="27012"/>
                </a:cubicBezTo>
                <a:cubicBezTo>
                  <a:pt x="607087" y="27012"/>
                  <a:pt x="611001" y="27777"/>
                  <a:pt x="614572" y="29307"/>
                </a:cubicBezTo>
                <a:cubicBezTo>
                  <a:pt x="618142" y="30837"/>
                  <a:pt x="620815" y="32844"/>
                  <a:pt x="622589" y="35328"/>
                </a:cubicBezTo>
                <a:cubicBezTo>
                  <a:pt x="624363" y="37812"/>
                  <a:pt x="625605" y="40761"/>
                  <a:pt x="626315" y="44177"/>
                </a:cubicBezTo>
                <a:cubicBezTo>
                  <a:pt x="626758" y="46394"/>
                  <a:pt x="626980" y="50275"/>
                  <a:pt x="626980" y="55820"/>
                </a:cubicBezTo>
                <a:lnTo>
                  <a:pt x="626980" y="99264"/>
                </a:lnTo>
                <a:lnTo>
                  <a:pt x="615004" y="99264"/>
                </a:lnTo>
                <a:lnTo>
                  <a:pt x="615004" y="56285"/>
                </a:lnTo>
                <a:cubicBezTo>
                  <a:pt x="615004" y="51406"/>
                  <a:pt x="614539" y="47758"/>
                  <a:pt x="613607" y="45341"/>
                </a:cubicBezTo>
                <a:cubicBezTo>
                  <a:pt x="612676" y="42924"/>
                  <a:pt x="611024" y="40994"/>
                  <a:pt x="608651" y="39553"/>
                </a:cubicBezTo>
                <a:cubicBezTo>
                  <a:pt x="606278" y="38111"/>
                  <a:pt x="603494" y="37390"/>
                  <a:pt x="600301" y="37390"/>
                </a:cubicBezTo>
                <a:cubicBezTo>
                  <a:pt x="595200" y="37390"/>
                  <a:pt x="590798" y="39009"/>
                  <a:pt x="587095" y="42247"/>
                </a:cubicBezTo>
                <a:cubicBezTo>
                  <a:pt x="583391" y="45485"/>
                  <a:pt x="581539" y="51628"/>
                  <a:pt x="581539" y="60676"/>
                </a:cubicBezTo>
                <a:lnTo>
                  <a:pt x="581539" y="99264"/>
                </a:lnTo>
                <a:lnTo>
                  <a:pt x="569564" y="99264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70BC09-3389-4EED-B7A2-16ACB3FD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9080" y="2172609"/>
            <a:ext cx="1723758" cy="665185"/>
          </a:xfrm>
          <a:custGeom xmlns:a="http://schemas.openxmlformats.org/drawingml/2006/main">
            <a:pathLst>
              <a:path w="1723758" h="665185">
                <a:moveTo>
                  <a:pt x="0" y="110866"/>
                </a:moveTo>
                <a:lnTo>
                  <a:pt x="0" y="110866"/>
                </a:lnTo>
                <a:cubicBezTo>
                  <a:pt x="0" y="49636"/>
                  <a:pt x="49637" y="0"/>
                  <a:pt x="110866" y="0"/>
                </a:cubicBezTo>
                <a:lnTo>
                  <a:pt x="1612892" y="0"/>
                </a:lnTo>
                <a:cubicBezTo>
                  <a:pt x="1642295" y="0"/>
                  <a:pt x="1670495" y="11681"/>
                  <a:pt x="1691286" y="32472"/>
                </a:cubicBezTo>
                <a:cubicBezTo>
                  <a:pt x="1712078" y="53264"/>
                  <a:pt x="1723758" y="81463"/>
                  <a:pt x="1723758" y="110866"/>
                </a:cubicBezTo>
                <a:lnTo>
                  <a:pt x="1723758" y="554318"/>
                </a:lnTo>
                <a:cubicBezTo>
                  <a:pt x="1723758" y="615548"/>
                  <a:pt x="1674121" y="665185"/>
                  <a:pt x="1612892" y="665185"/>
                </a:cubicBezTo>
                <a:lnTo>
                  <a:pt x="110866" y="665185"/>
                </a:lnTo>
                <a:cubicBezTo>
                  <a:pt x="49637" y="665185"/>
                  <a:pt x="0" y="615548"/>
                  <a:pt x="0" y="554318"/>
                </a:cubicBezTo>
                <a:lnTo>
                  <a:pt x="0" y="110866"/>
                </a:lnTo>
                <a:close/>
              </a:path>
            </a:pathLst>
          </a:custGeom>
          <a:solidFill xmlns:a="http://schemas.openxmlformats.org/drawingml/2006/main">
            <a:srgbClr val="D9D2E9">
              <a:alpha val="221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39" name="Text 3.LargeLatent">
            <a:extLst xmlns:a="http://schemas.openxmlformats.org/drawingml/2006/main">
              <a:ext uri="{FF2B5EF4-FFF2-40B4-BE49-F238E27FC236}">
                <a16:creationId xmlns:a16="http://schemas.microsoft.com/office/drawing/2014/main" id="{0E036344-EDF0-4ADB-8E08-638B0620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465" y="2299625"/>
            <a:ext cx="909303" cy="126675"/>
          </a:xfrm>
          <a:custGeom xmlns:a="http://schemas.openxmlformats.org/drawingml/2006/main">
            <a:pathLst>
              <a:path w="909303" h="126675">
                <a:moveTo>
                  <a:pt x="0" y="71987"/>
                </a:moveTo>
                <a:lnTo>
                  <a:pt x="11976" y="70390"/>
                </a:lnTo>
                <a:cubicBezTo>
                  <a:pt x="13351" y="77176"/>
                  <a:pt x="15690" y="82066"/>
                  <a:pt x="18995" y="85060"/>
                </a:cubicBezTo>
                <a:cubicBezTo>
                  <a:pt x="22299" y="88054"/>
                  <a:pt x="26324" y="89551"/>
                  <a:pt x="31070" y="89551"/>
                </a:cubicBezTo>
                <a:cubicBezTo>
                  <a:pt x="36703" y="89551"/>
                  <a:pt x="41460" y="87603"/>
                  <a:pt x="45341" y="83706"/>
                </a:cubicBezTo>
                <a:cubicBezTo>
                  <a:pt x="49222" y="79810"/>
                  <a:pt x="51162" y="74984"/>
                  <a:pt x="51162" y="69228"/>
                </a:cubicBezTo>
                <a:cubicBezTo>
                  <a:pt x="51162" y="63737"/>
                  <a:pt x="49366" y="59210"/>
                  <a:pt x="45773" y="55645"/>
                </a:cubicBezTo>
                <a:cubicBezTo>
                  <a:pt x="42181" y="52080"/>
                  <a:pt x="37612" y="50297"/>
                  <a:pt x="32068" y="50297"/>
                </a:cubicBezTo>
                <a:cubicBezTo>
                  <a:pt x="29806" y="50297"/>
                  <a:pt x="26989" y="50741"/>
                  <a:pt x="23619" y="51628"/>
                </a:cubicBezTo>
                <a:lnTo>
                  <a:pt x="24949" y="41116"/>
                </a:lnTo>
                <a:cubicBezTo>
                  <a:pt x="25748" y="41205"/>
                  <a:pt x="26391" y="41249"/>
                  <a:pt x="26879" y="41249"/>
                </a:cubicBezTo>
                <a:cubicBezTo>
                  <a:pt x="31979" y="41249"/>
                  <a:pt x="36570" y="39924"/>
                  <a:pt x="40650" y="37274"/>
                </a:cubicBezTo>
                <a:cubicBezTo>
                  <a:pt x="44731" y="34624"/>
                  <a:pt x="46771" y="30538"/>
                  <a:pt x="46771" y="25018"/>
                </a:cubicBezTo>
                <a:cubicBezTo>
                  <a:pt x="46771" y="20645"/>
                  <a:pt x="45285" y="17023"/>
                  <a:pt x="42314" y="14152"/>
                </a:cubicBezTo>
                <a:cubicBezTo>
                  <a:pt x="39342" y="11282"/>
                  <a:pt x="35505" y="9847"/>
                  <a:pt x="30804" y="9847"/>
                </a:cubicBezTo>
                <a:cubicBezTo>
                  <a:pt x="26147" y="9847"/>
                  <a:pt x="22266" y="11310"/>
                  <a:pt x="19161" y="14238"/>
                </a:cubicBezTo>
                <a:cubicBezTo>
                  <a:pt x="16056" y="17165"/>
                  <a:pt x="14060" y="21556"/>
                  <a:pt x="13173" y="27411"/>
                </a:cubicBezTo>
                <a:lnTo>
                  <a:pt x="1198" y="25282"/>
                </a:lnTo>
                <a:cubicBezTo>
                  <a:pt x="2661" y="17254"/>
                  <a:pt x="5988" y="11033"/>
                  <a:pt x="11177" y="6620"/>
                </a:cubicBezTo>
                <a:cubicBezTo>
                  <a:pt x="16367" y="2207"/>
                  <a:pt x="22820" y="0"/>
                  <a:pt x="30538" y="0"/>
                </a:cubicBezTo>
                <a:cubicBezTo>
                  <a:pt x="35860" y="0"/>
                  <a:pt x="40761" y="1139"/>
                  <a:pt x="45241" y="3416"/>
                </a:cubicBezTo>
                <a:cubicBezTo>
                  <a:pt x="49721" y="5693"/>
                  <a:pt x="53147" y="8800"/>
                  <a:pt x="55520" y="12737"/>
                </a:cubicBezTo>
                <a:cubicBezTo>
                  <a:pt x="57893" y="16672"/>
                  <a:pt x="59080" y="20851"/>
                  <a:pt x="59080" y="25273"/>
                </a:cubicBezTo>
                <a:cubicBezTo>
                  <a:pt x="59080" y="29475"/>
                  <a:pt x="57949" y="33300"/>
                  <a:pt x="55686" y="36750"/>
                </a:cubicBezTo>
                <a:cubicBezTo>
                  <a:pt x="53424" y="40199"/>
                  <a:pt x="50076" y="42940"/>
                  <a:pt x="45640" y="44975"/>
                </a:cubicBezTo>
                <a:cubicBezTo>
                  <a:pt x="51406" y="46306"/>
                  <a:pt x="55886" y="49067"/>
                  <a:pt x="59080" y="53258"/>
                </a:cubicBezTo>
                <a:cubicBezTo>
                  <a:pt x="62273" y="57450"/>
                  <a:pt x="63870" y="62694"/>
                  <a:pt x="63870" y="68993"/>
                </a:cubicBezTo>
                <a:cubicBezTo>
                  <a:pt x="63870" y="77509"/>
                  <a:pt x="60765" y="84727"/>
                  <a:pt x="54555" y="90649"/>
                </a:cubicBezTo>
                <a:cubicBezTo>
                  <a:pt x="48346" y="96570"/>
                  <a:pt x="40495" y="99530"/>
                  <a:pt x="31003" y="99530"/>
                </a:cubicBezTo>
                <a:cubicBezTo>
                  <a:pt x="22443" y="99530"/>
                  <a:pt x="15335" y="96974"/>
                  <a:pt x="9680" y="91861"/>
                </a:cubicBezTo>
                <a:cubicBezTo>
                  <a:pt x="4025" y="86747"/>
                  <a:pt x="798" y="80123"/>
                  <a:pt x="0" y="71987"/>
                </a:cubicBezTo>
                <a:close/>
                <a:moveTo>
                  <a:pt x="82411" y="97934"/>
                </a:moveTo>
                <a:lnTo>
                  <a:pt x="82411" y="84228"/>
                </a:lnTo>
                <a:lnTo>
                  <a:pt x="96050" y="84228"/>
                </a:lnTo>
                <a:lnTo>
                  <a:pt x="96050" y="97934"/>
                </a:lnTo>
                <a:lnTo>
                  <a:pt x="82411" y="97934"/>
                </a:lnTo>
                <a:close/>
                <a:moveTo>
                  <a:pt x="155501" y="97934"/>
                </a:moveTo>
                <a:lnTo>
                  <a:pt x="155501" y="399"/>
                </a:lnTo>
                <a:lnTo>
                  <a:pt x="168408" y="399"/>
                </a:lnTo>
                <a:lnTo>
                  <a:pt x="168408" y="86357"/>
                </a:lnTo>
                <a:lnTo>
                  <a:pt x="216444" y="86357"/>
                </a:lnTo>
                <a:lnTo>
                  <a:pt x="216444" y="97934"/>
                </a:lnTo>
                <a:lnTo>
                  <a:pt x="155501" y="97934"/>
                </a:lnTo>
                <a:close/>
                <a:moveTo>
                  <a:pt x="276368" y="89019"/>
                </a:moveTo>
                <a:cubicBezTo>
                  <a:pt x="271932" y="92862"/>
                  <a:pt x="267663" y="95575"/>
                  <a:pt x="263560" y="97158"/>
                </a:cubicBezTo>
                <a:cubicBezTo>
                  <a:pt x="259458" y="98740"/>
                  <a:pt x="255055" y="99530"/>
                  <a:pt x="250354" y="99530"/>
                </a:cubicBezTo>
                <a:cubicBezTo>
                  <a:pt x="242592" y="99530"/>
                  <a:pt x="236626" y="97634"/>
                  <a:pt x="232457" y="93842"/>
                </a:cubicBezTo>
                <a:cubicBezTo>
                  <a:pt x="228288" y="90050"/>
                  <a:pt x="226203" y="85204"/>
                  <a:pt x="226203" y="79305"/>
                </a:cubicBezTo>
                <a:cubicBezTo>
                  <a:pt x="226203" y="75845"/>
                  <a:pt x="226990" y="72685"/>
                  <a:pt x="228565" y="69824"/>
                </a:cubicBezTo>
                <a:cubicBezTo>
                  <a:pt x="230140" y="66963"/>
                  <a:pt x="232202" y="64668"/>
                  <a:pt x="234752" y="62938"/>
                </a:cubicBezTo>
                <a:cubicBezTo>
                  <a:pt x="237303" y="61209"/>
                  <a:pt x="240175" y="59900"/>
                  <a:pt x="243368" y="59013"/>
                </a:cubicBezTo>
                <a:cubicBezTo>
                  <a:pt x="245719" y="58392"/>
                  <a:pt x="249267" y="57793"/>
                  <a:pt x="254013" y="57217"/>
                </a:cubicBezTo>
                <a:cubicBezTo>
                  <a:pt x="263682" y="56063"/>
                  <a:pt x="270801" y="54689"/>
                  <a:pt x="275370" y="53092"/>
                </a:cubicBezTo>
                <a:cubicBezTo>
                  <a:pt x="275414" y="51458"/>
                  <a:pt x="275436" y="50419"/>
                  <a:pt x="275436" y="49977"/>
                </a:cubicBezTo>
                <a:cubicBezTo>
                  <a:pt x="275436" y="45116"/>
                  <a:pt x="274305" y="41692"/>
                  <a:pt x="272043" y="39704"/>
                </a:cubicBezTo>
                <a:cubicBezTo>
                  <a:pt x="268983" y="37009"/>
                  <a:pt x="264436" y="35661"/>
                  <a:pt x="258404" y="35661"/>
                </a:cubicBezTo>
                <a:cubicBezTo>
                  <a:pt x="252771" y="35661"/>
                  <a:pt x="248613" y="36648"/>
                  <a:pt x="245930" y="38621"/>
                </a:cubicBezTo>
                <a:cubicBezTo>
                  <a:pt x="243246" y="40595"/>
                  <a:pt x="241261" y="44088"/>
                  <a:pt x="239975" y="49100"/>
                </a:cubicBezTo>
                <a:lnTo>
                  <a:pt x="228266" y="47503"/>
                </a:lnTo>
                <a:cubicBezTo>
                  <a:pt x="229330" y="42476"/>
                  <a:pt x="231082" y="38416"/>
                  <a:pt x="233522" y="35324"/>
                </a:cubicBezTo>
                <a:cubicBezTo>
                  <a:pt x="235961" y="32232"/>
                  <a:pt x="239487" y="29852"/>
                  <a:pt x="244100" y="28184"/>
                </a:cubicBezTo>
                <a:cubicBezTo>
                  <a:pt x="248713" y="26515"/>
                  <a:pt x="254057" y="25681"/>
                  <a:pt x="260134" y="25681"/>
                </a:cubicBezTo>
                <a:cubicBezTo>
                  <a:pt x="266166" y="25681"/>
                  <a:pt x="271067" y="26393"/>
                  <a:pt x="274837" y="27818"/>
                </a:cubicBezTo>
                <a:cubicBezTo>
                  <a:pt x="278607" y="29242"/>
                  <a:pt x="281380" y="31033"/>
                  <a:pt x="283154" y="33193"/>
                </a:cubicBezTo>
                <a:cubicBezTo>
                  <a:pt x="284928" y="35351"/>
                  <a:pt x="286170" y="38077"/>
                  <a:pt x="286879" y="41372"/>
                </a:cubicBezTo>
                <a:cubicBezTo>
                  <a:pt x="287279" y="43419"/>
                  <a:pt x="287478" y="47096"/>
                  <a:pt x="287478" y="52404"/>
                </a:cubicBezTo>
                <a:lnTo>
                  <a:pt x="287478" y="68325"/>
                </a:lnTo>
                <a:cubicBezTo>
                  <a:pt x="287478" y="79426"/>
                  <a:pt x="287733" y="86457"/>
                  <a:pt x="288243" y="89418"/>
                </a:cubicBezTo>
                <a:cubicBezTo>
                  <a:pt x="288753" y="92378"/>
                  <a:pt x="289762" y="95217"/>
                  <a:pt x="291270" y="97934"/>
                </a:cubicBezTo>
                <a:lnTo>
                  <a:pt x="278763" y="97934"/>
                </a:lnTo>
                <a:cubicBezTo>
                  <a:pt x="277521" y="95393"/>
                  <a:pt x="276722" y="92421"/>
                  <a:pt x="276368" y="89019"/>
                </a:cubicBezTo>
                <a:moveTo>
                  <a:pt x="275370" y="62539"/>
                </a:moveTo>
                <a:cubicBezTo>
                  <a:pt x="271023" y="64305"/>
                  <a:pt x="264503" y="65806"/>
                  <a:pt x="255809" y="67042"/>
                </a:cubicBezTo>
                <a:cubicBezTo>
                  <a:pt x="250886" y="67748"/>
                  <a:pt x="247404" y="68542"/>
                  <a:pt x="245364" y="69425"/>
                </a:cubicBezTo>
                <a:cubicBezTo>
                  <a:pt x="243324" y="70308"/>
                  <a:pt x="241749" y="71599"/>
                  <a:pt x="240640" y="73298"/>
                </a:cubicBezTo>
                <a:cubicBezTo>
                  <a:pt x="239532" y="74998"/>
                  <a:pt x="238977" y="76885"/>
                  <a:pt x="238977" y="78960"/>
                </a:cubicBezTo>
                <a:cubicBezTo>
                  <a:pt x="238977" y="82138"/>
                  <a:pt x="240186" y="84787"/>
                  <a:pt x="242603" y="86906"/>
                </a:cubicBezTo>
                <a:cubicBezTo>
                  <a:pt x="245020" y="89024"/>
                  <a:pt x="248558" y="90083"/>
                  <a:pt x="253215" y="90083"/>
                </a:cubicBezTo>
                <a:cubicBezTo>
                  <a:pt x="257828" y="90083"/>
                  <a:pt x="261930" y="89077"/>
                  <a:pt x="265523" y="87066"/>
                </a:cubicBezTo>
                <a:cubicBezTo>
                  <a:pt x="269116" y="85054"/>
                  <a:pt x="271755" y="82304"/>
                  <a:pt x="273440" y="78818"/>
                </a:cubicBezTo>
                <a:cubicBezTo>
                  <a:pt x="274726" y="76128"/>
                  <a:pt x="275370" y="72158"/>
                  <a:pt x="275370" y="66907"/>
                </a:cubicBezTo>
                <a:lnTo>
                  <a:pt x="275370" y="62539"/>
                </a:lnTo>
                <a:close/>
                <a:moveTo>
                  <a:pt x="305887" y="97934"/>
                </a:moveTo>
                <a:lnTo>
                  <a:pt x="305887" y="27278"/>
                </a:lnTo>
                <a:lnTo>
                  <a:pt x="316665" y="27278"/>
                </a:lnTo>
                <a:lnTo>
                  <a:pt x="316665" y="37989"/>
                </a:lnTo>
                <a:cubicBezTo>
                  <a:pt x="319415" y="32977"/>
                  <a:pt x="321954" y="29673"/>
                  <a:pt x="324283" y="28076"/>
                </a:cubicBezTo>
                <a:cubicBezTo>
                  <a:pt x="326611" y="26479"/>
                  <a:pt x="329173" y="25681"/>
                  <a:pt x="331967" y="25681"/>
                </a:cubicBezTo>
                <a:cubicBezTo>
                  <a:pt x="336003" y="25681"/>
                  <a:pt x="340106" y="26967"/>
                  <a:pt x="344275" y="29540"/>
                </a:cubicBezTo>
                <a:lnTo>
                  <a:pt x="340151" y="40642"/>
                </a:lnTo>
                <a:cubicBezTo>
                  <a:pt x="337223" y="38918"/>
                  <a:pt x="334296" y="38056"/>
                  <a:pt x="331368" y="38056"/>
                </a:cubicBezTo>
                <a:cubicBezTo>
                  <a:pt x="328752" y="38056"/>
                  <a:pt x="326401" y="38843"/>
                  <a:pt x="324316" y="40418"/>
                </a:cubicBezTo>
                <a:cubicBezTo>
                  <a:pt x="322232" y="41992"/>
                  <a:pt x="320746" y="44177"/>
                  <a:pt x="319859" y="46971"/>
                </a:cubicBezTo>
                <a:cubicBezTo>
                  <a:pt x="318528" y="51229"/>
                  <a:pt x="317863" y="55886"/>
                  <a:pt x="317863" y="60942"/>
                </a:cubicBezTo>
                <a:lnTo>
                  <a:pt x="317863" y="97934"/>
                </a:lnTo>
                <a:lnTo>
                  <a:pt x="305887" y="97934"/>
                </a:lnTo>
                <a:close/>
                <a:moveTo>
                  <a:pt x="349197" y="103788"/>
                </a:moveTo>
                <a:lnTo>
                  <a:pt x="360840" y="105385"/>
                </a:lnTo>
                <a:cubicBezTo>
                  <a:pt x="361328" y="109021"/>
                  <a:pt x="362681" y="111669"/>
                  <a:pt x="364898" y="113329"/>
                </a:cubicBezTo>
                <a:cubicBezTo>
                  <a:pt x="367870" y="115573"/>
                  <a:pt x="371929" y="116695"/>
                  <a:pt x="377074" y="116695"/>
                </a:cubicBezTo>
                <a:cubicBezTo>
                  <a:pt x="382618" y="116695"/>
                  <a:pt x="386898" y="115584"/>
                  <a:pt x="389914" y="113361"/>
                </a:cubicBezTo>
                <a:cubicBezTo>
                  <a:pt x="392930" y="111137"/>
                  <a:pt x="394970" y="108026"/>
                  <a:pt x="396035" y="104025"/>
                </a:cubicBezTo>
                <a:cubicBezTo>
                  <a:pt x="396656" y="101579"/>
                  <a:pt x="396944" y="96444"/>
                  <a:pt x="396900" y="88619"/>
                </a:cubicBezTo>
                <a:cubicBezTo>
                  <a:pt x="391666" y="94829"/>
                  <a:pt x="385146" y="97934"/>
                  <a:pt x="377340" y="97934"/>
                </a:cubicBezTo>
                <a:cubicBezTo>
                  <a:pt x="367626" y="97934"/>
                  <a:pt x="360108" y="94430"/>
                  <a:pt x="354786" y="87422"/>
                </a:cubicBezTo>
                <a:cubicBezTo>
                  <a:pt x="349463" y="80414"/>
                  <a:pt x="346802" y="72009"/>
                  <a:pt x="346802" y="62207"/>
                </a:cubicBezTo>
                <a:cubicBezTo>
                  <a:pt x="346802" y="55465"/>
                  <a:pt x="348022" y="49244"/>
                  <a:pt x="350461" y="43545"/>
                </a:cubicBezTo>
                <a:cubicBezTo>
                  <a:pt x="352901" y="37845"/>
                  <a:pt x="356438" y="33443"/>
                  <a:pt x="361073" y="30338"/>
                </a:cubicBezTo>
                <a:cubicBezTo>
                  <a:pt x="365708" y="27233"/>
                  <a:pt x="371152" y="25681"/>
                  <a:pt x="377406" y="25681"/>
                </a:cubicBezTo>
                <a:cubicBezTo>
                  <a:pt x="385745" y="25681"/>
                  <a:pt x="392620" y="29096"/>
                  <a:pt x="398031" y="35927"/>
                </a:cubicBezTo>
                <a:lnTo>
                  <a:pt x="398031" y="27278"/>
                </a:lnTo>
                <a:lnTo>
                  <a:pt x="409075" y="27278"/>
                </a:lnTo>
                <a:lnTo>
                  <a:pt x="409075" y="88395"/>
                </a:lnTo>
                <a:cubicBezTo>
                  <a:pt x="409075" y="99402"/>
                  <a:pt x="407955" y="107202"/>
                  <a:pt x="405715" y="111795"/>
                </a:cubicBezTo>
                <a:cubicBezTo>
                  <a:pt x="403475" y="116388"/>
                  <a:pt x="399927" y="120016"/>
                  <a:pt x="395070" y="122679"/>
                </a:cubicBezTo>
                <a:cubicBezTo>
                  <a:pt x="390214" y="125343"/>
                  <a:pt x="384237" y="126675"/>
                  <a:pt x="377140" y="126675"/>
                </a:cubicBezTo>
                <a:cubicBezTo>
                  <a:pt x="368713" y="126675"/>
                  <a:pt x="361905" y="124773"/>
                  <a:pt x="356715" y="120970"/>
                </a:cubicBezTo>
                <a:cubicBezTo>
                  <a:pt x="351526" y="117167"/>
                  <a:pt x="349020" y="111439"/>
                  <a:pt x="349197" y="103788"/>
                </a:cubicBezTo>
                <a:moveTo>
                  <a:pt x="359110" y="61344"/>
                </a:moveTo>
                <a:cubicBezTo>
                  <a:pt x="359110" y="70590"/>
                  <a:pt x="360951" y="77337"/>
                  <a:pt x="364632" y="81584"/>
                </a:cubicBezTo>
                <a:cubicBezTo>
                  <a:pt x="368314" y="85831"/>
                  <a:pt x="372927" y="87954"/>
                  <a:pt x="378471" y="87954"/>
                </a:cubicBezTo>
                <a:cubicBezTo>
                  <a:pt x="383971" y="87954"/>
                  <a:pt x="388584" y="85842"/>
                  <a:pt x="392309" y="81617"/>
                </a:cubicBezTo>
                <a:cubicBezTo>
                  <a:pt x="396035" y="77392"/>
                  <a:pt x="397898" y="70767"/>
                  <a:pt x="397898" y="61741"/>
                </a:cubicBezTo>
                <a:cubicBezTo>
                  <a:pt x="397898" y="53114"/>
                  <a:pt x="395980" y="46611"/>
                  <a:pt x="392143" y="42231"/>
                </a:cubicBezTo>
                <a:cubicBezTo>
                  <a:pt x="388306" y="37851"/>
                  <a:pt x="383682" y="35661"/>
                  <a:pt x="378271" y="35661"/>
                </a:cubicBezTo>
                <a:cubicBezTo>
                  <a:pt x="372949" y="35661"/>
                  <a:pt x="368425" y="37817"/>
                  <a:pt x="364699" y="42131"/>
                </a:cubicBezTo>
                <a:cubicBezTo>
                  <a:pt x="360973" y="46444"/>
                  <a:pt x="359110" y="52849"/>
                  <a:pt x="359110" y="61344"/>
                </a:cubicBezTo>
                <a:close/>
                <a:moveTo>
                  <a:pt x="475519" y="75047"/>
                </a:moveTo>
                <a:lnTo>
                  <a:pt x="487894" y="76644"/>
                </a:lnTo>
                <a:cubicBezTo>
                  <a:pt x="485943" y="83894"/>
                  <a:pt x="482328" y="89522"/>
                  <a:pt x="477050" y="93526"/>
                </a:cubicBezTo>
                <a:cubicBezTo>
                  <a:pt x="471771" y="97529"/>
                  <a:pt x="465030" y="99530"/>
                  <a:pt x="456824" y="99530"/>
                </a:cubicBezTo>
                <a:cubicBezTo>
                  <a:pt x="446490" y="99530"/>
                  <a:pt x="438295" y="96348"/>
                  <a:pt x="432241" y="89983"/>
                </a:cubicBezTo>
                <a:cubicBezTo>
                  <a:pt x="426187" y="83618"/>
                  <a:pt x="423159" y="74692"/>
                  <a:pt x="423159" y="63204"/>
                </a:cubicBezTo>
                <a:cubicBezTo>
                  <a:pt x="423159" y="51318"/>
                  <a:pt x="426220" y="42092"/>
                  <a:pt x="432341" y="35528"/>
                </a:cubicBezTo>
                <a:cubicBezTo>
                  <a:pt x="438462" y="28963"/>
                  <a:pt x="446401" y="25681"/>
                  <a:pt x="456159" y="25681"/>
                </a:cubicBezTo>
                <a:cubicBezTo>
                  <a:pt x="465606" y="25681"/>
                  <a:pt x="473324" y="28892"/>
                  <a:pt x="479312" y="35313"/>
                </a:cubicBezTo>
                <a:cubicBezTo>
                  <a:pt x="485299" y="41734"/>
                  <a:pt x="488293" y="50767"/>
                  <a:pt x="488293" y="62412"/>
                </a:cubicBezTo>
                <a:cubicBezTo>
                  <a:pt x="488293" y="63121"/>
                  <a:pt x="488271" y="64183"/>
                  <a:pt x="488227" y="65600"/>
                </a:cubicBezTo>
                <a:lnTo>
                  <a:pt x="435534" y="65600"/>
                </a:lnTo>
                <a:cubicBezTo>
                  <a:pt x="435978" y="73384"/>
                  <a:pt x="438173" y="79344"/>
                  <a:pt x="442121" y="83480"/>
                </a:cubicBezTo>
                <a:cubicBezTo>
                  <a:pt x="446068" y="87616"/>
                  <a:pt x="450992" y="89684"/>
                  <a:pt x="456891" y="89684"/>
                </a:cubicBezTo>
                <a:cubicBezTo>
                  <a:pt x="461282" y="89684"/>
                  <a:pt x="465030" y="88520"/>
                  <a:pt x="468134" y="86193"/>
                </a:cubicBezTo>
                <a:cubicBezTo>
                  <a:pt x="471239" y="83864"/>
                  <a:pt x="473701" y="80149"/>
                  <a:pt x="475519" y="75047"/>
                </a:cubicBezTo>
                <a:moveTo>
                  <a:pt x="436200" y="55753"/>
                </a:moveTo>
                <a:lnTo>
                  <a:pt x="475652" y="55753"/>
                </a:lnTo>
                <a:cubicBezTo>
                  <a:pt x="475120" y="49829"/>
                  <a:pt x="473612" y="45386"/>
                  <a:pt x="471128" y="42424"/>
                </a:cubicBezTo>
                <a:cubicBezTo>
                  <a:pt x="467314" y="37826"/>
                  <a:pt x="462368" y="35528"/>
                  <a:pt x="456292" y="35528"/>
                </a:cubicBezTo>
                <a:cubicBezTo>
                  <a:pt x="450792" y="35528"/>
                  <a:pt x="446168" y="37363"/>
                  <a:pt x="442420" y="41033"/>
                </a:cubicBezTo>
                <a:cubicBezTo>
                  <a:pt x="438672" y="44702"/>
                  <a:pt x="436599" y="49609"/>
                  <a:pt x="436200" y="55753"/>
                </a:cubicBezTo>
                <a:close/>
                <a:moveTo>
                  <a:pt x="541650" y="97934"/>
                </a:moveTo>
                <a:lnTo>
                  <a:pt x="541650" y="399"/>
                </a:lnTo>
                <a:lnTo>
                  <a:pt x="554557" y="399"/>
                </a:lnTo>
                <a:lnTo>
                  <a:pt x="554557" y="86357"/>
                </a:lnTo>
                <a:lnTo>
                  <a:pt x="602592" y="86357"/>
                </a:lnTo>
                <a:lnTo>
                  <a:pt x="602592" y="97934"/>
                </a:lnTo>
                <a:lnTo>
                  <a:pt x="541650" y="97934"/>
                </a:lnTo>
                <a:close/>
                <a:moveTo>
                  <a:pt x="662516" y="89019"/>
                </a:moveTo>
                <a:cubicBezTo>
                  <a:pt x="658081" y="92862"/>
                  <a:pt x="653812" y="95575"/>
                  <a:pt x="649709" y="97158"/>
                </a:cubicBezTo>
                <a:cubicBezTo>
                  <a:pt x="645606" y="98740"/>
                  <a:pt x="641204" y="99530"/>
                  <a:pt x="636502" y="99530"/>
                </a:cubicBezTo>
                <a:cubicBezTo>
                  <a:pt x="628741" y="99530"/>
                  <a:pt x="622775" y="97634"/>
                  <a:pt x="618606" y="93842"/>
                </a:cubicBezTo>
                <a:cubicBezTo>
                  <a:pt x="614436" y="90050"/>
                  <a:pt x="612352" y="85204"/>
                  <a:pt x="612352" y="79305"/>
                </a:cubicBezTo>
                <a:cubicBezTo>
                  <a:pt x="612352" y="75845"/>
                  <a:pt x="613139" y="72685"/>
                  <a:pt x="614714" y="69824"/>
                </a:cubicBezTo>
                <a:cubicBezTo>
                  <a:pt x="616288" y="66963"/>
                  <a:pt x="618351" y="64668"/>
                  <a:pt x="620901" y="62938"/>
                </a:cubicBezTo>
                <a:cubicBezTo>
                  <a:pt x="623451" y="61209"/>
                  <a:pt x="626323" y="59900"/>
                  <a:pt x="629517" y="59013"/>
                </a:cubicBezTo>
                <a:cubicBezTo>
                  <a:pt x="631867" y="58392"/>
                  <a:pt x="635416" y="57793"/>
                  <a:pt x="640162" y="57217"/>
                </a:cubicBezTo>
                <a:cubicBezTo>
                  <a:pt x="649831" y="56063"/>
                  <a:pt x="656950" y="54689"/>
                  <a:pt x="661518" y="53092"/>
                </a:cubicBezTo>
                <a:cubicBezTo>
                  <a:pt x="661562" y="51458"/>
                  <a:pt x="661585" y="50419"/>
                  <a:pt x="661585" y="49977"/>
                </a:cubicBezTo>
                <a:cubicBezTo>
                  <a:pt x="661585" y="45116"/>
                  <a:pt x="660454" y="41692"/>
                  <a:pt x="658192" y="39704"/>
                </a:cubicBezTo>
                <a:cubicBezTo>
                  <a:pt x="655131" y="37009"/>
                  <a:pt x="650585" y="35661"/>
                  <a:pt x="644553" y="35661"/>
                </a:cubicBezTo>
                <a:cubicBezTo>
                  <a:pt x="638920" y="35661"/>
                  <a:pt x="634762" y="36648"/>
                  <a:pt x="632078" y="38621"/>
                </a:cubicBezTo>
                <a:cubicBezTo>
                  <a:pt x="629395" y="40595"/>
                  <a:pt x="627410" y="44088"/>
                  <a:pt x="626124" y="49100"/>
                </a:cubicBezTo>
                <a:lnTo>
                  <a:pt x="614414" y="47503"/>
                </a:lnTo>
                <a:cubicBezTo>
                  <a:pt x="615479" y="42476"/>
                  <a:pt x="617231" y="38416"/>
                  <a:pt x="619670" y="35324"/>
                </a:cubicBezTo>
                <a:cubicBezTo>
                  <a:pt x="622110" y="32232"/>
                  <a:pt x="625636" y="29852"/>
                  <a:pt x="630249" y="28184"/>
                </a:cubicBezTo>
                <a:cubicBezTo>
                  <a:pt x="634861" y="26515"/>
                  <a:pt x="640206" y="25681"/>
                  <a:pt x="646283" y="25681"/>
                </a:cubicBezTo>
                <a:cubicBezTo>
                  <a:pt x="652315" y="25681"/>
                  <a:pt x="657216" y="26393"/>
                  <a:pt x="660986" y="27818"/>
                </a:cubicBezTo>
                <a:cubicBezTo>
                  <a:pt x="664756" y="29242"/>
                  <a:pt x="667528" y="31033"/>
                  <a:pt x="669302" y="33193"/>
                </a:cubicBezTo>
                <a:cubicBezTo>
                  <a:pt x="671076" y="35351"/>
                  <a:pt x="672318" y="38077"/>
                  <a:pt x="673028" y="41372"/>
                </a:cubicBezTo>
                <a:cubicBezTo>
                  <a:pt x="673427" y="43419"/>
                  <a:pt x="673627" y="47096"/>
                  <a:pt x="673627" y="52404"/>
                </a:cubicBezTo>
                <a:lnTo>
                  <a:pt x="673627" y="68325"/>
                </a:lnTo>
                <a:cubicBezTo>
                  <a:pt x="673627" y="79426"/>
                  <a:pt x="673882" y="86457"/>
                  <a:pt x="674392" y="89418"/>
                </a:cubicBezTo>
                <a:cubicBezTo>
                  <a:pt x="674902" y="92378"/>
                  <a:pt x="675911" y="95217"/>
                  <a:pt x="677419" y="97934"/>
                </a:cubicBezTo>
                <a:lnTo>
                  <a:pt x="664911" y="97934"/>
                </a:lnTo>
                <a:cubicBezTo>
                  <a:pt x="663669" y="95393"/>
                  <a:pt x="662871" y="92421"/>
                  <a:pt x="662516" y="89019"/>
                </a:cubicBezTo>
                <a:moveTo>
                  <a:pt x="661518" y="62539"/>
                </a:moveTo>
                <a:cubicBezTo>
                  <a:pt x="657171" y="64305"/>
                  <a:pt x="650651" y="65806"/>
                  <a:pt x="641958" y="67042"/>
                </a:cubicBezTo>
                <a:cubicBezTo>
                  <a:pt x="637035" y="67748"/>
                  <a:pt x="633553" y="68542"/>
                  <a:pt x="631513" y="69425"/>
                </a:cubicBezTo>
                <a:cubicBezTo>
                  <a:pt x="629472" y="70308"/>
                  <a:pt x="627898" y="71599"/>
                  <a:pt x="626789" y="73298"/>
                </a:cubicBezTo>
                <a:cubicBezTo>
                  <a:pt x="625680" y="74998"/>
                  <a:pt x="625126" y="76885"/>
                  <a:pt x="625126" y="78960"/>
                </a:cubicBezTo>
                <a:cubicBezTo>
                  <a:pt x="625126" y="82138"/>
                  <a:pt x="626334" y="84787"/>
                  <a:pt x="628752" y="86906"/>
                </a:cubicBezTo>
                <a:cubicBezTo>
                  <a:pt x="631169" y="89024"/>
                  <a:pt x="634706" y="90083"/>
                  <a:pt x="639363" y="90083"/>
                </a:cubicBezTo>
                <a:cubicBezTo>
                  <a:pt x="643976" y="90083"/>
                  <a:pt x="648079" y="89077"/>
                  <a:pt x="651672" y="87066"/>
                </a:cubicBezTo>
                <a:cubicBezTo>
                  <a:pt x="655264" y="85054"/>
                  <a:pt x="657903" y="82304"/>
                  <a:pt x="659589" y="78818"/>
                </a:cubicBezTo>
                <a:cubicBezTo>
                  <a:pt x="660875" y="76128"/>
                  <a:pt x="661518" y="72158"/>
                  <a:pt x="661518" y="66907"/>
                </a:cubicBezTo>
                <a:lnTo>
                  <a:pt x="661518" y="62539"/>
                </a:lnTo>
                <a:close/>
                <a:moveTo>
                  <a:pt x="718315" y="87222"/>
                </a:moveTo>
                <a:lnTo>
                  <a:pt x="720044" y="97801"/>
                </a:lnTo>
                <a:cubicBezTo>
                  <a:pt x="716673" y="98510"/>
                  <a:pt x="713657" y="98865"/>
                  <a:pt x="710996" y="98865"/>
                </a:cubicBezTo>
                <a:cubicBezTo>
                  <a:pt x="706649" y="98865"/>
                  <a:pt x="703279" y="98178"/>
                  <a:pt x="700883" y="96803"/>
                </a:cubicBezTo>
                <a:cubicBezTo>
                  <a:pt x="698488" y="95428"/>
                  <a:pt x="696803" y="93620"/>
                  <a:pt x="695827" y="91380"/>
                </a:cubicBezTo>
                <a:cubicBezTo>
                  <a:pt x="694851" y="89140"/>
                  <a:pt x="694363" y="84428"/>
                  <a:pt x="694363" y="77243"/>
                </a:cubicBezTo>
                <a:lnTo>
                  <a:pt x="694363" y="36592"/>
                </a:lnTo>
                <a:lnTo>
                  <a:pt x="685581" y="36592"/>
                </a:lnTo>
                <a:lnTo>
                  <a:pt x="685581" y="27278"/>
                </a:lnTo>
                <a:lnTo>
                  <a:pt x="694363" y="27278"/>
                </a:lnTo>
                <a:lnTo>
                  <a:pt x="694363" y="9780"/>
                </a:lnTo>
                <a:lnTo>
                  <a:pt x="706272" y="2595"/>
                </a:lnTo>
                <a:lnTo>
                  <a:pt x="706272" y="27278"/>
                </a:lnTo>
                <a:lnTo>
                  <a:pt x="718315" y="27278"/>
                </a:lnTo>
                <a:lnTo>
                  <a:pt x="718315" y="36592"/>
                </a:lnTo>
                <a:lnTo>
                  <a:pt x="706272" y="36592"/>
                </a:lnTo>
                <a:lnTo>
                  <a:pt x="706272" y="77908"/>
                </a:lnTo>
                <a:cubicBezTo>
                  <a:pt x="706272" y="81323"/>
                  <a:pt x="706483" y="83519"/>
                  <a:pt x="706904" y="84494"/>
                </a:cubicBezTo>
                <a:cubicBezTo>
                  <a:pt x="707326" y="85470"/>
                  <a:pt x="708013" y="86246"/>
                  <a:pt x="708967" y="86823"/>
                </a:cubicBezTo>
                <a:cubicBezTo>
                  <a:pt x="709921" y="87400"/>
                  <a:pt x="711284" y="87688"/>
                  <a:pt x="713059" y="87688"/>
                </a:cubicBezTo>
                <a:cubicBezTo>
                  <a:pt x="714389" y="87688"/>
                  <a:pt x="716141" y="87533"/>
                  <a:pt x="718315" y="87222"/>
                </a:cubicBezTo>
                <a:close/>
                <a:moveTo>
                  <a:pt x="778279" y="75047"/>
                </a:moveTo>
                <a:lnTo>
                  <a:pt x="790654" y="76644"/>
                </a:lnTo>
                <a:cubicBezTo>
                  <a:pt x="788702" y="83894"/>
                  <a:pt x="785087" y="89522"/>
                  <a:pt x="779809" y="93526"/>
                </a:cubicBezTo>
                <a:cubicBezTo>
                  <a:pt x="774531" y="97529"/>
                  <a:pt x="767789" y="99530"/>
                  <a:pt x="759584" y="99530"/>
                </a:cubicBezTo>
                <a:cubicBezTo>
                  <a:pt x="749249" y="99530"/>
                  <a:pt x="741055" y="96348"/>
                  <a:pt x="735000" y="89983"/>
                </a:cubicBezTo>
                <a:cubicBezTo>
                  <a:pt x="728946" y="83618"/>
                  <a:pt x="725919" y="74692"/>
                  <a:pt x="725919" y="63204"/>
                </a:cubicBezTo>
                <a:cubicBezTo>
                  <a:pt x="725919" y="51318"/>
                  <a:pt x="728979" y="42092"/>
                  <a:pt x="735100" y="35528"/>
                </a:cubicBezTo>
                <a:cubicBezTo>
                  <a:pt x="741221" y="28963"/>
                  <a:pt x="749160" y="25681"/>
                  <a:pt x="758918" y="25681"/>
                </a:cubicBezTo>
                <a:cubicBezTo>
                  <a:pt x="768366" y="25681"/>
                  <a:pt x="776083" y="28892"/>
                  <a:pt x="782071" y="35313"/>
                </a:cubicBezTo>
                <a:cubicBezTo>
                  <a:pt x="788059" y="41734"/>
                  <a:pt x="791053" y="50767"/>
                  <a:pt x="791053" y="62412"/>
                </a:cubicBezTo>
                <a:cubicBezTo>
                  <a:pt x="791053" y="63121"/>
                  <a:pt x="791031" y="64183"/>
                  <a:pt x="790986" y="65600"/>
                </a:cubicBezTo>
                <a:lnTo>
                  <a:pt x="738294" y="65600"/>
                </a:lnTo>
                <a:cubicBezTo>
                  <a:pt x="738737" y="73384"/>
                  <a:pt x="740933" y="79344"/>
                  <a:pt x="744880" y="83480"/>
                </a:cubicBezTo>
                <a:cubicBezTo>
                  <a:pt x="748828" y="87616"/>
                  <a:pt x="753751" y="89684"/>
                  <a:pt x="759650" y="89684"/>
                </a:cubicBezTo>
                <a:cubicBezTo>
                  <a:pt x="764041" y="89684"/>
                  <a:pt x="767789" y="88520"/>
                  <a:pt x="770894" y="86193"/>
                </a:cubicBezTo>
                <a:cubicBezTo>
                  <a:pt x="773999" y="83864"/>
                  <a:pt x="776460" y="80149"/>
                  <a:pt x="778279" y="75047"/>
                </a:cubicBezTo>
                <a:moveTo>
                  <a:pt x="738959" y="55753"/>
                </a:moveTo>
                <a:lnTo>
                  <a:pt x="778412" y="55753"/>
                </a:lnTo>
                <a:cubicBezTo>
                  <a:pt x="777880" y="49829"/>
                  <a:pt x="776372" y="45386"/>
                  <a:pt x="773888" y="42424"/>
                </a:cubicBezTo>
                <a:cubicBezTo>
                  <a:pt x="770073" y="37826"/>
                  <a:pt x="765128" y="35528"/>
                  <a:pt x="759051" y="35528"/>
                </a:cubicBezTo>
                <a:cubicBezTo>
                  <a:pt x="753552" y="35528"/>
                  <a:pt x="748928" y="37363"/>
                  <a:pt x="745180" y="41033"/>
                </a:cubicBezTo>
                <a:cubicBezTo>
                  <a:pt x="741432" y="44702"/>
                  <a:pt x="739358" y="49609"/>
                  <a:pt x="738959" y="55753"/>
                </a:cubicBezTo>
                <a:close/>
                <a:moveTo>
                  <a:pt x="805669" y="97934"/>
                </a:moveTo>
                <a:lnTo>
                  <a:pt x="805669" y="27278"/>
                </a:lnTo>
                <a:lnTo>
                  <a:pt x="816447" y="27278"/>
                </a:lnTo>
                <a:lnTo>
                  <a:pt x="816447" y="37324"/>
                </a:lnTo>
                <a:cubicBezTo>
                  <a:pt x="821636" y="29562"/>
                  <a:pt x="829132" y="25681"/>
                  <a:pt x="838934" y="25681"/>
                </a:cubicBezTo>
                <a:cubicBezTo>
                  <a:pt x="843192" y="25681"/>
                  <a:pt x="847107" y="26446"/>
                  <a:pt x="850677" y="27976"/>
                </a:cubicBezTo>
                <a:cubicBezTo>
                  <a:pt x="854248" y="29507"/>
                  <a:pt x="856920" y="31514"/>
                  <a:pt x="858694" y="33997"/>
                </a:cubicBezTo>
                <a:cubicBezTo>
                  <a:pt x="860468" y="36481"/>
                  <a:pt x="861710" y="39431"/>
                  <a:pt x="862420" y="42846"/>
                </a:cubicBezTo>
                <a:cubicBezTo>
                  <a:pt x="862863" y="45064"/>
                  <a:pt x="863085" y="48945"/>
                  <a:pt x="863085" y="54489"/>
                </a:cubicBezTo>
                <a:lnTo>
                  <a:pt x="863085" y="97934"/>
                </a:lnTo>
                <a:lnTo>
                  <a:pt x="851110" y="97934"/>
                </a:lnTo>
                <a:lnTo>
                  <a:pt x="851110" y="54955"/>
                </a:lnTo>
                <a:cubicBezTo>
                  <a:pt x="851110" y="50076"/>
                  <a:pt x="850644" y="46428"/>
                  <a:pt x="849712" y="44010"/>
                </a:cubicBezTo>
                <a:cubicBezTo>
                  <a:pt x="848781" y="41593"/>
                  <a:pt x="847129" y="39664"/>
                  <a:pt x="844756" y="38222"/>
                </a:cubicBezTo>
                <a:cubicBezTo>
                  <a:pt x="842383" y="36781"/>
                  <a:pt x="839600" y="36060"/>
                  <a:pt x="836406" y="36060"/>
                </a:cubicBezTo>
                <a:cubicBezTo>
                  <a:pt x="831306" y="36060"/>
                  <a:pt x="826903" y="37679"/>
                  <a:pt x="823200" y="40917"/>
                </a:cubicBezTo>
                <a:cubicBezTo>
                  <a:pt x="819496" y="44154"/>
                  <a:pt x="817644" y="50297"/>
                  <a:pt x="817644" y="59346"/>
                </a:cubicBezTo>
                <a:lnTo>
                  <a:pt x="817644" y="97934"/>
                </a:lnTo>
                <a:lnTo>
                  <a:pt x="805669" y="97934"/>
                </a:lnTo>
                <a:close/>
                <a:moveTo>
                  <a:pt x="907573" y="87222"/>
                </a:moveTo>
                <a:lnTo>
                  <a:pt x="909303" y="97801"/>
                </a:lnTo>
                <a:cubicBezTo>
                  <a:pt x="905932" y="98510"/>
                  <a:pt x="902916" y="98865"/>
                  <a:pt x="900255" y="98865"/>
                </a:cubicBezTo>
                <a:cubicBezTo>
                  <a:pt x="895908" y="98865"/>
                  <a:pt x="892537" y="98178"/>
                  <a:pt x="890142" y="96803"/>
                </a:cubicBezTo>
                <a:cubicBezTo>
                  <a:pt x="887747" y="95428"/>
                  <a:pt x="886062" y="93620"/>
                  <a:pt x="885086" y="91380"/>
                </a:cubicBezTo>
                <a:cubicBezTo>
                  <a:pt x="884110" y="89140"/>
                  <a:pt x="883622" y="84428"/>
                  <a:pt x="883622" y="77243"/>
                </a:cubicBezTo>
                <a:lnTo>
                  <a:pt x="883622" y="36592"/>
                </a:lnTo>
                <a:lnTo>
                  <a:pt x="874840" y="36592"/>
                </a:lnTo>
                <a:lnTo>
                  <a:pt x="874840" y="27278"/>
                </a:lnTo>
                <a:lnTo>
                  <a:pt x="883622" y="27278"/>
                </a:lnTo>
                <a:lnTo>
                  <a:pt x="883622" y="9780"/>
                </a:lnTo>
                <a:lnTo>
                  <a:pt x="895531" y="2595"/>
                </a:lnTo>
                <a:lnTo>
                  <a:pt x="895531" y="27278"/>
                </a:lnTo>
                <a:lnTo>
                  <a:pt x="907573" y="27278"/>
                </a:lnTo>
                <a:lnTo>
                  <a:pt x="907573" y="36592"/>
                </a:lnTo>
                <a:lnTo>
                  <a:pt x="895531" y="36592"/>
                </a:lnTo>
                <a:lnTo>
                  <a:pt x="895531" y="77908"/>
                </a:lnTo>
                <a:cubicBezTo>
                  <a:pt x="895531" y="81323"/>
                  <a:pt x="895742" y="83519"/>
                  <a:pt x="896163" y="84494"/>
                </a:cubicBezTo>
                <a:cubicBezTo>
                  <a:pt x="896585" y="85470"/>
                  <a:pt x="897272" y="86246"/>
                  <a:pt x="898226" y="86823"/>
                </a:cubicBezTo>
                <a:cubicBezTo>
                  <a:pt x="899179" y="87400"/>
                  <a:pt x="900543" y="87688"/>
                  <a:pt x="902317" y="87688"/>
                </a:cubicBezTo>
                <a:cubicBezTo>
                  <a:pt x="903648" y="87688"/>
                  <a:pt x="905400" y="87533"/>
                  <a:pt x="907573" y="87222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Text TransformerPredicts">
            <a:extLst xmlns:a="http://schemas.openxmlformats.org/drawingml/2006/main">
              <a:ext uri="{FF2B5EF4-FFF2-40B4-BE49-F238E27FC236}">
                <a16:creationId xmlns:a16="http://schemas.microsoft.com/office/drawing/2014/main" id="{71F0E68E-54D2-49D3-85B5-6374E93C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937" y="2457393"/>
            <a:ext cx="1302250" cy="100728"/>
          </a:xfrm>
          <a:custGeom xmlns:a="http://schemas.openxmlformats.org/drawingml/2006/main">
            <a:pathLst>
              <a:path w="1302250" h="100728">
                <a:moveTo>
                  <a:pt x="32134" y="99131"/>
                </a:moveTo>
                <a:lnTo>
                  <a:pt x="32134" y="13173"/>
                </a:lnTo>
                <a:lnTo>
                  <a:pt x="0" y="13173"/>
                </a:lnTo>
                <a:lnTo>
                  <a:pt x="0" y="1597"/>
                </a:lnTo>
                <a:lnTo>
                  <a:pt x="77309" y="1597"/>
                </a:lnTo>
                <a:lnTo>
                  <a:pt x="77309" y="13173"/>
                </a:lnTo>
                <a:lnTo>
                  <a:pt x="45042" y="13173"/>
                </a:lnTo>
                <a:lnTo>
                  <a:pt x="45042" y="99131"/>
                </a:lnTo>
                <a:lnTo>
                  <a:pt x="32134" y="99131"/>
                </a:lnTo>
                <a:close/>
                <a:moveTo>
                  <a:pt x="83729" y="99131"/>
                </a:moveTo>
                <a:lnTo>
                  <a:pt x="83729" y="28475"/>
                </a:lnTo>
                <a:lnTo>
                  <a:pt x="94507" y="28475"/>
                </a:lnTo>
                <a:lnTo>
                  <a:pt x="94507" y="39187"/>
                </a:lnTo>
                <a:cubicBezTo>
                  <a:pt x="97257" y="34175"/>
                  <a:pt x="99796" y="30870"/>
                  <a:pt x="102125" y="29274"/>
                </a:cubicBezTo>
                <a:cubicBezTo>
                  <a:pt x="104454" y="27677"/>
                  <a:pt x="107015" y="26879"/>
                  <a:pt x="109809" y="26879"/>
                </a:cubicBezTo>
                <a:cubicBezTo>
                  <a:pt x="113846" y="26879"/>
                  <a:pt x="117948" y="28165"/>
                  <a:pt x="122118" y="30737"/>
                </a:cubicBezTo>
                <a:lnTo>
                  <a:pt x="117993" y="41840"/>
                </a:lnTo>
                <a:cubicBezTo>
                  <a:pt x="115065" y="40115"/>
                  <a:pt x="112138" y="39253"/>
                  <a:pt x="109211" y="39253"/>
                </a:cubicBezTo>
                <a:cubicBezTo>
                  <a:pt x="106594" y="39253"/>
                  <a:pt x="104243" y="40041"/>
                  <a:pt x="102158" y="41615"/>
                </a:cubicBezTo>
                <a:cubicBezTo>
                  <a:pt x="100074" y="43190"/>
                  <a:pt x="98588" y="45374"/>
                  <a:pt x="97701" y="48168"/>
                </a:cubicBezTo>
                <a:cubicBezTo>
                  <a:pt x="96370" y="52426"/>
                  <a:pt x="95705" y="57084"/>
                  <a:pt x="95705" y="62140"/>
                </a:cubicBezTo>
                <a:lnTo>
                  <a:pt x="95705" y="99131"/>
                </a:lnTo>
                <a:lnTo>
                  <a:pt x="83729" y="99131"/>
                </a:lnTo>
                <a:close/>
                <a:moveTo>
                  <a:pt x="175341" y="90216"/>
                </a:moveTo>
                <a:cubicBezTo>
                  <a:pt x="170906" y="94060"/>
                  <a:pt x="166637" y="96773"/>
                  <a:pt x="162534" y="98356"/>
                </a:cubicBezTo>
                <a:cubicBezTo>
                  <a:pt x="158431" y="99937"/>
                  <a:pt x="154029" y="100728"/>
                  <a:pt x="149328" y="100728"/>
                </a:cubicBezTo>
                <a:cubicBezTo>
                  <a:pt x="141566" y="100728"/>
                  <a:pt x="135600" y="98832"/>
                  <a:pt x="131431" y="95040"/>
                </a:cubicBezTo>
                <a:cubicBezTo>
                  <a:pt x="127262" y="91247"/>
                  <a:pt x="125177" y="86402"/>
                  <a:pt x="125177" y="80503"/>
                </a:cubicBezTo>
                <a:cubicBezTo>
                  <a:pt x="125177" y="77043"/>
                  <a:pt x="125964" y="73883"/>
                  <a:pt x="127539" y="71022"/>
                </a:cubicBezTo>
                <a:cubicBezTo>
                  <a:pt x="129113" y="68161"/>
                  <a:pt x="131176" y="65866"/>
                  <a:pt x="133726" y="64136"/>
                </a:cubicBezTo>
                <a:cubicBezTo>
                  <a:pt x="136277" y="62406"/>
                  <a:pt x="139148" y="61098"/>
                  <a:pt x="142342" y="60211"/>
                </a:cubicBezTo>
                <a:cubicBezTo>
                  <a:pt x="144693" y="59590"/>
                  <a:pt x="148241" y="58991"/>
                  <a:pt x="152987" y="58414"/>
                </a:cubicBezTo>
                <a:cubicBezTo>
                  <a:pt x="162656" y="57261"/>
                  <a:pt x="169775" y="55886"/>
                  <a:pt x="174343" y="54289"/>
                </a:cubicBezTo>
                <a:cubicBezTo>
                  <a:pt x="174388" y="52655"/>
                  <a:pt x="174410" y="51617"/>
                  <a:pt x="174410" y="51175"/>
                </a:cubicBezTo>
                <a:cubicBezTo>
                  <a:pt x="174410" y="46314"/>
                  <a:pt x="173279" y="42890"/>
                  <a:pt x="171017" y="40902"/>
                </a:cubicBezTo>
                <a:cubicBezTo>
                  <a:pt x="167956" y="38206"/>
                  <a:pt x="163410" y="36858"/>
                  <a:pt x="157378" y="36858"/>
                </a:cubicBezTo>
                <a:cubicBezTo>
                  <a:pt x="151745" y="36858"/>
                  <a:pt x="147587" y="37845"/>
                  <a:pt x="144903" y="39819"/>
                </a:cubicBezTo>
                <a:cubicBezTo>
                  <a:pt x="142220" y="41793"/>
                  <a:pt x="140235" y="45285"/>
                  <a:pt x="138949" y="50297"/>
                </a:cubicBezTo>
                <a:lnTo>
                  <a:pt x="127239" y="48701"/>
                </a:lnTo>
                <a:cubicBezTo>
                  <a:pt x="128304" y="43673"/>
                  <a:pt x="130056" y="39614"/>
                  <a:pt x="132495" y="36521"/>
                </a:cubicBezTo>
                <a:cubicBezTo>
                  <a:pt x="134935" y="33429"/>
                  <a:pt x="138461" y="31049"/>
                  <a:pt x="143074" y="29382"/>
                </a:cubicBezTo>
                <a:cubicBezTo>
                  <a:pt x="147687" y="27713"/>
                  <a:pt x="153031" y="26879"/>
                  <a:pt x="159108" y="26879"/>
                </a:cubicBezTo>
                <a:cubicBezTo>
                  <a:pt x="165140" y="26879"/>
                  <a:pt x="170041" y="27591"/>
                  <a:pt x="173811" y="29016"/>
                </a:cubicBezTo>
                <a:cubicBezTo>
                  <a:pt x="177581" y="30439"/>
                  <a:pt x="180353" y="32231"/>
                  <a:pt x="182128" y="34390"/>
                </a:cubicBezTo>
                <a:cubicBezTo>
                  <a:pt x="183902" y="36548"/>
                  <a:pt x="185144" y="39275"/>
                  <a:pt x="185853" y="42569"/>
                </a:cubicBezTo>
                <a:cubicBezTo>
                  <a:pt x="186252" y="44617"/>
                  <a:pt x="186452" y="48294"/>
                  <a:pt x="186452" y="53601"/>
                </a:cubicBezTo>
                <a:lnTo>
                  <a:pt x="186452" y="69523"/>
                </a:lnTo>
                <a:cubicBezTo>
                  <a:pt x="186452" y="80624"/>
                  <a:pt x="186707" y="87655"/>
                  <a:pt x="187217" y="90615"/>
                </a:cubicBezTo>
                <a:cubicBezTo>
                  <a:pt x="187727" y="93576"/>
                  <a:pt x="188736" y="96415"/>
                  <a:pt x="190244" y="99131"/>
                </a:cubicBezTo>
                <a:lnTo>
                  <a:pt x="177736" y="99131"/>
                </a:lnTo>
                <a:cubicBezTo>
                  <a:pt x="176495" y="96591"/>
                  <a:pt x="175696" y="93619"/>
                  <a:pt x="175341" y="90216"/>
                </a:cubicBezTo>
                <a:moveTo>
                  <a:pt x="174343" y="63737"/>
                </a:moveTo>
                <a:cubicBezTo>
                  <a:pt x="169997" y="65503"/>
                  <a:pt x="163477" y="67004"/>
                  <a:pt x="154783" y="68240"/>
                </a:cubicBezTo>
                <a:cubicBezTo>
                  <a:pt x="149860" y="68946"/>
                  <a:pt x="146378" y="69740"/>
                  <a:pt x="144338" y="70623"/>
                </a:cubicBezTo>
                <a:cubicBezTo>
                  <a:pt x="142298" y="71506"/>
                  <a:pt x="140723" y="72797"/>
                  <a:pt x="139614" y="74496"/>
                </a:cubicBezTo>
                <a:cubicBezTo>
                  <a:pt x="138505" y="76195"/>
                  <a:pt x="137951" y="78082"/>
                  <a:pt x="137951" y="80157"/>
                </a:cubicBezTo>
                <a:cubicBezTo>
                  <a:pt x="137951" y="83336"/>
                  <a:pt x="139160" y="85984"/>
                  <a:pt x="141577" y="88104"/>
                </a:cubicBezTo>
                <a:cubicBezTo>
                  <a:pt x="143994" y="90222"/>
                  <a:pt x="147531" y="91281"/>
                  <a:pt x="152189" y="91281"/>
                </a:cubicBezTo>
                <a:cubicBezTo>
                  <a:pt x="156801" y="91281"/>
                  <a:pt x="160904" y="90275"/>
                  <a:pt x="164497" y="88264"/>
                </a:cubicBezTo>
                <a:cubicBezTo>
                  <a:pt x="168089" y="86251"/>
                  <a:pt x="170729" y="83502"/>
                  <a:pt x="172414" y="80016"/>
                </a:cubicBezTo>
                <a:cubicBezTo>
                  <a:pt x="173700" y="77326"/>
                  <a:pt x="174343" y="73355"/>
                  <a:pt x="174343" y="68105"/>
                </a:cubicBezTo>
                <a:lnTo>
                  <a:pt x="174343" y="63737"/>
                </a:lnTo>
                <a:close/>
                <a:moveTo>
                  <a:pt x="204994" y="99131"/>
                </a:moveTo>
                <a:lnTo>
                  <a:pt x="204994" y="28475"/>
                </a:lnTo>
                <a:lnTo>
                  <a:pt x="215772" y="28475"/>
                </a:lnTo>
                <a:lnTo>
                  <a:pt x="215772" y="38521"/>
                </a:lnTo>
                <a:cubicBezTo>
                  <a:pt x="220961" y="30760"/>
                  <a:pt x="228457" y="26879"/>
                  <a:pt x="238259" y="26879"/>
                </a:cubicBezTo>
                <a:cubicBezTo>
                  <a:pt x="242517" y="26879"/>
                  <a:pt x="246431" y="27644"/>
                  <a:pt x="250002" y="29174"/>
                </a:cubicBezTo>
                <a:cubicBezTo>
                  <a:pt x="253572" y="30704"/>
                  <a:pt x="256245" y="32711"/>
                  <a:pt x="258019" y="35195"/>
                </a:cubicBezTo>
                <a:cubicBezTo>
                  <a:pt x="259793" y="37679"/>
                  <a:pt x="261035" y="40628"/>
                  <a:pt x="261745" y="44044"/>
                </a:cubicBezTo>
                <a:cubicBezTo>
                  <a:pt x="262188" y="46261"/>
                  <a:pt x="262410" y="50142"/>
                  <a:pt x="262410" y="55686"/>
                </a:cubicBezTo>
                <a:lnTo>
                  <a:pt x="262410" y="99131"/>
                </a:lnTo>
                <a:lnTo>
                  <a:pt x="250434" y="99131"/>
                </a:lnTo>
                <a:lnTo>
                  <a:pt x="250434" y="56152"/>
                </a:lnTo>
                <a:cubicBezTo>
                  <a:pt x="250434" y="51273"/>
                  <a:pt x="249969" y="47625"/>
                  <a:pt x="249037" y="45208"/>
                </a:cubicBezTo>
                <a:cubicBezTo>
                  <a:pt x="248106" y="42791"/>
                  <a:pt x="246454" y="40861"/>
                  <a:pt x="244081" y="39420"/>
                </a:cubicBezTo>
                <a:cubicBezTo>
                  <a:pt x="241708" y="37978"/>
                  <a:pt x="238924" y="37257"/>
                  <a:pt x="235731" y="37257"/>
                </a:cubicBezTo>
                <a:cubicBezTo>
                  <a:pt x="230630" y="37257"/>
                  <a:pt x="226228" y="38876"/>
                  <a:pt x="222525" y="42114"/>
                </a:cubicBezTo>
                <a:cubicBezTo>
                  <a:pt x="218821" y="45352"/>
                  <a:pt x="216969" y="51495"/>
                  <a:pt x="216969" y="60543"/>
                </a:cubicBezTo>
                <a:lnTo>
                  <a:pt x="216969" y="99131"/>
                </a:lnTo>
                <a:lnTo>
                  <a:pt x="204994" y="99131"/>
                </a:lnTo>
                <a:close/>
                <a:moveTo>
                  <a:pt x="275961" y="77974"/>
                </a:moveTo>
                <a:lnTo>
                  <a:pt x="287804" y="76111"/>
                </a:lnTo>
                <a:cubicBezTo>
                  <a:pt x="288469" y="80878"/>
                  <a:pt x="290321" y="84532"/>
                  <a:pt x="293359" y="87072"/>
                </a:cubicBezTo>
                <a:cubicBezTo>
                  <a:pt x="296398" y="89612"/>
                  <a:pt x="300644" y="90881"/>
                  <a:pt x="306100" y="90881"/>
                </a:cubicBezTo>
                <a:cubicBezTo>
                  <a:pt x="311600" y="90881"/>
                  <a:pt x="315680" y="89761"/>
                  <a:pt x="318342" y="87522"/>
                </a:cubicBezTo>
                <a:cubicBezTo>
                  <a:pt x="321003" y="85282"/>
                  <a:pt x="322334" y="82654"/>
                  <a:pt x="322334" y="79638"/>
                </a:cubicBezTo>
                <a:cubicBezTo>
                  <a:pt x="322334" y="76932"/>
                  <a:pt x="321158" y="74803"/>
                  <a:pt x="318807" y="73251"/>
                </a:cubicBezTo>
                <a:cubicBezTo>
                  <a:pt x="317166" y="72186"/>
                  <a:pt x="313086" y="70833"/>
                  <a:pt x="306566" y="69192"/>
                </a:cubicBezTo>
                <a:cubicBezTo>
                  <a:pt x="297784" y="66975"/>
                  <a:pt x="291696" y="65056"/>
                  <a:pt x="288303" y="63437"/>
                </a:cubicBezTo>
                <a:cubicBezTo>
                  <a:pt x="284910" y="61818"/>
                  <a:pt x="282337" y="59579"/>
                  <a:pt x="280585" y="56718"/>
                </a:cubicBezTo>
                <a:cubicBezTo>
                  <a:pt x="278833" y="53857"/>
                  <a:pt x="277957" y="50697"/>
                  <a:pt x="277957" y="47237"/>
                </a:cubicBezTo>
                <a:cubicBezTo>
                  <a:pt x="277957" y="44088"/>
                  <a:pt x="278678" y="41172"/>
                  <a:pt x="280120" y="38488"/>
                </a:cubicBezTo>
                <a:cubicBezTo>
                  <a:pt x="281561" y="35805"/>
                  <a:pt x="283524" y="33576"/>
                  <a:pt x="286008" y="31802"/>
                </a:cubicBezTo>
                <a:cubicBezTo>
                  <a:pt x="287871" y="30427"/>
                  <a:pt x="290410" y="29263"/>
                  <a:pt x="293625" y="28309"/>
                </a:cubicBezTo>
                <a:cubicBezTo>
                  <a:pt x="296841" y="27355"/>
                  <a:pt x="300290" y="26879"/>
                  <a:pt x="303971" y="26879"/>
                </a:cubicBezTo>
                <a:cubicBezTo>
                  <a:pt x="309515" y="26879"/>
                  <a:pt x="314383" y="27677"/>
                  <a:pt x="318575" y="29274"/>
                </a:cubicBezTo>
                <a:cubicBezTo>
                  <a:pt x="322766" y="30870"/>
                  <a:pt x="325860" y="33033"/>
                  <a:pt x="327856" y="35760"/>
                </a:cubicBezTo>
                <a:cubicBezTo>
                  <a:pt x="329852" y="38488"/>
                  <a:pt x="331227" y="42136"/>
                  <a:pt x="331981" y="46705"/>
                </a:cubicBezTo>
                <a:lnTo>
                  <a:pt x="320271" y="48302"/>
                </a:lnTo>
                <a:cubicBezTo>
                  <a:pt x="319739" y="44664"/>
                  <a:pt x="318198" y="41826"/>
                  <a:pt x="315647" y="39786"/>
                </a:cubicBezTo>
                <a:cubicBezTo>
                  <a:pt x="313097" y="37745"/>
                  <a:pt x="309493" y="36725"/>
                  <a:pt x="304836" y="36725"/>
                </a:cubicBezTo>
                <a:cubicBezTo>
                  <a:pt x="299336" y="36725"/>
                  <a:pt x="295411" y="37634"/>
                  <a:pt x="293060" y="39453"/>
                </a:cubicBezTo>
                <a:cubicBezTo>
                  <a:pt x="290709" y="41271"/>
                  <a:pt x="289534" y="43400"/>
                  <a:pt x="289534" y="45840"/>
                </a:cubicBezTo>
                <a:cubicBezTo>
                  <a:pt x="289534" y="47392"/>
                  <a:pt x="290022" y="48789"/>
                  <a:pt x="290997" y="50031"/>
                </a:cubicBezTo>
                <a:cubicBezTo>
                  <a:pt x="291973" y="51318"/>
                  <a:pt x="293503" y="52382"/>
                  <a:pt x="295588" y="53225"/>
                </a:cubicBezTo>
                <a:cubicBezTo>
                  <a:pt x="296786" y="53668"/>
                  <a:pt x="300312" y="54689"/>
                  <a:pt x="306167" y="56285"/>
                </a:cubicBezTo>
                <a:cubicBezTo>
                  <a:pt x="314638" y="58547"/>
                  <a:pt x="320548" y="60399"/>
                  <a:pt x="323897" y="61841"/>
                </a:cubicBezTo>
                <a:cubicBezTo>
                  <a:pt x="327246" y="63282"/>
                  <a:pt x="329874" y="65378"/>
                  <a:pt x="331781" y="68128"/>
                </a:cubicBezTo>
                <a:cubicBezTo>
                  <a:pt x="333688" y="70878"/>
                  <a:pt x="334642" y="74293"/>
                  <a:pt x="334642" y="78374"/>
                </a:cubicBezTo>
                <a:cubicBezTo>
                  <a:pt x="334642" y="82365"/>
                  <a:pt x="333478" y="86124"/>
                  <a:pt x="331149" y="89651"/>
                </a:cubicBezTo>
                <a:cubicBezTo>
                  <a:pt x="328820" y="93177"/>
                  <a:pt x="325461" y="95904"/>
                  <a:pt x="321070" y="97834"/>
                </a:cubicBezTo>
                <a:cubicBezTo>
                  <a:pt x="316678" y="99763"/>
                  <a:pt x="311711" y="100728"/>
                  <a:pt x="306167" y="100728"/>
                </a:cubicBezTo>
                <a:cubicBezTo>
                  <a:pt x="296985" y="100728"/>
                  <a:pt x="289988" y="98815"/>
                  <a:pt x="285176" y="94990"/>
                </a:cubicBezTo>
                <a:cubicBezTo>
                  <a:pt x="280364" y="91164"/>
                  <a:pt x="277292" y="85492"/>
                  <a:pt x="275961" y="77974"/>
                </a:cubicBezTo>
                <a:close/>
                <a:moveTo>
                  <a:pt x="351740" y="99131"/>
                </a:moveTo>
                <a:lnTo>
                  <a:pt x="351740" y="37790"/>
                </a:lnTo>
                <a:lnTo>
                  <a:pt x="341162" y="37790"/>
                </a:lnTo>
                <a:lnTo>
                  <a:pt x="341162" y="28475"/>
                </a:lnTo>
                <a:lnTo>
                  <a:pt x="351740" y="28475"/>
                </a:lnTo>
                <a:lnTo>
                  <a:pt x="351740" y="20974"/>
                </a:lnTo>
                <a:cubicBezTo>
                  <a:pt x="351740" y="16239"/>
                  <a:pt x="352162" y="12721"/>
                  <a:pt x="353005" y="10420"/>
                </a:cubicBezTo>
                <a:cubicBezTo>
                  <a:pt x="354158" y="7324"/>
                  <a:pt x="356187" y="4813"/>
                  <a:pt x="359092" y="2888"/>
                </a:cubicBezTo>
                <a:cubicBezTo>
                  <a:pt x="361997" y="963"/>
                  <a:pt x="366067" y="0"/>
                  <a:pt x="371301" y="0"/>
                </a:cubicBezTo>
                <a:cubicBezTo>
                  <a:pt x="374672" y="0"/>
                  <a:pt x="378397" y="401"/>
                  <a:pt x="382478" y="1204"/>
                </a:cubicBezTo>
                <a:lnTo>
                  <a:pt x="380681" y="11705"/>
                </a:lnTo>
                <a:cubicBezTo>
                  <a:pt x="378198" y="11265"/>
                  <a:pt x="375847" y="11044"/>
                  <a:pt x="373629" y="11044"/>
                </a:cubicBezTo>
                <a:cubicBezTo>
                  <a:pt x="369992" y="11044"/>
                  <a:pt x="367420" y="11815"/>
                  <a:pt x="365912" y="13356"/>
                </a:cubicBezTo>
                <a:cubicBezTo>
                  <a:pt x="364404" y="14896"/>
                  <a:pt x="363650" y="17779"/>
                  <a:pt x="363650" y="22005"/>
                </a:cubicBezTo>
                <a:lnTo>
                  <a:pt x="363650" y="28475"/>
                </a:lnTo>
                <a:lnTo>
                  <a:pt x="377421" y="28475"/>
                </a:lnTo>
                <a:lnTo>
                  <a:pt x="377421" y="37790"/>
                </a:lnTo>
                <a:lnTo>
                  <a:pt x="363650" y="37790"/>
                </a:lnTo>
                <a:lnTo>
                  <a:pt x="363650" y="99131"/>
                </a:lnTo>
                <a:lnTo>
                  <a:pt x="351740" y="99131"/>
                </a:lnTo>
                <a:close/>
                <a:moveTo>
                  <a:pt x="382165" y="63803"/>
                </a:moveTo>
                <a:cubicBezTo>
                  <a:pt x="382165" y="50719"/>
                  <a:pt x="385802" y="41027"/>
                  <a:pt x="393076" y="34729"/>
                </a:cubicBezTo>
                <a:cubicBezTo>
                  <a:pt x="399152" y="29495"/>
                  <a:pt x="406559" y="26879"/>
                  <a:pt x="415297" y="26879"/>
                </a:cubicBezTo>
                <a:cubicBezTo>
                  <a:pt x="425010" y="26879"/>
                  <a:pt x="432950" y="30061"/>
                  <a:pt x="439115" y="36426"/>
                </a:cubicBezTo>
                <a:cubicBezTo>
                  <a:pt x="445280" y="42791"/>
                  <a:pt x="448363" y="51584"/>
                  <a:pt x="448363" y="62805"/>
                </a:cubicBezTo>
                <a:cubicBezTo>
                  <a:pt x="448363" y="71898"/>
                  <a:pt x="446999" y="79050"/>
                  <a:pt x="444271" y="84262"/>
                </a:cubicBezTo>
                <a:cubicBezTo>
                  <a:pt x="441543" y="89473"/>
                  <a:pt x="437574" y="93520"/>
                  <a:pt x="432362" y="96403"/>
                </a:cubicBezTo>
                <a:cubicBezTo>
                  <a:pt x="427151" y="99286"/>
                  <a:pt x="421462" y="100728"/>
                  <a:pt x="415297" y="100728"/>
                </a:cubicBezTo>
                <a:cubicBezTo>
                  <a:pt x="405406" y="100728"/>
                  <a:pt x="397411" y="97557"/>
                  <a:pt x="391313" y="91214"/>
                </a:cubicBezTo>
                <a:cubicBezTo>
                  <a:pt x="385214" y="84871"/>
                  <a:pt x="382165" y="75734"/>
                  <a:pt x="382165" y="63803"/>
                </a:cubicBezTo>
                <a:moveTo>
                  <a:pt x="394473" y="63837"/>
                </a:moveTo>
                <a:cubicBezTo>
                  <a:pt x="394473" y="72874"/>
                  <a:pt x="396446" y="79640"/>
                  <a:pt x="400394" y="84137"/>
                </a:cubicBezTo>
                <a:cubicBezTo>
                  <a:pt x="404342" y="88633"/>
                  <a:pt x="409309" y="90881"/>
                  <a:pt x="415297" y="90881"/>
                </a:cubicBezTo>
                <a:cubicBezTo>
                  <a:pt x="421240" y="90881"/>
                  <a:pt x="426186" y="88622"/>
                  <a:pt x="430133" y="84104"/>
                </a:cubicBezTo>
                <a:cubicBezTo>
                  <a:pt x="434081" y="79585"/>
                  <a:pt x="436055" y="72696"/>
                  <a:pt x="436055" y="63437"/>
                </a:cubicBezTo>
                <a:cubicBezTo>
                  <a:pt x="436055" y="54711"/>
                  <a:pt x="434070" y="48099"/>
                  <a:pt x="430100" y="43603"/>
                </a:cubicBezTo>
                <a:cubicBezTo>
                  <a:pt x="426130" y="39106"/>
                  <a:pt x="421196" y="36858"/>
                  <a:pt x="415297" y="36858"/>
                </a:cubicBezTo>
                <a:cubicBezTo>
                  <a:pt x="409309" y="36858"/>
                  <a:pt x="404342" y="39095"/>
                  <a:pt x="400394" y="43570"/>
                </a:cubicBezTo>
                <a:cubicBezTo>
                  <a:pt x="396446" y="48044"/>
                  <a:pt x="394473" y="54799"/>
                  <a:pt x="394473" y="63837"/>
                </a:cubicBezTo>
                <a:close/>
                <a:moveTo>
                  <a:pt x="462247" y="99131"/>
                </a:moveTo>
                <a:lnTo>
                  <a:pt x="462247" y="28475"/>
                </a:lnTo>
                <a:lnTo>
                  <a:pt x="473025" y="28475"/>
                </a:lnTo>
                <a:lnTo>
                  <a:pt x="473025" y="39187"/>
                </a:lnTo>
                <a:cubicBezTo>
                  <a:pt x="475775" y="34175"/>
                  <a:pt x="478314" y="30870"/>
                  <a:pt x="480643" y="29274"/>
                </a:cubicBezTo>
                <a:cubicBezTo>
                  <a:pt x="482971" y="27677"/>
                  <a:pt x="485533" y="26879"/>
                  <a:pt x="488327" y="26879"/>
                </a:cubicBezTo>
                <a:cubicBezTo>
                  <a:pt x="492363" y="26879"/>
                  <a:pt x="496466" y="28165"/>
                  <a:pt x="500635" y="30737"/>
                </a:cubicBezTo>
                <a:lnTo>
                  <a:pt x="496511" y="41840"/>
                </a:lnTo>
                <a:cubicBezTo>
                  <a:pt x="493583" y="40115"/>
                  <a:pt x="490656" y="39253"/>
                  <a:pt x="487728" y="39253"/>
                </a:cubicBezTo>
                <a:cubicBezTo>
                  <a:pt x="485112" y="39253"/>
                  <a:pt x="482761" y="40041"/>
                  <a:pt x="480676" y="41615"/>
                </a:cubicBezTo>
                <a:cubicBezTo>
                  <a:pt x="478592" y="43190"/>
                  <a:pt x="477106" y="45374"/>
                  <a:pt x="476219" y="48168"/>
                </a:cubicBezTo>
                <a:cubicBezTo>
                  <a:pt x="474888" y="52426"/>
                  <a:pt x="474223" y="57084"/>
                  <a:pt x="474223" y="62140"/>
                </a:cubicBezTo>
                <a:lnTo>
                  <a:pt x="474223" y="99131"/>
                </a:lnTo>
                <a:lnTo>
                  <a:pt x="462247" y="99131"/>
                </a:lnTo>
                <a:close/>
                <a:moveTo>
                  <a:pt x="507754" y="99131"/>
                </a:moveTo>
                <a:lnTo>
                  <a:pt x="507754" y="28475"/>
                </a:lnTo>
                <a:lnTo>
                  <a:pt x="518465" y="28475"/>
                </a:lnTo>
                <a:lnTo>
                  <a:pt x="518465" y="38388"/>
                </a:lnTo>
                <a:cubicBezTo>
                  <a:pt x="520683" y="34929"/>
                  <a:pt x="523632" y="32146"/>
                  <a:pt x="527314" y="30039"/>
                </a:cubicBezTo>
                <a:cubicBezTo>
                  <a:pt x="530995" y="27932"/>
                  <a:pt x="535186" y="26879"/>
                  <a:pt x="539888" y="26879"/>
                </a:cubicBezTo>
                <a:cubicBezTo>
                  <a:pt x="545122" y="26879"/>
                  <a:pt x="549413" y="27965"/>
                  <a:pt x="552762" y="30139"/>
                </a:cubicBezTo>
                <a:cubicBezTo>
                  <a:pt x="556110" y="32312"/>
                  <a:pt x="558472" y="35350"/>
                  <a:pt x="559847" y="39253"/>
                </a:cubicBezTo>
                <a:cubicBezTo>
                  <a:pt x="565436" y="31003"/>
                  <a:pt x="572710" y="26879"/>
                  <a:pt x="581669" y="26879"/>
                </a:cubicBezTo>
                <a:cubicBezTo>
                  <a:pt x="588677" y="26879"/>
                  <a:pt x="594066" y="28819"/>
                  <a:pt x="597837" y="32700"/>
                </a:cubicBezTo>
                <a:cubicBezTo>
                  <a:pt x="601607" y="36581"/>
                  <a:pt x="603492" y="42558"/>
                  <a:pt x="603492" y="50630"/>
                </a:cubicBezTo>
                <a:lnTo>
                  <a:pt x="603492" y="99131"/>
                </a:lnTo>
                <a:lnTo>
                  <a:pt x="591583" y="99131"/>
                </a:lnTo>
                <a:lnTo>
                  <a:pt x="591583" y="54622"/>
                </a:lnTo>
                <a:cubicBezTo>
                  <a:pt x="591583" y="49832"/>
                  <a:pt x="591195" y="46383"/>
                  <a:pt x="590418" y="44276"/>
                </a:cubicBezTo>
                <a:cubicBezTo>
                  <a:pt x="589642" y="42170"/>
                  <a:pt x="588234" y="40473"/>
                  <a:pt x="586194" y="39187"/>
                </a:cubicBezTo>
                <a:cubicBezTo>
                  <a:pt x="584153" y="37901"/>
                  <a:pt x="581758" y="37257"/>
                  <a:pt x="579008" y="37257"/>
                </a:cubicBezTo>
                <a:cubicBezTo>
                  <a:pt x="574041" y="37257"/>
                  <a:pt x="569916" y="38910"/>
                  <a:pt x="566633" y="42214"/>
                </a:cubicBezTo>
                <a:cubicBezTo>
                  <a:pt x="563351" y="45518"/>
                  <a:pt x="561710" y="50808"/>
                  <a:pt x="561710" y="58082"/>
                </a:cubicBezTo>
                <a:lnTo>
                  <a:pt x="561710" y="99131"/>
                </a:lnTo>
                <a:lnTo>
                  <a:pt x="549735" y="99131"/>
                </a:lnTo>
                <a:lnTo>
                  <a:pt x="549735" y="53225"/>
                </a:lnTo>
                <a:cubicBezTo>
                  <a:pt x="549735" y="47902"/>
                  <a:pt x="548759" y="43910"/>
                  <a:pt x="546807" y="41249"/>
                </a:cubicBezTo>
                <a:cubicBezTo>
                  <a:pt x="544856" y="38588"/>
                  <a:pt x="541662" y="37257"/>
                  <a:pt x="537227" y="37257"/>
                </a:cubicBezTo>
                <a:cubicBezTo>
                  <a:pt x="533856" y="37257"/>
                  <a:pt x="530740" y="38144"/>
                  <a:pt x="527879" y="39919"/>
                </a:cubicBezTo>
                <a:cubicBezTo>
                  <a:pt x="525018" y="41693"/>
                  <a:pt x="522945" y="44287"/>
                  <a:pt x="521658" y="47703"/>
                </a:cubicBezTo>
                <a:cubicBezTo>
                  <a:pt x="520372" y="51118"/>
                  <a:pt x="519729" y="56041"/>
                  <a:pt x="519729" y="62473"/>
                </a:cubicBezTo>
                <a:lnTo>
                  <a:pt x="519729" y="99131"/>
                </a:lnTo>
                <a:lnTo>
                  <a:pt x="507754" y="99131"/>
                </a:lnTo>
                <a:close/>
                <a:moveTo>
                  <a:pt x="669623" y="76245"/>
                </a:moveTo>
                <a:lnTo>
                  <a:pt x="681998" y="77841"/>
                </a:lnTo>
                <a:cubicBezTo>
                  <a:pt x="680046" y="85092"/>
                  <a:pt x="676431" y="90719"/>
                  <a:pt x="671153" y="94724"/>
                </a:cubicBezTo>
                <a:cubicBezTo>
                  <a:pt x="665875" y="98727"/>
                  <a:pt x="659133" y="100728"/>
                  <a:pt x="650928" y="100728"/>
                </a:cubicBezTo>
                <a:cubicBezTo>
                  <a:pt x="640593" y="100728"/>
                  <a:pt x="632399" y="97546"/>
                  <a:pt x="626344" y="91181"/>
                </a:cubicBezTo>
                <a:cubicBezTo>
                  <a:pt x="620290" y="84816"/>
                  <a:pt x="617263" y="75890"/>
                  <a:pt x="617263" y="64402"/>
                </a:cubicBezTo>
                <a:cubicBezTo>
                  <a:pt x="617263" y="52515"/>
                  <a:pt x="620323" y="43290"/>
                  <a:pt x="626444" y="36725"/>
                </a:cubicBezTo>
                <a:cubicBezTo>
                  <a:pt x="632565" y="30161"/>
                  <a:pt x="640504" y="26879"/>
                  <a:pt x="650262" y="26879"/>
                </a:cubicBezTo>
                <a:cubicBezTo>
                  <a:pt x="659710" y="26879"/>
                  <a:pt x="667427" y="30089"/>
                  <a:pt x="673415" y="36511"/>
                </a:cubicBezTo>
                <a:cubicBezTo>
                  <a:pt x="679403" y="42931"/>
                  <a:pt x="682397" y="51964"/>
                  <a:pt x="682397" y="63610"/>
                </a:cubicBezTo>
                <a:cubicBezTo>
                  <a:pt x="682397" y="64318"/>
                  <a:pt x="682375" y="65381"/>
                  <a:pt x="682330" y="66797"/>
                </a:cubicBezTo>
                <a:lnTo>
                  <a:pt x="629638" y="66797"/>
                </a:lnTo>
                <a:cubicBezTo>
                  <a:pt x="630081" y="74581"/>
                  <a:pt x="632277" y="80541"/>
                  <a:pt x="636224" y="84677"/>
                </a:cubicBezTo>
                <a:cubicBezTo>
                  <a:pt x="640172" y="88813"/>
                  <a:pt x="645095" y="90881"/>
                  <a:pt x="650994" y="90881"/>
                </a:cubicBezTo>
                <a:cubicBezTo>
                  <a:pt x="655385" y="90881"/>
                  <a:pt x="659133" y="89718"/>
                  <a:pt x="662238" y="87391"/>
                </a:cubicBezTo>
                <a:cubicBezTo>
                  <a:pt x="665343" y="85062"/>
                  <a:pt x="667804" y="81347"/>
                  <a:pt x="669623" y="76245"/>
                </a:cubicBezTo>
                <a:moveTo>
                  <a:pt x="630303" y="56951"/>
                </a:moveTo>
                <a:lnTo>
                  <a:pt x="669756" y="56951"/>
                </a:lnTo>
                <a:cubicBezTo>
                  <a:pt x="669224" y="51027"/>
                  <a:pt x="667716" y="46584"/>
                  <a:pt x="665232" y="43621"/>
                </a:cubicBezTo>
                <a:cubicBezTo>
                  <a:pt x="661417" y="39024"/>
                  <a:pt x="656472" y="36725"/>
                  <a:pt x="650395" y="36725"/>
                </a:cubicBezTo>
                <a:cubicBezTo>
                  <a:pt x="644896" y="36725"/>
                  <a:pt x="640272" y="38560"/>
                  <a:pt x="636524" y="42231"/>
                </a:cubicBezTo>
                <a:cubicBezTo>
                  <a:pt x="632776" y="45899"/>
                  <a:pt x="630702" y="50806"/>
                  <a:pt x="630303" y="56951"/>
                </a:cubicBezTo>
                <a:close/>
                <a:moveTo>
                  <a:pt x="696880" y="99131"/>
                </a:moveTo>
                <a:lnTo>
                  <a:pt x="696880" y="28475"/>
                </a:lnTo>
                <a:lnTo>
                  <a:pt x="707658" y="28475"/>
                </a:lnTo>
                <a:lnTo>
                  <a:pt x="707658" y="39187"/>
                </a:lnTo>
                <a:cubicBezTo>
                  <a:pt x="710408" y="34175"/>
                  <a:pt x="712947" y="30870"/>
                  <a:pt x="715275" y="29274"/>
                </a:cubicBezTo>
                <a:cubicBezTo>
                  <a:pt x="717604" y="27677"/>
                  <a:pt x="720165" y="26879"/>
                  <a:pt x="722960" y="26879"/>
                </a:cubicBezTo>
                <a:cubicBezTo>
                  <a:pt x="726996" y="26879"/>
                  <a:pt x="731099" y="28165"/>
                  <a:pt x="735268" y="30737"/>
                </a:cubicBezTo>
                <a:lnTo>
                  <a:pt x="731143" y="41840"/>
                </a:lnTo>
                <a:cubicBezTo>
                  <a:pt x="728216" y="40115"/>
                  <a:pt x="725288" y="39253"/>
                  <a:pt x="722361" y="39253"/>
                </a:cubicBezTo>
                <a:cubicBezTo>
                  <a:pt x="719744" y="39253"/>
                  <a:pt x="717393" y="40041"/>
                  <a:pt x="715309" y="41615"/>
                </a:cubicBezTo>
                <a:cubicBezTo>
                  <a:pt x="713224" y="43190"/>
                  <a:pt x="711738" y="45374"/>
                  <a:pt x="710851" y="48168"/>
                </a:cubicBezTo>
                <a:cubicBezTo>
                  <a:pt x="709520" y="52426"/>
                  <a:pt x="708855" y="57084"/>
                  <a:pt x="708855" y="62140"/>
                </a:cubicBezTo>
                <a:lnTo>
                  <a:pt x="708855" y="99131"/>
                </a:lnTo>
                <a:lnTo>
                  <a:pt x="696880" y="99131"/>
                </a:lnTo>
                <a:close/>
                <a:moveTo>
                  <a:pt x="781473" y="99131"/>
                </a:moveTo>
                <a:lnTo>
                  <a:pt x="781473" y="1597"/>
                </a:lnTo>
                <a:lnTo>
                  <a:pt x="813076" y="1597"/>
                </a:lnTo>
                <a:cubicBezTo>
                  <a:pt x="825051" y="1597"/>
                  <a:pt x="832857" y="2084"/>
                  <a:pt x="836494" y="3058"/>
                </a:cubicBezTo>
                <a:cubicBezTo>
                  <a:pt x="842083" y="4521"/>
                  <a:pt x="846762" y="7700"/>
                  <a:pt x="850533" y="12595"/>
                </a:cubicBezTo>
                <a:cubicBezTo>
                  <a:pt x="854303" y="17491"/>
                  <a:pt x="856188" y="23815"/>
                  <a:pt x="856188" y="31569"/>
                </a:cubicBezTo>
                <a:cubicBezTo>
                  <a:pt x="856188" y="37550"/>
                  <a:pt x="855101" y="42578"/>
                  <a:pt x="852928" y="46655"/>
                </a:cubicBezTo>
                <a:cubicBezTo>
                  <a:pt x="850754" y="50731"/>
                  <a:pt x="847993" y="53932"/>
                  <a:pt x="844645" y="56258"/>
                </a:cubicBezTo>
                <a:cubicBezTo>
                  <a:pt x="841296" y="58584"/>
                  <a:pt x="837892" y="60124"/>
                  <a:pt x="834432" y="60878"/>
                </a:cubicBezTo>
                <a:cubicBezTo>
                  <a:pt x="829730" y="61808"/>
                  <a:pt x="822922" y="62273"/>
                  <a:pt x="814007" y="62273"/>
                </a:cubicBezTo>
                <a:lnTo>
                  <a:pt x="801167" y="62273"/>
                </a:lnTo>
                <a:lnTo>
                  <a:pt x="801167" y="99131"/>
                </a:lnTo>
                <a:lnTo>
                  <a:pt x="781473" y="99131"/>
                </a:lnTo>
                <a:moveTo>
                  <a:pt x="801167" y="18096"/>
                </a:moveTo>
                <a:lnTo>
                  <a:pt x="801167" y="45773"/>
                </a:lnTo>
                <a:lnTo>
                  <a:pt x="811945" y="45773"/>
                </a:lnTo>
                <a:cubicBezTo>
                  <a:pt x="819706" y="45773"/>
                  <a:pt x="824896" y="45263"/>
                  <a:pt x="827513" y="44243"/>
                </a:cubicBezTo>
                <a:cubicBezTo>
                  <a:pt x="830130" y="43223"/>
                  <a:pt x="832181" y="41626"/>
                  <a:pt x="833667" y="39453"/>
                </a:cubicBezTo>
                <a:cubicBezTo>
                  <a:pt x="835153" y="37280"/>
                  <a:pt x="835896" y="34751"/>
                  <a:pt x="835896" y="31868"/>
                </a:cubicBezTo>
                <a:cubicBezTo>
                  <a:pt x="835896" y="28320"/>
                  <a:pt x="834853" y="25393"/>
                  <a:pt x="832769" y="23086"/>
                </a:cubicBezTo>
                <a:cubicBezTo>
                  <a:pt x="830684" y="20780"/>
                  <a:pt x="828045" y="19338"/>
                  <a:pt x="824852" y="18762"/>
                </a:cubicBezTo>
                <a:cubicBezTo>
                  <a:pt x="822501" y="18318"/>
                  <a:pt x="817777" y="18096"/>
                  <a:pt x="810680" y="18096"/>
                </a:cubicBezTo>
                <a:lnTo>
                  <a:pt x="801167" y="18096"/>
                </a:lnTo>
                <a:close/>
                <a:moveTo>
                  <a:pt x="889983" y="99131"/>
                </a:moveTo>
                <a:lnTo>
                  <a:pt x="871288" y="99131"/>
                </a:lnTo>
                <a:lnTo>
                  <a:pt x="871288" y="28475"/>
                </a:lnTo>
                <a:lnTo>
                  <a:pt x="888653" y="28475"/>
                </a:lnTo>
                <a:lnTo>
                  <a:pt x="888653" y="38521"/>
                </a:lnTo>
                <a:cubicBezTo>
                  <a:pt x="891624" y="33776"/>
                  <a:pt x="894297" y="30649"/>
                  <a:pt x="896670" y="29141"/>
                </a:cubicBezTo>
                <a:cubicBezTo>
                  <a:pt x="899043" y="27633"/>
                  <a:pt x="901737" y="26879"/>
                  <a:pt x="904753" y="26879"/>
                </a:cubicBezTo>
                <a:cubicBezTo>
                  <a:pt x="909011" y="26879"/>
                  <a:pt x="913114" y="28054"/>
                  <a:pt x="917061" y="30405"/>
                </a:cubicBezTo>
                <a:lnTo>
                  <a:pt x="911273" y="46705"/>
                </a:lnTo>
                <a:cubicBezTo>
                  <a:pt x="908124" y="44664"/>
                  <a:pt x="905197" y="43644"/>
                  <a:pt x="902491" y="43644"/>
                </a:cubicBezTo>
                <a:cubicBezTo>
                  <a:pt x="899874" y="43644"/>
                  <a:pt x="897657" y="44365"/>
                  <a:pt x="895838" y="45807"/>
                </a:cubicBezTo>
                <a:cubicBezTo>
                  <a:pt x="894020" y="47248"/>
                  <a:pt x="892589" y="49854"/>
                  <a:pt x="891547" y="53624"/>
                </a:cubicBezTo>
                <a:cubicBezTo>
                  <a:pt x="890504" y="57394"/>
                  <a:pt x="889983" y="65289"/>
                  <a:pt x="889983" y="77309"/>
                </a:cubicBezTo>
                <a:lnTo>
                  <a:pt x="889983" y="99131"/>
                </a:lnTo>
                <a:close/>
                <a:moveTo>
                  <a:pt x="966007" y="76644"/>
                </a:moveTo>
                <a:lnTo>
                  <a:pt x="984635" y="79837"/>
                </a:lnTo>
                <a:cubicBezTo>
                  <a:pt x="982240" y="86646"/>
                  <a:pt x="978459" y="91829"/>
                  <a:pt x="973292" y="95389"/>
                </a:cubicBezTo>
                <a:cubicBezTo>
                  <a:pt x="968124" y="98948"/>
                  <a:pt x="961660" y="100728"/>
                  <a:pt x="953898" y="100728"/>
                </a:cubicBezTo>
                <a:cubicBezTo>
                  <a:pt x="941612" y="100728"/>
                  <a:pt x="932519" y="96714"/>
                  <a:pt x="926620" y="88686"/>
                </a:cubicBezTo>
                <a:cubicBezTo>
                  <a:pt x="921963" y="82255"/>
                  <a:pt x="919634" y="74138"/>
                  <a:pt x="919634" y="64336"/>
                </a:cubicBezTo>
                <a:cubicBezTo>
                  <a:pt x="919634" y="52626"/>
                  <a:pt x="922695" y="43456"/>
                  <a:pt x="928816" y="36825"/>
                </a:cubicBezTo>
                <a:cubicBezTo>
                  <a:pt x="934937" y="30194"/>
                  <a:pt x="942676" y="26879"/>
                  <a:pt x="952035" y="26879"/>
                </a:cubicBezTo>
                <a:cubicBezTo>
                  <a:pt x="962547" y="26879"/>
                  <a:pt x="970841" y="30349"/>
                  <a:pt x="976918" y="37291"/>
                </a:cubicBezTo>
                <a:cubicBezTo>
                  <a:pt x="982994" y="44232"/>
                  <a:pt x="985899" y="54866"/>
                  <a:pt x="985633" y="69192"/>
                </a:cubicBezTo>
                <a:lnTo>
                  <a:pt x="938795" y="69192"/>
                </a:lnTo>
                <a:cubicBezTo>
                  <a:pt x="938928" y="74737"/>
                  <a:pt x="940436" y="79050"/>
                  <a:pt x="943319" y="82133"/>
                </a:cubicBezTo>
                <a:cubicBezTo>
                  <a:pt x="946202" y="85215"/>
                  <a:pt x="949795" y="86756"/>
                  <a:pt x="954097" y="86756"/>
                </a:cubicBezTo>
                <a:cubicBezTo>
                  <a:pt x="957025" y="86756"/>
                  <a:pt x="959486" y="85958"/>
                  <a:pt x="961482" y="84361"/>
                </a:cubicBezTo>
                <a:cubicBezTo>
                  <a:pt x="963478" y="82765"/>
                  <a:pt x="964986" y="80192"/>
                  <a:pt x="966007" y="76644"/>
                </a:cubicBezTo>
                <a:moveTo>
                  <a:pt x="967071" y="57749"/>
                </a:moveTo>
                <a:cubicBezTo>
                  <a:pt x="966938" y="52360"/>
                  <a:pt x="965541" y="48263"/>
                  <a:pt x="962880" y="45457"/>
                </a:cubicBezTo>
                <a:cubicBezTo>
                  <a:pt x="960218" y="42652"/>
                  <a:pt x="956980" y="41249"/>
                  <a:pt x="953166" y="41249"/>
                </a:cubicBezTo>
                <a:cubicBezTo>
                  <a:pt x="949085" y="41249"/>
                  <a:pt x="945715" y="42729"/>
                  <a:pt x="943053" y="45688"/>
                </a:cubicBezTo>
                <a:cubicBezTo>
                  <a:pt x="940392" y="48649"/>
                  <a:pt x="939084" y="52669"/>
                  <a:pt x="939128" y="57749"/>
                </a:cubicBezTo>
                <a:lnTo>
                  <a:pt x="967071" y="57749"/>
                </a:lnTo>
                <a:close/>
                <a:moveTo>
                  <a:pt x="1065649" y="99131"/>
                </a:moveTo>
                <a:lnTo>
                  <a:pt x="1048285" y="99131"/>
                </a:lnTo>
                <a:lnTo>
                  <a:pt x="1048285" y="88752"/>
                </a:lnTo>
                <a:cubicBezTo>
                  <a:pt x="1045402" y="92789"/>
                  <a:pt x="1041997" y="95794"/>
                  <a:pt x="1038072" y="97767"/>
                </a:cubicBezTo>
                <a:cubicBezTo>
                  <a:pt x="1034147" y="99741"/>
                  <a:pt x="1030188" y="100728"/>
                  <a:pt x="1026196" y="100728"/>
                </a:cubicBezTo>
                <a:cubicBezTo>
                  <a:pt x="1018080" y="100728"/>
                  <a:pt x="1011127" y="97457"/>
                  <a:pt x="1005339" y="90915"/>
                </a:cubicBezTo>
                <a:cubicBezTo>
                  <a:pt x="999551" y="84372"/>
                  <a:pt x="996657" y="75247"/>
                  <a:pt x="996657" y="63537"/>
                </a:cubicBezTo>
                <a:cubicBezTo>
                  <a:pt x="996657" y="51562"/>
                  <a:pt x="999473" y="42458"/>
                  <a:pt x="1005106" y="36226"/>
                </a:cubicBezTo>
                <a:cubicBezTo>
                  <a:pt x="1010739" y="29994"/>
                  <a:pt x="1017858" y="26879"/>
                  <a:pt x="1026462" y="26879"/>
                </a:cubicBezTo>
                <a:cubicBezTo>
                  <a:pt x="1034357" y="26879"/>
                  <a:pt x="1041188" y="30161"/>
                  <a:pt x="1046954" y="36725"/>
                </a:cubicBezTo>
                <a:lnTo>
                  <a:pt x="1046954" y="1597"/>
                </a:lnTo>
                <a:lnTo>
                  <a:pt x="1065649" y="1597"/>
                </a:lnTo>
                <a:lnTo>
                  <a:pt x="1065649" y="99131"/>
                </a:lnTo>
                <a:moveTo>
                  <a:pt x="1015751" y="62308"/>
                </a:moveTo>
                <a:cubicBezTo>
                  <a:pt x="1015751" y="69837"/>
                  <a:pt x="1016793" y="75285"/>
                  <a:pt x="1018878" y="78650"/>
                </a:cubicBezTo>
                <a:cubicBezTo>
                  <a:pt x="1021894" y="83522"/>
                  <a:pt x="1026108" y="85958"/>
                  <a:pt x="1031519" y="85958"/>
                </a:cubicBezTo>
                <a:cubicBezTo>
                  <a:pt x="1035821" y="85958"/>
                  <a:pt x="1039480" y="84131"/>
                  <a:pt x="1042496" y="80478"/>
                </a:cubicBezTo>
                <a:cubicBezTo>
                  <a:pt x="1045512" y="76824"/>
                  <a:pt x="1047021" y="71366"/>
                  <a:pt x="1047021" y="64103"/>
                </a:cubicBezTo>
                <a:cubicBezTo>
                  <a:pt x="1047021" y="55997"/>
                  <a:pt x="1045557" y="50162"/>
                  <a:pt x="1042629" y="46597"/>
                </a:cubicBezTo>
                <a:cubicBezTo>
                  <a:pt x="1039702" y="43032"/>
                  <a:pt x="1035954" y="41249"/>
                  <a:pt x="1031386" y="41249"/>
                </a:cubicBezTo>
                <a:cubicBezTo>
                  <a:pt x="1026950" y="41249"/>
                  <a:pt x="1023236" y="43010"/>
                  <a:pt x="1020242" y="46530"/>
                </a:cubicBezTo>
                <a:cubicBezTo>
                  <a:pt x="1017248" y="50051"/>
                  <a:pt x="1015751" y="55310"/>
                  <a:pt x="1015751" y="62308"/>
                </a:cubicBezTo>
                <a:close/>
                <a:moveTo>
                  <a:pt x="1083964" y="18895"/>
                </a:moveTo>
                <a:lnTo>
                  <a:pt x="1083964" y="1597"/>
                </a:lnTo>
                <a:lnTo>
                  <a:pt x="1102659" y="1597"/>
                </a:lnTo>
                <a:lnTo>
                  <a:pt x="1102659" y="18895"/>
                </a:lnTo>
                <a:lnTo>
                  <a:pt x="1083964" y="18895"/>
                </a:lnTo>
                <a:moveTo>
                  <a:pt x="1083964" y="99131"/>
                </a:moveTo>
                <a:lnTo>
                  <a:pt x="1083964" y="28475"/>
                </a:lnTo>
                <a:lnTo>
                  <a:pt x="1102659" y="28475"/>
                </a:lnTo>
                <a:lnTo>
                  <a:pt x="1102659" y="99131"/>
                </a:lnTo>
                <a:lnTo>
                  <a:pt x="1083964" y="99131"/>
                </a:lnTo>
                <a:close/>
                <a:moveTo>
                  <a:pt x="1183314" y="49366"/>
                </a:moveTo>
                <a:lnTo>
                  <a:pt x="1164885" y="52693"/>
                </a:lnTo>
                <a:cubicBezTo>
                  <a:pt x="1164264" y="49033"/>
                  <a:pt x="1162856" y="46278"/>
                  <a:pt x="1160660" y="44426"/>
                </a:cubicBezTo>
                <a:cubicBezTo>
                  <a:pt x="1158465" y="42574"/>
                  <a:pt x="1155615" y="41648"/>
                  <a:pt x="1152111" y="41648"/>
                </a:cubicBezTo>
                <a:cubicBezTo>
                  <a:pt x="1147454" y="41648"/>
                  <a:pt x="1143739" y="43251"/>
                  <a:pt x="1140967" y="46457"/>
                </a:cubicBezTo>
                <a:cubicBezTo>
                  <a:pt x="1138195" y="49663"/>
                  <a:pt x="1136809" y="55025"/>
                  <a:pt x="1136809" y="62541"/>
                </a:cubicBezTo>
                <a:cubicBezTo>
                  <a:pt x="1136809" y="70899"/>
                  <a:pt x="1138217" y="76803"/>
                  <a:pt x="1141034" y="80253"/>
                </a:cubicBezTo>
                <a:cubicBezTo>
                  <a:pt x="1143850" y="83702"/>
                  <a:pt x="1147631" y="85426"/>
                  <a:pt x="1152377" y="85426"/>
                </a:cubicBezTo>
                <a:cubicBezTo>
                  <a:pt x="1155926" y="85426"/>
                  <a:pt x="1158831" y="84417"/>
                  <a:pt x="1161093" y="82399"/>
                </a:cubicBezTo>
                <a:cubicBezTo>
                  <a:pt x="1163355" y="80381"/>
                  <a:pt x="1164952" y="76910"/>
                  <a:pt x="1165883" y="71987"/>
                </a:cubicBezTo>
                <a:lnTo>
                  <a:pt x="1184246" y="75180"/>
                </a:lnTo>
                <a:cubicBezTo>
                  <a:pt x="1182338" y="83607"/>
                  <a:pt x="1178679" y="89972"/>
                  <a:pt x="1173268" y="94274"/>
                </a:cubicBezTo>
                <a:cubicBezTo>
                  <a:pt x="1167857" y="98577"/>
                  <a:pt x="1160605" y="100728"/>
                  <a:pt x="1151512" y="100728"/>
                </a:cubicBezTo>
                <a:cubicBezTo>
                  <a:pt x="1141178" y="100728"/>
                  <a:pt x="1132939" y="97468"/>
                  <a:pt x="1126796" y="90948"/>
                </a:cubicBezTo>
                <a:cubicBezTo>
                  <a:pt x="1120653" y="84428"/>
                  <a:pt x="1117582" y="75402"/>
                  <a:pt x="1117582" y="63870"/>
                </a:cubicBezTo>
                <a:cubicBezTo>
                  <a:pt x="1117582" y="52205"/>
                  <a:pt x="1120664" y="43123"/>
                  <a:pt x="1126829" y="36625"/>
                </a:cubicBezTo>
                <a:cubicBezTo>
                  <a:pt x="1132995" y="30127"/>
                  <a:pt x="1141333" y="26879"/>
                  <a:pt x="1151845" y="26879"/>
                </a:cubicBezTo>
                <a:cubicBezTo>
                  <a:pt x="1160450" y="26879"/>
                  <a:pt x="1167291" y="28730"/>
                  <a:pt x="1172370" y="32434"/>
                </a:cubicBezTo>
                <a:cubicBezTo>
                  <a:pt x="1177448" y="36137"/>
                  <a:pt x="1181097" y="41781"/>
                  <a:pt x="1183314" y="49366"/>
                </a:cubicBezTo>
                <a:close/>
                <a:moveTo>
                  <a:pt x="1229865" y="28475"/>
                </a:moveTo>
                <a:lnTo>
                  <a:pt x="1229865" y="43378"/>
                </a:lnTo>
                <a:lnTo>
                  <a:pt x="1217091" y="43378"/>
                </a:lnTo>
                <a:lnTo>
                  <a:pt x="1217091" y="71808"/>
                </a:lnTo>
                <a:cubicBezTo>
                  <a:pt x="1217091" y="77565"/>
                  <a:pt x="1217213" y="80920"/>
                  <a:pt x="1217457" y="81873"/>
                </a:cubicBezTo>
                <a:cubicBezTo>
                  <a:pt x="1217701" y="82824"/>
                  <a:pt x="1218256" y="83609"/>
                  <a:pt x="1219120" y="84230"/>
                </a:cubicBezTo>
                <a:cubicBezTo>
                  <a:pt x="1219985" y="84850"/>
                  <a:pt x="1221039" y="85160"/>
                  <a:pt x="1222281" y="85160"/>
                </a:cubicBezTo>
                <a:cubicBezTo>
                  <a:pt x="1224010" y="85160"/>
                  <a:pt x="1226516" y="84561"/>
                  <a:pt x="1229799" y="83363"/>
                </a:cubicBezTo>
                <a:lnTo>
                  <a:pt x="1231395" y="97921"/>
                </a:lnTo>
                <a:cubicBezTo>
                  <a:pt x="1227049" y="99792"/>
                  <a:pt x="1222125" y="100728"/>
                  <a:pt x="1216625" y="100728"/>
                </a:cubicBezTo>
                <a:cubicBezTo>
                  <a:pt x="1213255" y="100728"/>
                  <a:pt x="1210216" y="100162"/>
                  <a:pt x="1207511" y="99031"/>
                </a:cubicBezTo>
                <a:cubicBezTo>
                  <a:pt x="1204805" y="97900"/>
                  <a:pt x="1202820" y="96437"/>
                  <a:pt x="1201556" y="94640"/>
                </a:cubicBezTo>
                <a:cubicBezTo>
                  <a:pt x="1200292" y="92844"/>
                  <a:pt x="1199416" y="90416"/>
                  <a:pt x="1198928" y="87355"/>
                </a:cubicBezTo>
                <a:cubicBezTo>
                  <a:pt x="1198529" y="85182"/>
                  <a:pt x="1198329" y="80791"/>
                  <a:pt x="1198329" y="74182"/>
                </a:cubicBezTo>
                <a:lnTo>
                  <a:pt x="1198329" y="43378"/>
                </a:lnTo>
                <a:lnTo>
                  <a:pt x="1189747" y="43378"/>
                </a:lnTo>
                <a:lnTo>
                  <a:pt x="1189747" y="28475"/>
                </a:lnTo>
                <a:lnTo>
                  <a:pt x="1198329" y="28475"/>
                </a:lnTo>
                <a:lnTo>
                  <a:pt x="1198329" y="14371"/>
                </a:lnTo>
                <a:lnTo>
                  <a:pt x="1217091" y="3327"/>
                </a:lnTo>
                <a:lnTo>
                  <a:pt x="1217091" y="28475"/>
                </a:lnTo>
                <a:lnTo>
                  <a:pt x="1229865" y="28475"/>
                </a:lnTo>
                <a:close/>
                <a:moveTo>
                  <a:pt x="1236251" y="79039"/>
                </a:moveTo>
                <a:lnTo>
                  <a:pt x="1255013" y="76111"/>
                </a:lnTo>
                <a:cubicBezTo>
                  <a:pt x="1255811" y="79726"/>
                  <a:pt x="1257430" y="82471"/>
                  <a:pt x="1259870" y="84345"/>
                </a:cubicBezTo>
                <a:cubicBezTo>
                  <a:pt x="1262309" y="86219"/>
                  <a:pt x="1265724" y="87156"/>
                  <a:pt x="1270115" y="87156"/>
                </a:cubicBezTo>
                <a:cubicBezTo>
                  <a:pt x="1274950" y="87156"/>
                  <a:pt x="1278587" y="86270"/>
                  <a:pt x="1281026" y="84499"/>
                </a:cubicBezTo>
                <a:cubicBezTo>
                  <a:pt x="1282668" y="83258"/>
                  <a:pt x="1283488" y="81597"/>
                  <a:pt x="1283488" y="79515"/>
                </a:cubicBezTo>
                <a:cubicBezTo>
                  <a:pt x="1283488" y="78097"/>
                  <a:pt x="1283045" y="76923"/>
                  <a:pt x="1282157" y="75993"/>
                </a:cubicBezTo>
                <a:cubicBezTo>
                  <a:pt x="1281226" y="75107"/>
                  <a:pt x="1279141" y="74288"/>
                  <a:pt x="1275904" y="73536"/>
                </a:cubicBezTo>
                <a:cubicBezTo>
                  <a:pt x="1260823" y="70214"/>
                  <a:pt x="1251265" y="67180"/>
                  <a:pt x="1247229" y="64433"/>
                </a:cubicBezTo>
                <a:cubicBezTo>
                  <a:pt x="1241640" y="60622"/>
                  <a:pt x="1238846" y="55326"/>
                  <a:pt x="1238846" y="48547"/>
                </a:cubicBezTo>
                <a:cubicBezTo>
                  <a:pt x="1238846" y="42432"/>
                  <a:pt x="1241263" y="37291"/>
                  <a:pt x="1246098" y="33126"/>
                </a:cubicBezTo>
                <a:cubicBezTo>
                  <a:pt x="1250932" y="28961"/>
                  <a:pt x="1258428" y="26879"/>
                  <a:pt x="1268585" y="26879"/>
                </a:cubicBezTo>
                <a:cubicBezTo>
                  <a:pt x="1278254" y="26879"/>
                  <a:pt x="1285440" y="28448"/>
                  <a:pt x="1290141" y="31586"/>
                </a:cubicBezTo>
                <a:cubicBezTo>
                  <a:pt x="1294843" y="34724"/>
                  <a:pt x="1298081" y="39364"/>
                  <a:pt x="1299855" y="45507"/>
                </a:cubicBezTo>
                <a:lnTo>
                  <a:pt x="1282224" y="48834"/>
                </a:lnTo>
                <a:cubicBezTo>
                  <a:pt x="1281470" y="46084"/>
                  <a:pt x="1280040" y="43977"/>
                  <a:pt x="1277933" y="42513"/>
                </a:cubicBezTo>
                <a:cubicBezTo>
                  <a:pt x="1275826" y="41050"/>
                  <a:pt x="1272821" y="40318"/>
                  <a:pt x="1268918" y="40318"/>
                </a:cubicBezTo>
                <a:cubicBezTo>
                  <a:pt x="1263995" y="40318"/>
                  <a:pt x="1260468" y="41005"/>
                  <a:pt x="1258339" y="42378"/>
                </a:cubicBezTo>
                <a:cubicBezTo>
                  <a:pt x="1256920" y="43351"/>
                  <a:pt x="1256210" y="44613"/>
                  <a:pt x="1256210" y="46164"/>
                </a:cubicBezTo>
                <a:cubicBezTo>
                  <a:pt x="1256210" y="47492"/>
                  <a:pt x="1256831" y="48621"/>
                  <a:pt x="1258073" y="49551"/>
                </a:cubicBezTo>
                <a:cubicBezTo>
                  <a:pt x="1259759" y="50792"/>
                  <a:pt x="1265580" y="52541"/>
                  <a:pt x="1275538" y="54801"/>
                </a:cubicBezTo>
                <a:cubicBezTo>
                  <a:pt x="1285495" y="57060"/>
                  <a:pt x="1292448" y="59831"/>
                  <a:pt x="1296395" y="63115"/>
                </a:cubicBezTo>
                <a:cubicBezTo>
                  <a:pt x="1300298" y="66444"/>
                  <a:pt x="1302250" y="71082"/>
                  <a:pt x="1302250" y="77028"/>
                </a:cubicBezTo>
                <a:cubicBezTo>
                  <a:pt x="1302250" y="83508"/>
                  <a:pt x="1299544" y="89078"/>
                  <a:pt x="1294133" y="93738"/>
                </a:cubicBezTo>
                <a:cubicBezTo>
                  <a:pt x="1288722" y="98398"/>
                  <a:pt x="1280716" y="100728"/>
                  <a:pt x="1270115" y="100728"/>
                </a:cubicBezTo>
                <a:cubicBezTo>
                  <a:pt x="1260491" y="100728"/>
                  <a:pt x="1252873" y="98783"/>
                  <a:pt x="1247262" y="94892"/>
                </a:cubicBezTo>
                <a:cubicBezTo>
                  <a:pt x="1241651" y="91000"/>
                  <a:pt x="1237981" y="85716"/>
                  <a:pt x="1236251" y="79039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1" name="Text NextPatch">
            <a:extLst xmlns:a="http://schemas.openxmlformats.org/drawingml/2006/main">
              <a:ext uri="{FF2B5EF4-FFF2-40B4-BE49-F238E27FC236}">
                <a16:creationId xmlns:a16="http://schemas.microsoft.com/office/drawing/2014/main" id="{0C7F7A2D-050F-4265-BC97-80C14CD5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3856" y="2617954"/>
            <a:ext cx="684580" cy="99131"/>
          </a:xfrm>
          <a:custGeom xmlns:a="http://schemas.openxmlformats.org/drawingml/2006/main">
            <a:pathLst>
              <a:path w="684580" h="99131">
                <a:moveTo>
                  <a:pt x="0" y="97534"/>
                </a:moveTo>
                <a:lnTo>
                  <a:pt x="0" y="0"/>
                </a:lnTo>
                <a:lnTo>
                  <a:pt x="19161" y="0"/>
                </a:lnTo>
                <a:lnTo>
                  <a:pt x="59080" y="65273"/>
                </a:lnTo>
                <a:lnTo>
                  <a:pt x="59080" y="0"/>
                </a:lnTo>
                <a:lnTo>
                  <a:pt x="77376" y="0"/>
                </a:lnTo>
                <a:lnTo>
                  <a:pt x="77376" y="97534"/>
                </a:lnTo>
                <a:lnTo>
                  <a:pt x="57616" y="97534"/>
                </a:lnTo>
                <a:lnTo>
                  <a:pt x="18296" y="33752"/>
                </a:lnTo>
                <a:lnTo>
                  <a:pt x="18296" y="97534"/>
                </a:lnTo>
                <a:lnTo>
                  <a:pt x="0" y="97534"/>
                </a:lnTo>
                <a:close/>
                <a:moveTo>
                  <a:pt x="138961" y="75047"/>
                </a:moveTo>
                <a:lnTo>
                  <a:pt x="157589" y="78240"/>
                </a:lnTo>
                <a:cubicBezTo>
                  <a:pt x="155194" y="85049"/>
                  <a:pt x="151413" y="90233"/>
                  <a:pt x="146246" y="93792"/>
                </a:cubicBezTo>
                <a:cubicBezTo>
                  <a:pt x="141078" y="97352"/>
                  <a:pt x="134614" y="99131"/>
                  <a:pt x="126852" y="99131"/>
                </a:cubicBezTo>
                <a:cubicBezTo>
                  <a:pt x="114566" y="99131"/>
                  <a:pt x="105473" y="95117"/>
                  <a:pt x="99574" y="87089"/>
                </a:cubicBezTo>
                <a:cubicBezTo>
                  <a:pt x="94917" y="80658"/>
                  <a:pt x="92588" y="72541"/>
                  <a:pt x="92588" y="62739"/>
                </a:cubicBezTo>
                <a:cubicBezTo>
                  <a:pt x="92588" y="51029"/>
                  <a:pt x="95649" y="41859"/>
                  <a:pt x="101770" y="35228"/>
                </a:cubicBezTo>
                <a:cubicBezTo>
                  <a:pt x="107891" y="28597"/>
                  <a:pt x="115630" y="25282"/>
                  <a:pt x="124989" y="25282"/>
                </a:cubicBezTo>
                <a:cubicBezTo>
                  <a:pt x="135501" y="25282"/>
                  <a:pt x="143795" y="28752"/>
                  <a:pt x="149872" y="35694"/>
                </a:cubicBezTo>
                <a:cubicBezTo>
                  <a:pt x="155948" y="42635"/>
                  <a:pt x="158853" y="53269"/>
                  <a:pt x="158587" y="67596"/>
                </a:cubicBezTo>
                <a:lnTo>
                  <a:pt x="111749" y="67596"/>
                </a:lnTo>
                <a:cubicBezTo>
                  <a:pt x="111882" y="73140"/>
                  <a:pt x="113390" y="77453"/>
                  <a:pt x="116273" y="80536"/>
                </a:cubicBezTo>
                <a:cubicBezTo>
                  <a:pt x="119156" y="83618"/>
                  <a:pt x="122749" y="85160"/>
                  <a:pt x="127051" y="85160"/>
                </a:cubicBezTo>
                <a:cubicBezTo>
                  <a:pt x="129979" y="85160"/>
                  <a:pt x="132440" y="84361"/>
                  <a:pt x="134436" y="82765"/>
                </a:cubicBezTo>
                <a:cubicBezTo>
                  <a:pt x="136432" y="81168"/>
                  <a:pt x="137940" y="78595"/>
                  <a:pt x="138961" y="75047"/>
                </a:cubicBezTo>
                <a:moveTo>
                  <a:pt x="140025" y="56152"/>
                </a:moveTo>
                <a:cubicBezTo>
                  <a:pt x="139892" y="50763"/>
                  <a:pt x="138495" y="46666"/>
                  <a:pt x="135834" y="43861"/>
                </a:cubicBezTo>
                <a:cubicBezTo>
                  <a:pt x="133172" y="41055"/>
                  <a:pt x="129934" y="39652"/>
                  <a:pt x="126120" y="39652"/>
                </a:cubicBezTo>
                <a:cubicBezTo>
                  <a:pt x="122039" y="39652"/>
                  <a:pt x="118669" y="41132"/>
                  <a:pt x="116007" y="44091"/>
                </a:cubicBezTo>
                <a:cubicBezTo>
                  <a:pt x="113346" y="47052"/>
                  <a:pt x="112038" y="51072"/>
                  <a:pt x="112082" y="56152"/>
                </a:cubicBezTo>
                <a:lnTo>
                  <a:pt x="140025" y="56152"/>
                </a:lnTo>
                <a:close/>
                <a:moveTo>
                  <a:pt x="164820" y="97534"/>
                </a:moveTo>
                <a:lnTo>
                  <a:pt x="190302" y="61142"/>
                </a:lnTo>
                <a:lnTo>
                  <a:pt x="165885" y="26879"/>
                </a:lnTo>
                <a:lnTo>
                  <a:pt x="188705" y="26879"/>
                </a:lnTo>
                <a:lnTo>
                  <a:pt x="201213" y="46306"/>
                </a:lnTo>
                <a:lnTo>
                  <a:pt x="214386" y="26879"/>
                </a:lnTo>
                <a:lnTo>
                  <a:pt x="236341" y="26879"/>
                </a:lnTo>
                <a:lnTo>
                  <a:pt x="212390" y="60344"/>
                </a:lnTo>
                <a:lnTo>
                  <a:pt x="238537" y="97534"/>
                </a:lnTo>
                <a:lnTo>
                  <a:pt x="215583" y="97534"/>
                </a:lnTo>
                <a:lnTo>
                  <a:pt x="201213" y="75646"/>
                </a:lnTo>
                <a:lnTo>
                  <a:pt x="186709" y="97534"/>
                </a:lnTo>
                <a:lnTo>
                  <a:pt x="164820" y="97534"/>
                </a:lnTo>
                <a:close/>
                <a:moveTo>
                  <a:pt x="281961" y="26879"/>
                </a:moveTo>
                <a:lnTo>
                  <a:pt x="281961" y="41781"/>
                </a:lnTo>
                <a:lnTo>
                  <a:pt x="269187" y="41781"/>
                </a:lnTo>
                <a:lnTo>
                  <a:pt x="269187" y="70211"/>
                </a:lnTo>
                <a:cubicBezTo>
                  <a:pt x="269187" y="75969"/>
                  <a:pt x="269309" y="79324"/>
                  <a:pt x="269553" y="80276"/>
                </a:cubicBezTo>
                <a:cubicBezTo>
                  <a:pt x="269797" y="81227"/>
                  <a:pt x="270351" y="82013"/>
                  <a:pt x="271216" y="82634"/>
                </a:cubicBezTo>
                <a:cubicBezTo>
                  <a:pt x="272081" y="83253"/>
                  <a:pt x="273134" y="83563"/>
                  <a:pt x="274376" y="83563"/>
                </a:cubicBezTo>
                <a:cubicBezTo>
                  <a:pt x="276106" y="83563"/>
                  <a:pt x="278612" y="82964"/>
                  <a:pt x="281894" y="81767"/>
                </a:cubicBezTo>
                <a:lnTo>
                  <a:pt x="283491" y="96324"/>
                </a:lnTo>
                <a:cubicBezTo>
                  <a:pt x="279144" y="98196"/>
                  <a:pt x="274221" y="99131"/>
                  <a:pt x="268721" y="99131"/>
                </a:cubicBezTo>
                <a:cubicBezTo>
                  <a:pt x="265350" y="99131"/>
                  <a:pt x="262312" y="98566"/>
                  <a:pt x="259606" y="97435"/>
                </a:cubicBezTo>
                <a:cubicBezTo>
                  <a:pt x="256901" y="96304"/>
                  <a:pt x="254916" y="94840"/>
                  <a:pt x="253652" y="93044"/>
                </a:cubicBezTo>
                <a:cubicBezTo>
                  <a:pt x="252388" y="91247"/>
                  <a:pt x="251512" y="88819"/>
                  <a:pt x="251024" y="85758"/>
                </a:cubicBezTo>
                <a:cubicBezTo>
                  <a:pt x="250625" y="83585"/>
                  <a:pt x="250425" y="79194"/>
                  <a:pt x="250425" y="72585"/>
                </a:cubicBezTo>
                <a:lnTo>
                  <a:pt x="250425" y="41781"/>
                </a:lnTo>
                <a:lnTo>
                  <a:pt x="241842" y="41781"/>
                </a:lnTo>
                <a:lnTo>
                  <a:pt x="241842" y="26879"/>
                </a:lnTo>
                <a:lnTo>
                  <a:pt x="250425" y="26879"/>
                </a:lnTo>
                <a:lnTo>
                  <a:pt x="250425" y="12774"/>
                </a:lnTo>
                <a:lnTo>
                  <a:pt x="269187" y="1730"/>
                </a:lnTo>
                <a:lnTo>
                  <a:pt x="269187" y="26879"/>
                </a:lnTo>
                <a:lnTo>
                  <a:pt x="281961" y="26879"/>
                </a:lnTo>
                <a:close/>
                <a:moveTo>
                  <a:pt x="332809" y="97534"/>
                </a:moveTo>
                <a:lnTo>
                  <a:pt x="332809" y="0"/>
                </a:lnTo>
                <a:lnTo>
                  <a:pt x="364411" y="0"/>
                </a:lnTo>
                <a:cubicBezTo>
                  <a:pt x="376387" y="0"/>
                  <a:pt x="384193" y="487"/>
                  <a:pt x="387830" y="1462"/>
                </a:cubicBezTo>
                <a:cubicBezTo>
                  <a:pt x="393419" y="2924"/>
                  <a:pt x="398098" y="6103"/>
                  <a:pt x="401868" y="10998"/>
                </a:cubicBezTo>
                <a:cubicBezTo>
                  <a:pt x="405638" y="15894"/>
                  <a:pt x="407523" y="22219"/>
                  <a:pt x="407523" y="29972"/>
                </a:cubicBezTo>
                <a:cubicBezTo>
                  <a:pt x="407523" y="35953"/>
                  <a:pt x="406437" y="40982"/>
                  <a:pt x="404263" y="45058"/>
                </a:cubicBezTo>
                <a:cubicBezTo>
                  <a:pt x="402090" y="49135"/>
                  <a:pt x="399329" y="52336"/>
                  <a:pt x="395980" y="54661"/>
                </a:cubicBezTo>
                <a:cubicBezTo>
                  <a:pt x="392631" y="56987"/>
                  <a:pt x="389227" y="58527"/>
                  <a:pt x="385768" y="59281"/>
                </a:cubicBezTo>
                <a:cubicBezTo>
                  <a:pt x="381066" y="60211"/>
                  <a:pt x="374258" y="60676"/>
                  <a:pt x="365343" y="60676"/>
                </a:cubicBezTo>
                <a:lnTo>
                  <a:pt x="352502" y="60676"/>
                </a:lnTo>
                <a:lnTo>
                  <a:pt x="352502" y="97534"/>
                </a:lnTo>
                <a:lnTo>
                  <a:pt x="332809" y="97534"/>
                </a:lnTo>
                <a:moveTo>
                  <a:pt x="352502" y="16500"/>
                </a:moveTo>
                <a:lnTo>
                  <a:pt x="352502" y="44177"/>
                </a:lnTo>
                <a:lnTo>
                  <a:pt x="363280" y="44177"/>
                </a:lnTo>
                <a:cubicBezTo>
                  <a:pt x="371042" y="44177"/>
                  <a:pt x="376231" y="43667"/>
                  <a:pt x="378848" y="42646"/>
                </a:cubicBezTo>
                <a:cubicBezTo>
                  <a:pt x="381465" y="41626"/>
                  <a:pt x="383517" y="40029"/>
                  <a:pt x="385002" y="37856"/>
                </a:cubicBezTo>
                <a:cubicBezTo>
                  <a:pt x="386488" y="35683"/>
                  <a:pt x="387231" y="33155"/>
                  <a:pt x="387231" y="30272"/>
                </a:cubicBezTo>
                <a:cubicBezTo>
                  <a:pt x="387231" y="26723"/>
                  <a:pt x="386189" y="23796"/>
                  <a:pt x="384104" y="21490"/>
                </a:cubicBezTo>
                <a:cubicBezTo>
                  <a:pt x="382020" y="19183"/>
                  <a:pt x="379381" y="17742"/>
                  <a:pt x="376187" y="17165"/>
                </a:cubicBezTo>
                <a:cubicBezTo>
                  <a:pt x="373836" y="16721"/>
                  <a:pt x="369113" y="16500"/>
                  <a:pt x="362016" y="16500"/>
                </a:cubicBezTo>
                <a:lnTo>
                  <a:pt x="352502" y="16500"/>
                </a:lnTo>
                <a:close/>
                <a:moveTo>
                  <a:pt x="437394" y="48701"/>
                </a:moveTo>
                <a:lnTo>
                  <a:pt x="420428" y="45640"/>
                </a:lnTo>
                <a:cubicBezTo>
                  <a:pt x="422335" y="38720"/>
                  <a:pt x="425618" y="33597"/>
                  <a:pt x="430275" y="30272"/>
                </a:cubicBezTo>
                <a:cubicBezTo>
                  <a:pt x="434932" y="26945"/>
                  <a:pt x="441851" y="25282"/>
                  <a:pt x="451032" y="25282"/>
                </a:cubicBezTo>
                <a:cubicBezTo>
                  <a:pt x="459371" y="25282"/>
                  <a:pt x="465581" y="26269"/>
                  <a:pt x="469661" y="28242"/>
                </a:cubicBezTo>
                <a:cubicBezTo>
                  <a:pt x="473742" y="30216"/>
                  <a:pt x="476614" y="32722"/>
                  <a:pt x="478277" y="35760"/>
                </a:cubicBezTo>
                <a:cubicBezTo>
                  <a:pt x="479940" y="38799"/>
                  <a:pt x="480772" y="44376"/>
                  <a:pt x="480772" y="52493"/>
                </a:cubicBezTo>
                <a:lnTo>
                  <a:pt x="480572" y="74315"/>
                </a:lnTo>
                <a:cubicBezTo>
                  <a:pt x="480572" y="80525"/>
                  <a:pt x="480872" y="85104"/>
                  <a:pt x="481470" y="88054"/>
                </a:cubicBezTo>
                <a:cubicBezTo>
                  <a:pt x="482069" y="91003"/>
                  <a:pt x="483189" y="94164"/>
                  <a:pt x="484830" y="97534"/>
                </a:cubicBezTo>
                <a:lnTo>
                  <a:pt x="466335" y="97534"/>
                </a:lnTo>
                <a:cubicBezTo>
                  <a:pt x="465847" y="96293"/>
                  <a:pt x="465248" y="94452"/>
                  <a:pt x="464538" y="92012"/>
                </a:cubicBezTo>
                <a:cubicBezTo>
                  <a:pt x="464228" y="90904"/>
                  <a:pt x="464006" y="90172"/>
                  <a:pt x="463873" y="89817"/>
                </a:cubicBezTo>
                <a:cubicBezTo>
                  <a:pt x="460679" y="92922"/>
                  <a:pt x="457264" y="95250"/>
                  <a:pt x="453627" y="96803"/>
                </a:cubicBezTo>
                <a:cubicBezTo>
                  <a:pt x="449990" y="98355"/>
                  <a:pt x="446109" y="99131"/>
                  <a:pt x="441984" y="99131"/>
                </a:cubicBezTo>
                <a:cubicBezTo>
                  <a:pt x="434710" y="99131"/>
                  <a:pt x="428977" y="97166"/>
                  <a:pt x="424786" y="93235"/>
                </a:cubicBezTo>
                <a:cubicBezTo>
                  <a:pt x="420594" y="89304"/>
                  <a:pt x="418499" y="84335"/>
                  <a:pt x="418499" y="78328"/>
                </a:cubicBezTo>
                <a:cubicBezTo>
                  <a:pt x="418499" y="74353"/>
                  <a:pt x="419452" y="70808"/>
                  <a:pt x="421360" y="67695"/>
                </a:cubicBezTo>
                <a:cubicBezTo>
                  <a:pt x="423267" y="64581"/>
                  <a:pt x="425939" y="62195"/>
                  <a:pt x="429377" y="60539"/>
                </a:cubicBezTo>
                <a:cubicBezTo>
                  <a:pt x="432814" y="58883"/>
                  <a:pt x="437771" y="57436"/>
                  <a:pt x="444246" y="56200"/>
                </a:cubicBezTo>
                <a:cubicBezTo>
                  <a:pt x="452984" y="54566"/>
                  <a:pt x="459038" y="53042"/>
                  <a:pt x="462409" y="51628"/>
                </a:cubicBezTo>
                <a:lnTo>
                  <a:pt x="462409" y="49744"/>
                </a:lnTo>
                <a:cubicBezTo>
                  <a:pt x="462409" y="46112"/>
                  <a:pt x="461522" y="43522"/>
                  <a:pt x="459748" y="41975"/>
                </a:cubicBezTo>
                <a:cubicBezTo>
                  <a:pt x="457974" y="40427"/>
                  <a:pt x="454625" y="39652"/>
                  <a:pt x="449702" y="39652"/>
                </a:cubicBezTo>
                <a:cubicBezTo>
                  <a:pt x="446375" y="39652"/>
                  <a:pt x="443781" y="40322"/>
                  <a:pt x="441918" y="41661"/>
                </a:cubicBezTo>
                <a:cubicBezTo>
                  <a:pt x="440055" y="42998"/>
                  <a:pt x="438547" y="45345"/>
                  <a:pt x="437394" y="48701"/>
                </a:cubicBezTo>
                <a:moveTo>
                  <a:pt x="462409" y="63870"/>
                </a:moveTo>
                <a:cubicBezTo>
                  <a:pt x="460014" y="64658"/>
                  <a:pt x="456222" y="65601"/>
                  <a:pt x="451032" y="66697"/>
                </a:cubicBezTo>
                <a:cubicBezTo>
                  <a:pt x="445843" y="67792"/>
                  <a:pt x="442450" y="68866"/>
                  <a:pt x="440853" y="69918"/>
                </a:cubicBezTo>
                <a:cubicBezTo>
                  <a:pt x="438414" y="71627"/>
                  <a:pt x="437194" y="73796"/>
                  <a:pt x="437194" y="76425"/>
                </a:cubicBezTo>
                <a:cubicBezTo>
                  <a:pt x="437194" y="79012"/>
                  <a:pt x="438170" y="81248"/>
                  <a:pt x="440121" y="83133"/>
                </a:cubicBezTo>
                <a:cubicBezTo>
                  <a:pt x="442073" y="85016"/>
                  <a:pt x="444557" y="85958"/>
                  <a:pt x="447573" y="85958"/>
                </a:cubicBezTo>
                <a:cubicBezTo>
                  <a:pt x="450944" y="85958"/>
                  <a:pt x="454159" y="84862"/>
                  <a:pt x="457220" y="82671"/>
                </a:cubicBezTo>
                <a:cubicBezTo>
                  <a:pt x="459482" y="81006"/>
                  <a:pt x="460968" y="78968"/>
                  <a:pt x="461677" y="76556"/>
                </a:cubicBezTo>
                <a:cubicBezTo>
                  <a:pt x="462165" y="74979"/>
                  <a:pt x="462409" y="71978"/>
                  <a:pt x="462409" y="67552"/>
                </a:cubicBezTo>
                <a:lnTo>
                  <a:pt x="462409" y="63870"/>
                </a:lnTo>
                <a:close/>
                <a:moveTo>
                  <a:pt x="531581" y="26879"/>
                </a:moveTo>
                <a:lnTo>
                  <a:pt x="531581" y="41781"/>
                </a:lnTo>
                <a:lnTo>
                  <a:pt x="518807" y="41781"/>
                </a:lnTo>
                <a:lnTo>
                  <a:pt x="518807" y="70211"/>
                </a:lnTo>
                <a:cubicBezTo>
                  <a:pt x="518807" y="75969"/>
                  <a:pt x="518929" y="79324"/>
                  <a:pt x="519173" y="80276"/>
                </a:cubicBezTo>
                <a:cubicBezTo>
                  <a:pt x="519417" y="81227"/>
                  <a:pt x="519971" y="82013"/>
                  <a:pt x="520836" y="82634"/>
                </a:cubicBezTo>
                <a:cubicBezTo>
                  <a:pt x="521701" y="83253"/>
                  <a:pt x="522754" y="83563"/>
                  <a:pt x="523996" y="83563"/>
                </a:cubicBezTo>
                <a:cubicBezTo>
                  <a:pt x="525726" y="83563"/>
                  <a:pt x="528232" y="82964"/>
                  <a:pt x="531514" y="81767"/>
                </a:cubicBezTo>
                <a:lnTo>
                  <a:pt x="533111" y="96324"/>
                </a:lnTo>
                <a:cubicBezTo>
                  <a:pt x="528764" y="98196"/>
                  <a:pt x="523841" y="99131"/>
                  <a:pt x="518341" y="99131"/>
                </a:cubicBezTo>
                <a:cubicBezTo>
                  <a:pt x="514970" y="99131"/>
                  <a:pt x="511932" y="98566"/>
                  <a:pt x="509226" y="97435"/>
                </a:cubicBezTo>
                <a:cubicBezTo>
                  <a:pt x="506521" y="96304"/>
                  <a:pt x="504536" y="94840"/>
                  <a:pt x="503272" y="93044"/>
                </a:cubicBezTo>
                <a:cubicBezTo>
                  <a:pt x="502008" y="91247"/>
                  <a:pt x="501132" y="88819"/>
                  <a:pt x="500644" y="85758"/>
                </a:cubicBezTo>
                <a:cubicBezTo>
                  <a:pt x="500245" y="83585"/>
                  <a:pt x="500045" y="79194"/>
                  <a:pt x="500045" y="72585"/>
                </a:cubicBezTo>
                <a:lnTo>
                  <a:pt x="500045" y="41781"/>
                </a:lnTo>
                <a:lnTo>
                  <a:pt x="491462" y="41781"/>
                </a:lnTo>
                <a:lnTo>
                  <a:pt x="491462" y="26879"/>
                </a:lnTo>
                <a:lnTo>
                  <a:pt x="500045" y="26879"/>
                </a:lnTo>
                <a:lnTo>
                  <a:pt x="500045" y="12774"/>
                </a:lnTo>
                <a:lnTo>
                  <a:pt x="518807" y="1730"/>
                </a:lnTo>
                <a:lnTo>
                  <a:pt x="518807" y="26879"/>
                </a:lnTo>
                <a:lnTo>
                  <a:pt x="531581" y="26879"/>
                </a:lnTo>
                <a:close/>
                <a:moveTo>
                  <a:pt x="606161" y="47769"/>
                </a:moveTo>
                <a:lnTo>
                  <a:pt x="587732" y="51096"/>
                </a:lnTo>
                <a:cubicBezTo>
                  <a:pt x="587111" y="47437"/>
                  <a:pt x="585703" y="44681"/>
                  <a:pt x="583507" y="42829"/>
                </a:cubicBezTo>
                <a:cubicBezTo>
                  <a:pt x="581312" y="40978"/>
                  <a:pt x="578462" y="40052"/>
                  <a:pt x="574958" y="40052"/>
                </a:cubicBezTo>
                <a:cubicBezTo>
                  <a:pt x="570301" y="40052"/>
                  <a:pt x="566586" y="41655"/>
                  <a:pt x="563814" y="44861"/>
                </a:cubicBezTo>
                <a:cubicBezTo>
                  <a:pt x="561042" y="48067"/>
                  <a:pt x="559656" y="53428"/>
                  <a:pt x="559656" y="60944"/>
                </a:cubicBezTo>
                <a:cubicBezTo>
                  <a:pt x="559656" y="69302"/>
                  <a:pt x="561064" y="75206"/>
                  <a:pt x="563880" y="78656"/>
                </a:cubicBezTo>
                <a:cubicBezTo>
                  <a:pt x="566697" y="82105"/>
                  <a:pt x="570478" y="83829"/>
                  <a:pt x="575224" y="83829"/>
                </a:cubicBezTo>
                <a:cubicBezTo>
                  <a:pt x="578772" y="83829"/>
                  <a:pt x="581677" y="82820"/>
                  <a:pt x="583940" y="80802"/>
                </a:cubicBezTo>
                <a:cubicBezTo>
                  <a:pt x="586202" y="78784"/>
                  <a:pt x="587798" y="75313"/>
                  <a:pt x="588730" y="70390"/>
                </a:cubicBezTo>
                <a:lnTo>
                  <a:pt x="607092" y="73583"/>
                </a:lnTo>
                <a:cubicBezTo>
                  <a:pt x="605185" y="82011"/>
                  <a:pt x="601526" y="88375"/>
                  <a:pt x="596115" y="92678"/>
                </a:cubicBezTo>
                <a:cubicBezTo>
                  <a:pt x="590704" y="96980"/>
                  <a:pt x="583452" y="99131"/>
                  <a:pt x="574359" y="99131"/>
                </a:cubicBezTo>
                <a:cubicBezTo>
                  <a:pt x="564025" y="99131"/>
                  <a:pt x="555786" y="95871"/>
                  <a:pt x="549643" y="89351"/>
                </a:cubicBezTo>
                <a:cubicBezTo>
                  <a:pt x="543500" y="82831"/>
                  <a:pt x="540428" y="73805"/>
                  <a:pt x="540428" y="62273"/>
                </a:cubicBezTo>
                <a:cubicBezTo>
                  <a:pt x="540428" y="50608"/>
                  <a:pt x="543511" y="41526"/>
                  <a:pt x="549676" y="35029"/>
                </a:cubicBezTo>
                <a:cubicBezTo>
                  <a:pt x="555841" y="28531"/>
                  <a:pt x="564180" y="25282"/>
                  <a:pt x="574692" y="25282"/>
                </a:cubicBezTo>
                <a:cubicBezTo>
                  <a:pt x="583296" y="25282"/>
                  <a:pt x="590138" y="27134"/>
                  <a:pt x="595217" y="30837"/>
                </a:cubicBezTo>
                <a:cubicBezTo>
                  <a:pt x="600295" y="34541"/>
                  <a:pt x="603943" y="40185"/>
                  <a:pt x="606161" y="47769"/>
                </a:cubicBezTo>
                <a:close/>
                <a:moveTo>
                  <a:pt x="638940" y="0"/>
                </a:moveTo>
                <a:lnTo>
                  <a:pt x="638940" y="35910"/>
                </a:lnTo>
                <a:cubicBezTo>
                  <a:pt x="644972" y="28825"/>
                  <a:pt x="652180" y="25282"/>
                  <a:pt x="660562" y="25282"/>
                </a:cubicBezTo>
                <a:cubicBezTo>
                  <a:pt x="664865" y="25282"/>
                  <a:pt x="668746" y="26080"/>
                  <a:pt x="672205" y="27677"/>
                </a:cubicBezTo>
                <a:cubicBezTo>
                  <a:pt x="675665" y="29274"/>
                  <a:pt x="678271" y="31314"/>
                  <a:pt x="680023" y="33798"/>
                </a:cubicBezTo>
                <a:cubicBezTo>
                  <a:pt x="681775" y="36282"/>
                  <a:pt x="682972" y="39032"/>
                  <a:pt x="683615" y="42048"/>
                </a:cubicBezTo>
                <a:cubicBezTo>
                  <a:pt x="684259" y="45064"/>
                  <a:pt x="684580" y="49743"/>
                  <a:pt x="684580" y="56086"/>
                </a:cubicBezTo>
                <a:lnTo>
                  <a:pt x="684580" y="97534"/>
                </a:lnTo>
                <a:lnTo>
                  <a:pt x="665885" y="97534"/>
                </a:lnTo>
                <a:lnTo>
                  <a:pt x="665885" y="60254"/>
                </a:lnTo>
                <a:cubicBezTo>
                  <a:pt x="665885" y="52855"/>
                  <a:pt x="665530" y="48159"/>
                  <a:pt x="664820" y="46166"/>
                </a:cubicBezTo>
                <a:cubicBezTo>
                  <a:pt x="664111" y="44172"/>
                  <a:pt x="662858" y="42587"/>
                  <a:pt x="661061" y="41413"/>
                </a:cubicBezTo>
                <a:cubicBezTo>
                  <a:pt x="659265" y="40239"/>
                  <a:pt x="657014" y="39652"/>
                  <a:pt x="654309" y="39652"/>
                </a:cubicBezTo>
                <a:cubicBezTo>
                  <a:pt x="651204" y="39652"/>
                  <a:pt x="648432" y="40406"/>
                  <a:pt x="645992" y="41912"/>
                </a:cubicBezTo>
                <a:cubicBezTo>
                  <a:pt x="643553" y="43419"/>
                  <a:pt x="641767" y="45689"/>
                  <a:pt x="640636" y="48724"/>
                </a:cubicBezTo>
                <a:cubicBezTo>
                  <a:pt x="639505" y="51758"/>
                  <a:pt x="638940" y="56244"/>
                  <a:pt x="638940" y="62182"/>
                </a:cubicBezTo>
                <a:lnTo>
                  <a:pt x="638940" y="97534"/>
                </a:lnTo>
                <a:lnTo>
                  <a:pt x="620245" y="97534"/>
                </a:lnTo>
                <a:lnTo>
                  <a:pt x="620245" y="0"/>
                </a:lnTo>
                <a:lnTo>
                  <a:pt x="638940" y="0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644DC3-F087-4CCC-8B1D-29A0300A0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855" y="3140285"/>
            <a:ext cx="1723758" cy="665185"/>
          </a:xfrm>
          <a:custGeom xmlns:a="http://schemas.openxmlformats.org/drawingml/2006/main">
            <a:pathLst>
              <a:path w="1723758" h="665185">
                <a:moveTo>
                  <a:pt x="0" y="110866"/>
                </a:moveTo>
                <a:lnTo>
                  <a:pt x="0" y="110866"/>
                </a:lnTo>
                <a:cubicBezTo>
                  <a:pt x="0" y="49636"/>
                  <a:pt x="49636" y="0"/>
                  <a:pt x="110866" y="0"/>
                </a:cubicBezTo>
                <a:lnTo>
                  <a:pt x="1612891" y="0"/>
                </a:lnTo>
                <a:cubicBezTo>
                  <a:pt x="1642295" y="0"/>
                  <a:pt x="1670495" y="11681"/>
                  <a:pt x="1691286" y="32472"/>
                </a:cubicBezTo>
                <a:cubicBezTo>
                  <a:pt x="1712078" y="53264"/>
                  <a:pt x="1723758" y="81463"/>
                  <a:pt x="1723758" y="110866"/>
                </a:cubicBezTo>
                <a:lnTo>
                  <a:pt x="1723758" y="554318"/>
                </a:lnTo>
                <a:cubicBezTo>
                  <a:pt x="1723758" y="615548"/>
                  <a:pt x="1674121" y="665185"/>
                  <a:pt x="1612891" y="665185"/>
                </a:cubicBezTo>
                <a:lnTo>
                  <a:pt x="110866" y="665185"/>
                </a:lnTo>
                <a:cubicBezTo>
                  <a:pt x="49636" y="665185"/>
                  <a:pt x="0" y="615548"/>
                  <a:pt x="0" y="554318"/>
                </a:cubicBezTo>
                <a:lnTo>
                  <a:pt x="0" y="110866"/>
                </a:lnTo>
                <a:close/>
              </a:path>
            </a:pathLst>
          </a:custGeom>
          <a:solidFill xmlns:a="http://schemas.openxmlformats.org/drawingml/2006/main">
            <a:srgbClr val="D9D2E9">
              <a:alpha val="221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Text 2.Entropy-Based">
            <a:extLst xmlns:a="http://schemas.openxmlformats.org/drawingml/2006/main">
              <a:ext uri="{FF2B5EF4-FFF2-40B4-BE49-F238E27FC236}">
                <a16:creationId xmlns:a16="http://schemas.microsoft.com/office/drawing/2014/main" id="{0A1E118A-BE2E-4AA8-AE48-0F925AD2E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554" y="3267302"/>
            <a:ext cx="1038167" cy="126675"/>
          </a:xfrm>
          <a:custGeom xmlns:a="http://schemas.openxmlformats.org/drawingml/2006/main">
            <a:pathLst>
              <a:path w="1038167" h="126675">
                <a:moveTo>
                  <a:pt x="64557" y="86357"/>
                </a:moveTo>
                <a:lnTo>
                  <a:pt x="64557" y="97934"/>
                </a:lnTo>
                <a:lnTo>
                  <a:pt x="89" y="97934"/>
                </a:lnTo>
                <a:cubicBezTo>
                  <a:pt x="0" y="95048"/>
                  <a:pt x="466" y="92272"/>
                  <a:pt x="1486" y="89607"/>
                </a:cubicBezTo>
                <a:cubicBezTo>
                  <a:pt x="3127" y="85212"/>
                  <a:pt x="5755" y="80883"/>
                  <a:pt x="9370" y="76621"/>
                </a:cubicBezTo>
                <a:cubicBezTo>
                  <a:pt x="12985" y="72357"/>
                  <a:pt x="18207" y="67429"/>
                  <a:pt x="25038" y="61836"/>
                </a:cubicBezTo>
                <a:cubicBezTo>
                  <a:pt x="35638" y="53136"/>
                  <a:pt x="42802" y="46254"/>
                  <a:pt x="46527" y="41191"/>
                </a:cubicBezTo>
                <a:cubicBezTo>
                  <a:pt x="50253" y="36128"/>
                  <a:pt x="52116" y="31340"/>
                  <a:pt x="52116" y="26829"/>
                </a:cubicBezTo>
                <a:cubicBezTo>
                  <a:pt x="52116" y="22097"/>
                  <a:pt x="50419" y="18105"/>
                  <a:pt x="47026" y="14855"/>
                </a:cubicBezTo>
                <a:cubicBezTo>
                  <a:pt x="43633" y="11605"/>
                  <a:pt x="39209" y="9980"/>
                  <a:pt x="33753" y="9980"/>
                </a:cubicBezTo>
                <a:cubicBezTo>
                  <a:pt x="27987" y="9980"/>
                  <a:pt x="23375" y="11709"/>
                  <a:pt x="19915" y="15169"/>
                </a:cubicBezTo>
                <a:cubicBezTo>
                  <a:pt x="16455" y="18629"/>
                  <a:pt x="14703" y="23419"/>
                  <a:pt x="14659" y="29540"/>
                </a:cubicBezTo>
                <a:lnTo>
                  <a:pt x="2351" y="28209"/>
                </a:lnTo>
                <a:cubicBezTo>
                  <a:pt x="3193" y="19028"/>
                  <a:pt x="6365" y="12031"/>
                  <a:pt x="11865" y="7219"/>
                </a:cubicBezTo>
                <a:cubicBezTo>
                  <a:pt x="17365" y="2406"/>
                  <a:pt x="24750" y="0"/>
                  <a:pt x="34020" y="0"/>
                </a:cubicBezTo>
                <a:cubicBezTo>
                  <a:pt x="43378" y="0"/>
                  <a:pt x="50785" y="2594"/>
                  <a:pt x="56241" y="7782"/>
                </a:cubicBezTo>
                <a:cubicBezTo>
                  <a:pt x="61696" y="12970"/>
                  <a:pt x="64424" y="19400"/>
                  <a:pt x="64424" y="27072"/>
                </a:cubicBezTo>
                <a:cubicBezTo>
                  <a:pt x="64424" y="30974"/>
                  <a:pt x="63626" y="34810"/>
                  <a:pt x="62029" y="38580"/>
                </a:cubicBezTo>
                <a:cubicBezTo>
                  <a:pt x="60432" y="42348"/>
                  <a:pt x="57782" y="46317"/>
                  <a:pt x="54079" y="50485"/>
                </a:cubicBezTo>
                <a:cubicBezTo>
                  <a:pt x="50375" y="54652"/>
                  <a:pt x="44221" y="60367"/>
                  <a:pt x="35616" y="67629"/>
                </a:cubicBezTo>
                <a:cubicBezTo>
                  <a:pt x="28431" y="73650"/>
                  <a:pt x="23818" y="77735"/>
                  <a:pt x="21778" y="79883"/>
                </a:cubicBezTo>
                <a:cubicBezTo>
                  <a:pt x="19738" y="82030"/>
                  <a:pt x="18052" y="84188"/>
                  <a:pt x="16721" y="86357"/>
                </a:cubicBezTo>
                <a:lnTo>
                  <a:pt x="64557" y="86357"/>
                </a:lnTo>
                <a:close/>
                <a:moveTo>
                  <a:pt x="84097" y="97934"/>
                </a:moveTo>
                <a:lnTo>
                  <a:pt x="84097" y="84228"/>
                </a:lnTo>
                <a:lnTo>
                  <a:pt x="97735" y="84228"/>
                </a:lnTo>
                <a:lnTo>
                  <a:pt x="97735" y="97934"/>
                </a:lnTo>
                <a:lnTo>
                  <a:pt x="84097" y="97934"/>
                </a:lnTo>
                <a:close/>
                <a:moveTo>
                  <a:pt x="157985" y="97934"/>
                </a:moveTo>
                <a:lnTo>
                  <a:pt x="157985" y="399"/>
                </a:lnTo>
                <a:lnTo>
                  <a:pt x="228508" y="399"/>
                </a:lnTo>
                <a:lnTo>
                  <a:pt x="228508" y="11976"/>
                </a:lnTo>
                <a:lnTo>
                  <a:pt x="170892" y="11976"/>
                </a:lnTo>
                <a:lnTo>
                  <a:pt x="170892" y="41648"/>
                </a:lnTo>
                <a:lnTo>
                  <a:pt x="224849" y="41648"/>
                </a:lnTo>
                <a:lnTo>
                  <a:pt x="224849" y="53225"/>
                </a:lnTo>
                <a:lnTo>
                  <a:pt x="170892" y="53225"/>
                </a:lnTo>
                <a:lnTo>
                  <a:pt x="170892" y="86357"/>
                </a:lnTo>
                <a:lnTo>
                  <a:pt x="230770" y="86357"/>
                </a:lnTo>
                <a:lnTo>
                  <a:pt x="230770" y="97934"/>
                </a:lnTo>
                <a:lnTo>
                  <a:pt x="157985" y="97934"/>
                </a:lnTo>
                <a:close/>
                <a:moveTo>
                  <a:pt x="246935" y="97934"/>
                </a:moveTo>
                <a:lnTo>
                  <a:pt x="246935" y="27278"/>
                </a:lnTo>
                <a:lnTo>
                  <a:pt x="257713" y="27278"/>
                </a:lnTo>
                <a:lnTo>
                  <a:pt x="257713" y="37324"/>
                </a:lnTo>
                <a:cubicBezTo>
                  <a:pt x="262903" y="29562"/>
                  <a:pt x="270398" y="25681"/>
                  <a:pt x="280201" y="25681"/>
                </a:cubicBezTo>
                <a:cubicBezTo>
                  <a:pt x="284459" y="25681"/>
                  <a:pt x="288373" y="26446"/>
                  <a:pt x="291943" y="27976"/>
                </a:cubicBezTo>
                <a:cubicBezTo>
                  <a:pt x="295514" y="29507"/>
                  <a:pt x="298186" y="31514"/>
                  <a:pt x="299960" y="33997"/>
                </a:cubicBezTo>
                <a:cubicBezTo>
                  <a:pt x="301735" y="36481"/>
                  <a:pt x="302976" y="39431"/>
                  <a:pt x="303686" y="42846"/>
                </a:cubicBezTo>
                <a:cubicBezTo>
                  <a:pt x="304130" y="45064"/>
                  <a:pt x="304351" y="48945"/>
                  <a:pt x="304351" y="54489"/>
                </a:cubicBezTo>
                <a:lnTo>
                  <a:pt x="304351" y="97934"/>
                </a:lnTo>
                <a:lnTo>
                  <a:pt x="292376" y="97934"/>
                </a:lnTo>
                <a:lnTo>
                  <a:pt x="292376" y="54955"/>
                </a:lnTo>
                <a:cubicBezTo>
                  <a:pt x="292376" y="50076"/>
                  <a:pt x="291910" y="46428"/>
                  <a:pt x="290979" y="44010"/>
                </a:cubicBezTo>
                <a:cubicBezTo>
                  <a:pt x="290047" y="41593"/>
                  <a:pt x="288395" y="39664"/>
                  <a:pt x="286022" y="38222"/>
                </a:cubicBezTo>
                <a:cubicBezTo>
                  <a:pt x="283649" y="36781"/>
                  <a:pt x="280866" y="36060"/>
                  <a:pt x="277672" y="36060"/>
                </a:cubicBezTo>
                <a:cubicBezTo>
                  <a:pt x="272572" y="36060"/>
                  <a:pt x="268170" y="37679"/>
                  <a:pt x="264466" y="40917"/>
                </a:cubicBezTo>
                <a:cubicBezTo>
                  <a:pt x="260763" y="44154"/>
                  <a:pt x="258911" y="50297"/>
                  <a:pt x="258911" y="59346"/>
                </a:cubicBezTo>
                <a:lnTo>
                  <a:pt x="258911" y="97934"/>
                </a:lnTo>
                <a:lnTo>
                  <a:pt x="246935" y="97934"/>
                </a:lnTo>
                <a:close/>
                <a:moveTo>
                  <a:pt x="348840" y="87222"/>
                </a:moveTo>
                <a:lnTo>
                  <a:pt x="350570" y="97801"/>
                </a:lnTo>
                <a:cubicBezTo>
                  <a:pt x="347199" y="98510"/>
                  <a:pt x="344183" y="98865"/>
                  <a:pt x="341521" y="98865"/>
                </a:cubicBezTo>
                <a:cubicBezTo>
                  <a:pt x="337175" y="98865"/>
                  <a:pt x="333804" y="98178"/>
                  <a:pt x="331409" y="96803"/>
                </a:cubicBezTo>
                <a:cubicBezTo>
                  <a:pt x="329014" y="95428"/>
                  <a:pt x="327328" y="93620"/>
                  <a:pt x="326352" y="91380"/>
                </a:cubicBezTo>
                <a:cubicBezTo>
                  <a:pt x="325377" y="89140"/>
                  <a:pt x="324889" y="84428"/>
                  <a:pt x="324889" y="77243"/>
                </a:cubicBezTo>
                <a:lnTo>
                  <a:pt x="324889" y="36592"/>
                </a:lnTo>
                <a:lnTo>
                  <a:pt x="316107" y="36592"/>
                </a:lnTo>
                <a:lnTo>
                  <a:pt x="316107" y="27278"/>
                </a:lnTo>
                <a:lnTo>
                  <a:pt x="324889" y="27278"/>
                </a:lnTo>
                <a:lnTo>
                  <a:pt x="324889" y="9780"/>
                </a:lnTo>
                <a:lnTo>
                  <a:pt x="336798" y="2595"/>
                </a:lnTo>
                <a:lnTo>
                  <a:pt x="336798" y="27278"/>
                </a:lnTo>
                <a:lnTo>
                  <a:pt x="348840" y="27278"/>
                </a:lnTo>
                <a:lnTo>
                  <a:pt x="348840" y="36592"/>
                </a:lnTo>
                <a:lnTo>
                  <a:pt x="336798" y="36592"/>
                </a:lnTo>
                <a:lnTo>
                  <a:pt x="336798" y="77908"/>
                </a:lnTo>
                <a:cubicBezTo>
                  <a:pt x="336798" y="81323"/>
                  <a:pt x="337008" y="83519"/>
                  <a:pt x="337430" y="84494"/>
                </a:cubicBezTo>
                <a:cubicBezTo>
                  <a:pt x="337851" y="85470"/>
                  <a:pt x="338539" y="86246"/>
                  <a:pt x="339492" y="86823"/>
                </a:cubicBezTo>
                <a:cubicBezTo>
                  <a:pt x="340446" y="87400"/>
                  <a:pt x="341810" y="87688"/>
                  <a:pt x="343584" y="87688"/>
                </a:cubicBezTo>
                <a:cubicBezTo>
                  <a:pt x="344915" y="87688"/>
                  <a:pt x="346667" y="87533"/>
                  <a:pt x="348840" y="87222"/>
                </a:cubicBezTo>
                <a:close/>
                <a:moveTo>
                  <a:pt x="360303" y="97934"/>
                </a:moveTo>
                <a:lnTo>
                  <a:pt x="360303" y="27278"/>
                </a:lnTo>
                <a:lnTo>
                  <a:pt x="371081" y="27278"/>
                </a:lnTo>
                <a:lnTo>
                  <a:pt x="371081" y="37989"/>
                </a:lnTo>
                <a:cubicBezTo>
                  <a:pt x="373831" y="32977"/>
                  <a:pt x="376370" y="29673"/>
                  <a:pt x="378699" y="28076"/>
                </a:cubicBezTo>
                <a:cubicBezTo>
                  <a:pt x="381027" y="26479"/>
                  <a:pt x="383589" y="25681"/>
                  <a:pt x="386383" y="25681"/>
                </a:cubicBezTo>
                <a:cubicBezTo>
                  <a:pt x="390419" y="25681"/>
                  <a:pt x="394522" y="26967"/>
                  <a:pt x="398691" y="29540"/>
                </a:cubicBezTo>
                <a:lnTo>
                  <a:pt x="394566" y="40642"/>
                </a:lnTo>
                <a:cubicBezTo>
                  <a:pt x="391639" y="38918"/>
                  <a:pt x="388712" y="38056"/>
                  <a:pt x="385784" y="38056"/>
                </a:cubicBezTo>
                <a:cubicBezTo>
                  <a:pt x="383167" y="38056"/>
                  <a:pt x="380817" y="38843"/>
                  <a:pt x="378732" y="40418"/>
                </a:cubicBezTo>
                <a:cubicBezTo>
                  <a:pt x="376647" y="41992"/>
                  <a:pt x="375161" y="44177"/>
                  <a:pt x="374274" y="46971"/>
                </a:cubicBezTo>
                <a:cubicBezTo>
                  <a:pt x="372944" y="51229"/>
                  <a:pt x="372278" y="55886"/>
                  <a:pt x="372278" y="60942"/>
                </a:cubicBezTo>
                <a:lnTo>
                  <a:pt x="372278" y="97934"/>
                </a:lnTo>
                <a:lnTo>
                  <a:pt x="360303" y="97934"/>
                </a:lnTo>
                <a:close/>
                <a:moveTo>
                  <a:pt x="401351" y="62606"/>
                </a:moveTo>
                <a:cubicBezTo>
                  <a:pt x="401351" y="49521"/>
                  <a:pt x="404988" y="39830"/>
                  <a:pt x="412263" y="33532"/>
                </a:cubicBezTo>
                <a:cubicBezTo>
                  <a:pt x="418339" y="28298"/>
                  <a:pt x="425746" y="25681"/>
                  <a:pt x="434484" y="25681"/>
                </a:cubicBezTo>
                <a:cubicBezTo>
                  <a:pt x="444197" y="25681"/>
                  <a:pt x="452137" y="28863"/>
                  <a:pt x="458302" y="35228"/>
                </a:cubicBezTo>
                <a:cubicBezTo>
                  <a:pt x="464467" y="41593"/>
                  <a:pt x="467550" y="50386"/>
                  <a:pt x="467550" y="61608"/>
                </a:cubicBezTo>
                <a:cubicBezTo>
                  <a:pt x="467550" y="70700"/>
                  <a:pt x="466186" y="77852"/>
                  <a:pt x="463458" y="83064"/>
                </a:cubicBezTo>
                <a:cubicBezTo>
                  <a:pt x="460730" y="88276"/>
                  <a:pt x="456761" y="92323"/>
                  <a:pt x="451549" y="95206"/>
                </a:cubicBezTo>
                <a:cubicBezTo>
                  <a:pt x="446337" y="98089"/>
                  <a:pt x="440649" y="99530"/>
                  <a:pt x="434484" y="99530"/>
                </a:cubicBezTo>
                <a:cubicBezTo>
                  <a:pt x="424593" y="99530"/>
                  <a:pt x="416598" y="96359"/>
                  <a:pt x="410499" y="90016"/>
                </a:cubicBezTo>
                <a:cubicBezTo>
                  <a:pt x="404401" y="83674"/>
                  <a:pt x="401351" y="74537"/>
                  <a:pt x="401351" y="62606"/>
                </a:cubicBezTo>
                <a:moveTo>
                  <a:pt x="413660" y="62639"/>
                </a:moveTo>
                <a:cubicBezTo>
                  <a:pt x="413660" y="71676"/>
                  <a:pt x="415633" y="78443"/>
                  <a:pt x="419581" y="82939"/>
                </a:cubicBezTo>
                <a:cubicBezTo>
                  <a:pt x="423528" y="87436"/>
                  <a:pt x="428496" y="89684"/>
                  <a:pt x="434484" y="89684"/>
                </a:cubicBezTo>
                <a:cubicBezTo>
                  <a:pt x="440427" y="89684"/>
                  <a:pt x="445373" y="87425"/>
                  <a:pt x="449320" y="82906"/>
                </a:cubicBezTo>
                <a:cubicBezTo>
                  <a:pt x="453268" y="78387"/>
                  <a:pt x="455242" y="71499"/>
                  <a:pt x="455242" y="62240"/>
                </a:cubicBezTo>
                <a:cubicBezTo>
                  <a:pt x="455242" y="53513"/>
                  <a:pt x="453257" y="46902"/>
                  <a:pt x="449287" y="42405"/>
                </a:cubicBezTo>
                <a:cubicBezTo>
                  <a:pt x="445317" y="37909"/>
                  <a:pt x="440383" y="35661"/>
                  <a:pt x="434484" y="35661"/>
                </a:cubicBezTo>
                <a:cubicBezTo>
                  <a:pt x="428496" y="35661"/>
                  <a:pt x="423528" y="37898"/>
                  <a:pt x="419581" y="42372"/>
                </a:cubicBezTo>
                <a:cubicBezTo>
                  <a:pt x="415633" y="46846"/>
                  <a:pt x="413660" y="53602"/>
                  <a:pt x="413660" y="62639"/>
                </a:cubicBezTo>
                <a:close/>
                <a:moveTo>
                  <a:pt x="481567" y="125078"/>
                </a:moveTo>
                <a:lnTo>
                  <a:pt x="481567" y="27278"/>
                </a:lnTo>
                <a:lnTo>
                  <a:pt x="492478" y="27278"/>
                </a:lnTo>
                <a:lnTo>
                  <a:pt x="492478" y="36523"/>
                </a:lnTo>
                <a:cubicBezTo>
                  <a:pt x="495051" y="32909"/>
                  <a:pt x="497956" y="30198"/>
                  <a:pt x="501194" y="28392"/>
                </a:cubicBezTo>
                <a:cubicBezTo>
                  <a:pt x="504432" y="26585"/>
                  <a:pt x="508357" y="25681"/>
                  <a:pt x="512970" y="25681"/>
                </a:cubicBezTo>
                <a:cubicBezTo>
                  <a:pt x="519002" y="25681"/>
                  <a:pt x="524325" y="27233"/>
                  <a:pt x="528937" y="30338"/>
                </a:cubicBezTo>
                <a:cubicBezTo>
                  <a:pt x="533550" y="33443"/>
                  <a:pt x="537032" y="37823"/>
                  <a:pt x="539383" y="43478"/>
                </a:cubicBezTo>
                <a:cubicBezTo>
                  <a:pt x="541734" y="49133"/>
                  <a:pt x="542909" y="55332"/>
                  <a:pt x="542909" y="62073"/>
                </a:cubicBezTo>
                <a:cubicBezTo>
                  <a:pt x="542909" y="69303"/>
                  <a:pt x="541612" y="75812"/>
                  <a:pt x="539017" y="81600"/>
                </a:cubicBezTo>
                <a:cubicBezTo>
                  <a:pt x="536422" y="87389"/>
                  <a:pt x="532652" y="91824"/>
                  <a:pt x="527707" y="94907"/>
                </a:cubicBezTo>
                <a:cubicBezTo>
                  <a:pt x="522761" y="97989"/>
                  <a:pt x="517561" y="99530"/>
                  <a:pt x="512105" y="99530"/>
                </a:cubicBezTo>
                <a:cubicBezTo>
                  <a:pt x="508113" y="99530"/>
                  <a:pt x="504532" y="98688"/>
                  <a:pt x="501360" y="97002"/>
                </a:cubicBezTo>
                <a:cubicBezTo>
                  <a:pt x="498189" y="95317"/>
                  <a:pt x="495583" y="93188"/>
                  <a:pt x="493543" y="90615"/>
                </a:cubicBezTo>
                <a:lnTo>
                  <a:pt x="493543" y="125078"/>
                </a:lnTo>
                <a:lnTo>
                  <a:pt x="481567" y="125078"/>
                </a:lnTo>
                <a:moveTo>
                  <a:pt x="492412" y="63038"/>
                </a:moveTo>
                <a:cubicBezTo>
                  <a:pt x="492412" y="72120"/>
                  <a:pt x="494253" y="78831"/>
                  <a:pt x="497934" y="83172"/>
                </a:cubicBezTo>
                <a:cubicBezTo>
                  <a:pt x="501615" y="87513"/>
                  <a:pt x="506073" y="89684"/>
                  <a:pt x="511307" y="89684"/>
                </a:cubicBezTo>
                <a:cubicBezTo>
                  <a:pt x="516629" y="89684"/>
                  <a:pt x="521187" y="87436"/>
                  <a:pt x="524979" y="82939"/>
                </a:cubicBezTo>
                <a:cubicBezTo>
                  <a:pt x="528771" y="78443"/>
                  <a:pt x="530667" y="71477"/>
                  <a:pt x="530667" y="62040"/>
                </a:cubicBezTo>
                <a:cubicBezTo>
                  <a:pt x="530667" y="53047"/>
                  <a:pt x="528815" y="46314"/>
                  <a:pt x="525112" y="41840"/>
                </a:cubicBezTo>
                <a:cubicBezTo>
                  <a:pt x="521408" y="37365"/>
                  <a:pt x="516984" y="35128"/>
                  <a:pt x="511839" y="35128"/>
                </a:cubicBezTo>
                <a:cubicBezTo>
                  <a:pt x="506738" y="35128"/>
                  <a:pt x="502225" y="37510"/>
                  <a:pt x="498300" y="42272"/>
                </a:cubicBezTo>
                <a:cubicBezTo>
                  <a:pt x="494375" y="47035"/>
                  <a:pt x="492412" y="53957"/>
                  <a:pt x="492412" y="63038"/>
                </a:cubicBezTo>
                <a:close/>
                <a:moveTo>
                  <a:pt x="556793" y="125220"/>
                </a:moveTo>
                <a:lnTo>
                  <a:pt x="555463" y="114034"/>
                </a:lnTo>
                <a:cubicBezTo>
                  <a:pt x="558079" y="114744"/>
                  <a:pt x="560364" y="115099"/>
                  <a:pt x="562315" y="115099"/>
                </a:cubicBezTo>
                <a:cubicBezTo>
                  <a:pt x="564976" y="115099"/>
                  <a:pt x="567105" y="114654"/>
                  <a:pt x="568702" y="113766"/>
                </a:cubicBezTo>
                <a:cubicBezTo>
                  <a:pt x="570299" y="112878"/>
                  <a:pt x="571607" y="111634"/>
                  <a:pt x="572628" y="110034"/>
                </a:cubicBezTo>
                <a:cubicBezTo>
                  <a:pt x="573382" y="108835"/>
                  <a:pt x="574601" y="105859"/>
                  <a:pt x="576287" y="101106"/>
                </a:cubicBezTo>
                <a:cubicBezTo>
                  <a:pt x="576508" y="100440"/>
                  <a:pt x="576863" y="99462"/>
                  <a:pt x="577351" y="98175"/>
                </a:cubicBezTo>
                <a:lnTo>
                  <a:pt x="550539" y="27278"/>
                </a:lnTo>
                <a:lnTo>
                  <a:pt x="563446" y="27278"/>
                </a:lnTo>
                <a:lnTo>
                  <a:pt x="578150" y="68207"/>
                </a:lnTo>
                <a:cubicBezTo>
                  <a:pt x="580057" y="73398"/>
                  <a:pt x="581764" y="78855"/>
                  <a:pt x="583272" y="84578"/>
                </a:cubicBezTo>
                <a:cubicBezTo>
                  <a:pt x="584647" y="79065"/>
                  <a:pt x="586289" y="73694"/>
                  <a:pt x="588196" y="68463"/>
                </a:cubicBezTo>
                <a:lnTo>
                  <a:pt x="603298" y="27278"/>
                </a:lnTo>
                <a:lnTo>
                  <a:pt x="615274" y="27278"/>
                </a:lnTo>
                <a:lnTo>
                  <a:pt x="588395" y="99123"/>
                </a:lnTo>
                <a:cubicBezTo>
                  <a:pt x="585512" y="106906"/>
                  <a:pt x="583272" y="112265"/>
                  <a:pt x="581676" y="115201"/>
                </a:cubicBezTo>
                <a:cubicBezTo>
                  <a:pt x="579547" y="119159"/>
                  <a:pt x="577107" y="122061"/>
                  <a:pt x="574357" y="123906"/>
                </a:cubicBezTo>
                <a:cubicBezTo>
                  <a:pt x="571607" y="125752"/>
                  <a:pt x="568325" y="126675"/>
                  <a:pt x="564511" y="126675"/>
                </a:cubicBezTo>
                <a:cubicBezTo>
                  <a:pt x="562204" y="126675"/>
                  <a:pt x="559632" y="126190"/>
                  <a:pt x="556793" y="125220"/>
                </a:cubicBezTo>
                <a:close/>
                <a:moveTo>
                  <a:pt x="620796" y="68660"/>
                </a:moveTo>
                <a:lnTo>
                  <a:pt x="620796" y="56551"/>
                </a:lnTo>
                <a:lnTo>
                  <a:pt x="657588" y="56551"/>
                </a:lnTo>
                <a:lnTo>
                  <a:pt x="657588" y="68660"/>
                </a:lnTo>
                <a:lnTo>
                  <a:pt x="620796" y="68660"/>
                </a:lnTo>
                <a:close/>
                <a:moveTo>
                  <a:pt x="671824" y="97934"/>
                </a:moveTo>
                <a:lnTo>
                  <a:pt x="671824" y="399"/>
                </a:lnTo>
                <a:lnTo>
                  <a:pt x="708416" y="399"/>
                </a:lnTo>
                <a:cubicBezTo>
                  <a:pt x="715868" y="399"/>
                  <a:pt x="721844" y="1383"/>
                  <a:pt x="726346" y="3351"/>
                </a:cubicBezTo>
                <a:cubicBezTo>
                  <a:pt x="730848" y="5320"/>
                  <a:pt x="734374" y="8349"/>
                  <a:pt x="736925" y="12439"/>
                </a:cubicBezTo>
                <a:cubicBezTo>
                  <a:pt x="739475" y="16529"/>
                  <a:pt x="740750" y="20808"/>
                  <a:pt x="740750" y="25276"/>
                </a:cubicBezTo>
                <a:cubicBezTo>
                  <a:pt x="740750" y="29432"/>
                  <a:pt x="739619" y="33347"/>
                  <a:pt x="737357" y="37018"/>
                </a:cubicBezTo>
                <a:cubicBezTo>
                  <a:pt x="735095" y="40689"/>
                  <a:pt x="731680" y="43651"/>
                  <a:pt x="727111" y="45906"/>
                </a:cubicBezTo>
                <a:cubicBezTo>
                  <a:pt x="733010" y="47640"/>
                  <a:pt x="737546" y="50598"/>
                  <a:pt x="740717" y="54778"/>
                </a:cubicBezTo>
                <a:cubicBezTo>
                  <a:pt x="743888" y="58958"/>
                  <a:pt x="745474" y="63894"/>
                  <a:pt x="745474" y="69585"/>
                </a:cubicBezTo>
                <a:cubicBezTo>
                  <a:pt x="745474" y="74166"/>
                  <a:pt x="744509" y="78424"/>
                  <a:pt x="742580" y="82359"/>
                </a:cubicBezTo>
                <a:cubicBezTo>
                  <a:pt x="740650" y="86294"/>
                  <a:pt x="738266" y="89329"/>
                  <a:pt x="735428" y="91464"/>
                </a:cubicBezTo>
                <a:cubicBezTo>
                  <a:pt x="732589" y="93598"/>
                  <a:pt x="729030" y="95210"/>
                  <a:pt x="724750" y="96300"/>
                </a:cubicBezTo>
                <a:cubicBezTo>
                  <a:pt x="720469" y="97389"/>
                  <a:pt x="715224" y="97934"/>
                  <a:pt x="709015" y="97934"/>
                </a:cubicBezTo>
                <a:lnTo>
                  <a:pt x="671824" y="97934"/>
                </a:lnTo>
                <a:moveTo>
                  <a:pt x="684731" y="41249"/>
                </a:moveTo>
                <a:lnTo>
                  <a:pt x="705821" y="41249"/>
                </a:lnTo>
                <a:cubicBezTo>
                  <a:pt x="711543" y="41249"/>
                  <a:pt x="715646" y="40874"/>
                  <a:pt x="718130" y="40124"/>
                </a:cubicBezTo>
                <a:cubicBezTo>
                  <a:pt x="721412" y="39156"/>
                  <a:pt x="723885" y="37548"/>
                  <a:pt x="725548" y="35301"/>
                </a:cubicBezTo>
                <a:cubicBezTo>
                  <a:pt x="727211" y="33054"/>
                  <a:pt x="728043" y="30235"/>
                  <a:pt x="728043" y="26843"/>
                </a:cubicBezTo>
                <a:cubicBezTo>
                  <a:pt x="728043" y="23628"/>
                  <a:pt x="727267" y="20797"/>
                  <a:pt x="725714" y="18352"/>
                </a:cubicBezTo>
                <a:cubicBezTo>
                  <a:pt x="724162" y="15907"/>
                  <a:pt x="721944" y="14233"/>
                  <a:pt x="719061" y="13331"/>
                </a:cubicBezTo>
                <a:cubicBezTo>
                  <a:pt x="716178" y="12427"/>
                  <a:pt x="711233" y="11976"/>
                  <a:pt x="704225" y="11976"/>
                </a:cubicBezTo>
                <a:lnTo>
                  <a:pt x="684731" y="11976"/>
                </a:lnTo>
                <a:lnTo>
                  <a:pt x="684731" y="41249"/>
                </a:lnTo>
                <a:moveTo>
                  <a:pt x="684731" y="86357"/>
                </a:moveTo>
                <a:lnTo>
                  <a:pt x="709015" y="86357"/>
                </a:lnTo>
                <a:cubicBezTo>
                  <a:pt x="713184" y="86357"/>
                  <a:pt x="716112" y="86202"/>
                  <a:pt x="717797" y="85892"/>
                </a:cubicBezTo>
                <a:cubicBezTo>
                  <a:pt x="720769" y="85359"/>
                  <a:pt x="723253" y="84472"/>
                  <a:pt x="725249" y="83230"/>
                </a:cubicBezTo>
                <a:cubicBezTo>
                  <a:pt x="727244" y="81988"/>
                  <a:pt x="728886" y="80181"/>
                  <a:pt x="730172" y="77808"/>
                </a:cubicBezTo>
                <a:cubicBezTo>
                  <a:pt x="731458" y="75435"/>
                  <a:pt x="732101" y="72696"/>
                  <a:pt x="732101" y="69591"/>
                </a:cubicBezTo>
                <a:cubicBezTo>
                  <a:pt x="732101" y="65954"/>
                  <a:pt x="731170" y="62794"/>
                  <a:pt x="729307" y="60111"/>
                </a:cubicBezTo>
                <a:cubicBezTo>
                  <a:pt x="727444" y="57427"/>
                  <a:pt x="724860" y="55542"/>
                  <a:pt x="721556" y="54456"/>
                </a:cubicBezTo>
                <a:cubicBezTo>
                  <a:pt x="718252" y="53369"/>
                  <a:pt x="713495" y="52826"/>
                  <a:pt x="707285" y="52826"/>
                </a:cubicBezTo>
                <a:lnTo>
                  <a:pt x="684731" y="52826"/>
                </a:lnTo>
                <a:lnTo>
                  <a:pt x="684731" y="86357"/>
                </a:lnTo>
                <a:close/>
                <a:moveTo>
                  <a:pt x="807678" y="89019"/>
                </a:moveTo>
                <a:cubicBezTo>
                  <a:pt x="803243" y="92862"/>
                  <a:pt x="798974" y="95575"/>
                  <a:pt x="794871" y="97158"/>
                </a:cubicBezTo>
                <a:cubicBezTo>
                  <a:pt x="790768" y="98740"/>
                  <a:pt x="786366" y="99530"/>
                  <a:pt x="781665" y="99530"/>
                </a:cubicBezTo>
                <a:cubicBezTo>
                  <a:pt x="773903" y="99530"/>
                  <a:pt x="767937" y="97634"/>
                  <a:pt x="763768" y="93842"/>
                </a:cubicBezTo>
                <a:cubicBezTo>
                  <a:pt x="759599" y="90050"/>
                  <a:pt x="757514" y="85204"/>
                  <a:pt x="757514" y="79305"/>
                </a:cubicBezTo>
                <a:cubicBezTo>
                  <a:pt x="757514" y="75845"/>
                  <a:pt x="758301" y="72685"/>
                  <a:pt x="759876" y="69824"/>
                </a:cubicBezTo>
                <a:cubicBezTo>
                  <a:pt x="761450" y="66963"/>
                  <a:pt x="763513" y="64668"/>
                  <a:pt x="766063" y="62938"/>
                </a:cubicBezTo>
                <a:cubicBezTo>
                  <a:pt x="768614" y="61209"/>
                  <a:pt x="771485" y="59900"/>
                  <a:pt x="774679" y="59013"/>
                </a:cubicBezTo>
                <a:cubicBezTo>
                  <a:pt x="777030" y="58392"/>
                  <a:pt x="780578" y="57793"/>
                  <a:pt x="785324" y="57217"/>
                </a:cubicBezTo>
                <a:cubicBezTo>
                  <a:pt x="794993" y="56063"/>
                  <a:pt x="802112" y="54689"/>
                  <a:pt x="806680" y="53092"/>
                </a:cubicBezTo>
                <a:cubicBezTo>
                  <a:pt x="806725" y="51458"/>
                  <a:pt x="806747" y="50419"/>
                  <a:pt x="806747" y="49977"/>
                </a:cubicBezTo>
                <a:cubicBezTo>
                  <a:pt x="806747" y="45116"/>
                  <a:pt x="805616" y="41692"/>
                  <a:pt x="803354" y="39704"/>
                </a:cubicBezTo>
                <a:cubicBezTo>
                  <a:pt x="800293" y="37009"/>
                  <a:pt x="795747" y="35661"/>
                  <a:pt x="789715" y="35661"/>
                </a:cubicBezTo>
                <a:cubicBezTo>
                  <a:pt x="784082" y="35661"/>
                  <a:pt x="779924" y="36648"/>
                  <a:pt x="777240" y="38621"/>
                </a:cubicBezTo>
                <a:cubicBezTo>
                  <a:pt x="774557" y="40595"/>
                  <a:pt x="772572" y="44088"/>
                  <a:pt x="771286" y="49100"/>
                </a:cubicBezTo>
                <a:lnTo>
                  <a:pt x="759576" y="47503"/>
                </a:lnTo>
                <a:cubicBezTo>
                  <a:pt x="760641" y="42476"/>
                  <a:pt x="762393" y="38416"/>
                  <a:pt x="764832" y="35324"/>
                </a:cubicBezTo>
                <a:cubicBezTo>
                  <a:pt x="767272" y="32232"/>
                  <a:pt x="770798" y="29852"/>
                  <a:pt x="775411" y="28184"/>
                </a:cubicBezTo>
                <a:cubicBezTo>
                  <a:pt x="780024" y="26515"/>
                  <a:pt x="785368" y="25681"/>
                  <a:pt x="791445" y="25681"/>
                </a:cubicBezTo>
                <a:cubicBezTo>
                  <a:pt x="797477" y="25681"/>
                  <a:pt x="802378" y="26393"/>
                  <a:pt x="806148" y="27818"/>
                </a:cubicBezTo>
                <a:cubicBezTo>
                  <a:pt x="809918" y="29242"/>
                  <a:pt x="812690" y="31033"/>
                  <a:pt x="814464" y="33193"/>
                </a:cubicBezTo>
                <a:cubicBezTo>
                  <a:pt x="816239" y="35351"/>
                  <a:pt x="817481" y="38077"/>
                  <a:pt x="818190" y="41372"/>
                </a:cubicBezTo>
                <a:cubicBezTo>
                  <a:pt x="818589" y="43419"/>
                  <a:pt x="818789" y="47096"/>
                  <a:pt x="818789" y="52404"/>
                </a:cubicBezTo>
                <a:lnTo>
                  <a:pt x="818789" y="68325"/>
                </a:lnTo>
                <a:cubicBezTo>
                  <a:pt x="818789" y="79426"/>
                  <a:pt x="819044" y="86457"/>
                  <a:pt x="819554" y="89418"/>
                </a:cubicBezTo>
                <a:cubicBezTo>
                  <a:pt x="820064" y="92378"/>
                  <a:pt x="821073" y="95217"/>
                  <a:pt x="822581" y="97934"/>
                </a:cubicBezTo>
                <a:lnTo>
                  <a:pt x="810073" y="97934"/>
                </a:lnTo>
                <a:cubicBezTo>
                  <a:pt x="808832" y="95393"/>
                  <a:pt x="808033" y="92421"/>
                  <a:pt x="807678" y="89019"/>
                </a:cubicBezTo>
                <a:moveTo>
                  <a:pt x="806680" y="62539"/>
                </a:moveTo>
                <a:cubicBezTo>
                  <a:pt x="802334" y="64305"/>
                  <a:pt x="795814" y="65806"/>
                  <a:pt x="787120" y="67042"/>
                </a:cubicBezTo>
                <a:cubicBezTo>
                  <a:pt x="782197" y="67748"/>
                  <a:pt x="778715" y="68542"/>
                  <a:pt x="776675" y="69425"/>
                </a:cubicBezTo>
                <a:cubicBezTo>
                  <a:pt x="774635" y="70308"/>
                  <a:pt x="773060" y="71599"/>
                  <a:pt x="771951" y="73298"/>
                </a:cubicBezTo>
                <a:cubicBezTo>
                  <a:pt x="770842" y="74998"/>
                  <a:pt x="770288" y="76885"/>
                  <a:pt x="770288" y="78960"/>
                </a:cubicBezTo>
                <a:cubicBezTo>
                  <a:pt x="770288" y="82138"/>
                  <a:pt x="771497" y="84787"/>
                  <a:pt x="773914" y="86906"/>
                </a:cubicBezTo>
                <a:cubicBezTo>
                  <a:pt x="776331" y="89024"/>
                  <a:pt x="779868" y="90083"/>
                  <a:pt x="784526" y="90083"/>
                </a:cubicBezTo>
                <a:cubicBezTo>
                  <a:pt x="789138" y="90083"/>
                  <a:pt x="793241" y="89077"/>
                  <a:pt x="796834" y="87066"/>
                </a:cubicBezTo>
                <a:cubicBezTo>
                  <a:pt x="800426" y="85054"/>
                  <a:pt x="803066" y="82304"/>
                  <a:pt x="804751" y="78818"/>
                </a:cubicBezTo>
                <a:cubicBezTo>
                  <a:pt x="806037" y="76128"/>
                  <a:pt x="806680" y="72158"/>
                  <a:pt x="806680" y="66907"/>
                </a:cubicBezTo>
                <a:lnTo>
                  <a:pt x="806680" y="62539"/>
                </a:lnTo>
                <a:close/>
                <a:moveTo>
                  <a:pt x="832540" y="76777"/>
                </a:moveTo>
                <a:lnTo>
                  <a:pt x="844383" y="74914"/>
                </a:lnTo>
                <a:cubicBezTo>
                  <a:pt x="845048" y="79681"/>
                  <a:pt x="846900" y="83334"/>
                  <a:pt x="849938" y="85875"/>
                </a:cubicBezTo>
                <a:cubicBezTo>
                  <a:pt x="852976" y="88414"/>
                  <a:pt x="857223" y="89684"/>
                  <a:pt x="862679" y="89684"/>
                </a:cubicBezTo>
                <a:cubicBezTo>
                  <a:pt x="868179" y="89684"/>
                  <a:pt x="872259" y="88564"/>
                  <a:pt x="874920" y="86324"/>
                </a:cubicBezTo>
                <a:cubicBezTo>
                  <a:pt x="877582" y="84084"/>
                  <a:pt x="878912" y="81456"/>
                  <a:pt x="878912" y="78440"/>
                </a:cubicBezTo>
                <a:cubicBezTo>
                  <a:pt x="878912" y="75734"/>
                  <a:pt x="877737" y="73605"/>
                  <a:pt x="875386" y="72053"/>
                </a:cubicBezTo>
                <a:cubicBezTo>
                  <a:pt x="873745" y="70989"/>
                  <a:pt x="869664" y="69636"/>
                  <a:pt x="863144" y="67995"/>
                </a:cubicBezTo>
                <a:cubicBezTo>
                  <a:pt x="854362" y="65777"/>
                  <a:pt x="848275" y="63859"/>
                  <a:pt x="844882" y="62240"/>
                </a:cubicBezTo>
                <a:cubicBezTo>
                  <a:pt x="841489" y="60621"/>
                  <a:pt x="838916" y="58381"/>
                  <a:pt x="837164" y="55520"/>
                </a:cubicBezTo>
                <a:cubicBezTo>
                  <a:pt x="835412" y="52659"/>
                  <a:pt x="834536" y="49499"/>
                  <a:pt x="834536" y="46039"/>
                </a:cubicBezTo>
                <a:cubicBezTo>
                  <a:pt x="834536" y="42890"/>
                  <a:pt x="835257" y="39974"/>
                  <a:pt x="836698" y="37291"/>
                </a:cubicBezTo>
                <a:cubicBezTo>
                  <a:pt x="838140" y="34607"/>
                  <a:pt x="840102" y="32378"/>
                  <a:pt x="842586" y="30604"/>
                </a:cubicBezTo>
                <a:cubicBezTo>
                  <a:pt x="844449" y="29229"/>
                  <a:pt x="846988" y="28065"/>
                  <a:pt x="850204" y="27111"/>
                </a:cubicBezTo>
                <a:cubicBezTo>
                  <a:pt x="853420" y="26158"/>
                  <a:pt x="856868" y="25681"/>
                  <a:pt x="860550" y="25681"/>
                </a:cubicBezTo>
                <a:cubicBezTo>
                  <a:pt x="866094" y="25681"/>
                  <a:pt x="870962" y="26479"/>
                  <a:pt x="875153" y="28076"/>
                </a:cubicBezTo>
                <a:cubicBezTo>
                  <a:pt x="879345" y="29673"/>
                  <a:pt x="882438" y="31835"/>
                  <a:pt x="884434" y="34563"/>
                </a:cubicBezTo>
                <a:cubicBezTo>
                  <a:pt x="886430" y="37291"/>
                  <a:pt x="887805" y="40939"/>
                  <a:pt x="888559" y="45507"/>
                </a:cubicBezTo>
                <a:lnTo>
                  <a:pt x="876850" y="47104"/>
                </a:lnTo>
                <a:cubicBezTo>
                  <a:pt x="876318" y="43467"/>
                  <a:pt x="874776" y="40628"/>
                  <a:pt x="872226" y="38588"/>
                </a:cubicBezTo>
                <a:cubicBezTo>
                  <a:pt x="869676" y="36548"/>
                  <a:pt x="866072" y="35528"/>
                  <a:pt x="861415" y="35528"/>
                </a:cubicBezTo>
                <a:cubicBezTo>
                  <a:pt x="855915" y="35528"/>
                  <a:pt x="851989" y="36437"/>
                  <a:pt x="849639" y="38255"/>
                </a:cubicBezTo>
                <a:cubicBezTo>
                  <a:pt x="847288" y="40074"/>
                  <a:pt x="846112" y="42203"/>
                  <a:pt x="846112" y="44642"/>
                </a:cubicBezTo>
                <a:cubicBezTo>
                  <a:pt x="846112" y="46195"/>
                  <a:pt x="846600" y="47592"/>
                  <a:pt x="847576" y="48834"/>
                </a:cubicBezTo>
                <a:cubicBezTo>
                  <a:pt x="848552" y="50120"/>
                  <a:pt x="850082" y="51185"/>
                  <a:pt x="852167" y="52027"/>
                </a:cubicBezTo>
                <a:cubicBezTo>
                  <a:pt x="853364" y="52471"/>
                  <a:pt x="856890" y="53491"/>
                  <a:pt x="862745" y="55088"/>
                </a:cubicBezTo>
                <a:cubicBezTo>
                  <a:pt x="871217" y="57350"/>
                  <a:pt x="877127" y="59202"/>
                  <a:pt x="880476" y="60643"/>
                </a:cubicBezTo>
                <a:cubicBezTo>
                  <a:pt x="883824" y="62085"/>
                  <a:pt x="886452" y="64180"/>
                  <a:pt x="888360" y="66930"/>
                </a:cubicBezTo>
                <a:cubicBezTo>
                  <a:pt x="890267" y="69680"/>
                  <a:pt x="891220" y="73095"/>
                  <a:pt x="891220" y="77176"/>
                </a:cubicBezTo>
                <a:cubicBezTo>
                  <a:pt x="891220" y="81168"/>
                  <a:pt x="890056" y="84927"/>
                  <a:pt x="887728" y="88453"/>
                </a:cubicBezTo>
                <a:cubicBezTo>
                  <a:pt x="885399" y="91979"/>
                  <a:pt x="882039" y="94707"/>
                  <a:pt x="877648" y="96636"/>
                </a:cubicBezTo>
                <a:cubicBezTo>
                  <a:pt x="873257" y="98566"/>
                  <a:pt x="868289" y="99530"/>
                  <a:pt x="862745" y="99530"/>
                </a:cubicBezTo>
                <a:cubicBezTo>
                  <a:pt x="853564" y="99530"/>
                  <a:pt x="846567" y="97618"/>
                  <a:pt x="841755" y="93792"/>
                </a:cubicBezTo>
                <a:cubicBezTo>
                  <a:pt x="836942" y="89967"/>
                  <a:pt x="833871" y="84295"/>
                  <a:pt x="832540" y="76777"/>
                </a:cubicBezTo>
                <a:close/>
                <a:moveTo>
                  <a:pt x="953826" y="75047"/>
                </a:moveTo>
                <a:lnTo>
                  <a:pt x="966201" y="76644"/>
                </a:lnTo>
                <a:cubicBezTo>
                  <a:pt x="964249" y="83894"/>
                  <a:pt x="960634" y="89522"/>
                  <a:pt x="955356" y="93526"/>
                </a:cubicBezTo>
                <a:cubicBezTo>
                  <a:pt x="950078" y="97529"/>
                  <a:pt x="943336" y="99530"/>
                  <a:pt x="935131" y="99530"/>
                </a:cubicBezTo>
                <a:cubicBezTo>
                  <a:pt x="924796" y="99530"/>
                  <a:pt x="916602" y="96348"/>
                  <a:pt x="910548" y="89983"/>
                </a:cubicBezTo>
                <a:cubicBezTo>
                  <a:pt x="904493" y="83618"/>
                  <a:pt x="901466" y="74692"/>
                  <a:pt x="901466" y="63204"/>
                </a:cubicBezTo>
                <a:cubicBezTo>
                  <a:pt x="901466" y="51318"/>
                  <a:pt x="904527" y="42092"/>
                  <a:pt x="910647" y="35528"/>
                </a:cubicBezTo>
                <a:cubicBezTo>
                  <a:pt x="916768" y="28963"/>
                  <a:pt x="924708" y="25681"/>
                  <a:pt x="934466" y="25681"/>
                </a:cubicBezTo>
                <a:cubicBezTo>
                  <a:pt x="943913" y="25681"/>
                  <a:pt x="951631" y="28892"/>
                  <a:pt x="957618" y="35313"/>
                </a:cubicBezTo>
                <a:cubicBezTo>
                  <a:pt x="963606" y="41734"/>
                  <a:pt x="966600" y="50767"/>
                  <a:pt x="966600" y="62412"/>
                </a:cubicBezTo>
                <a:cubicBezTo>
                  <a:pt x="966600" y="63121"/>
                  <a:pt x="966578" y="64183"/>
                  <a:pt x="966534" y="65600"/>
                </a:cubicBezTo>
                <a:lnTo>
                  <a:pt x="913841" y="65600"/>
                </a:lnTo>
                <a:cubicBezTo>
                  <a:pt x="914284" y="73384"/>
                  <a:pt x="916480" y="79344"/>
                  <a:pt x="920428" y="83480"/>
                </a:cubicBezTo>
                <a:cubicBezTo>
                  <a:pt x="924375" y="87616"/>
                  <a:pt x="929298" y="89684"/>
                  <a:pt x="935197" y="89684"/>
                </a:cubicBezTo>
                <a:cubicBezTo>
                  <a:pt x="939588" y="89684"/>
                  <a:pt x="943336" y="88520"/>
                  <a:pt x="946441" y="86193"/>
                </a:cubicBezTo>
                <a:cubicBezTo>
                  <a:pt x="949546" y="83864"/>
                  <a:pt x="952008" y="80149"/>
                  <a:pt x="953826" y="75047"/>
                </a:cubicBezTo>
                <a:moveTo>
                  <a:pt x="914506" y="55753"/>
                </a:moveTo>
                <a:lnTo>
                  <a:pt x="953959" y="55753"/>
                </a:lnTo>
                <a:cubicBezTo>
                  <a:pt x="953427" y="49829"/>
                  <a:pt x="951919" y="45386"/>
                  <a:pt x="949435" y="42424"/>
                </a:cubicBezTo>
                <a:cubicBezTo>
                  <a:pt x="945621" y="37826"/>
                  <a:pt x="940675" y="35528"/>
                  <a:pt x="934599" y="35528"/>
                </a:cubicBezTo>
                <a:cubicBezTo>
                  <a:pt x="929099" y="35528"/>
                  <a:pt x="924475" y="37363"/>
                  <a:pt x="920727" y="41033"/>
                </a:cubicBezTo>
                <a:cubicBezTo>
                  <a:pt x="916979" y="44702"/>
                  <a:pt x="914905" y="49609"/>
                  <a:pt x="914506" y="55753"/>
                </a:cubicBezTo>
                <a:close/>
                <a:moveTo>
                  <a:pt x="1027056" y="97934"/>
                </a:moveTo>
                <a:lnTo>
                  <a:pt x="1027056" y="89019"/>
                </a:lnTo>
                <a:cubicBezTo>
                  <a:pt x="1022576" y="96026"/>
                  <a:pt x="1015990" y="99530"/>
                  <a:pt x="1007296" y="99530"/>
                </a:cubicBezTo>
                <a:cubicBezTo>
                  <a:pt x="1001663" y="99530"/>
                  <a:pt x="996485" y="97978"/>
                  <a:pt x="991761" y="94873"/>
                </a:cubicBezTo>
                <a:cubicBezTo>
                  <a:pt x="987038" y="91768"/>
                  <a:pt x="983378" y="87433"/>
                  <a:pt x="980784" y="81866"/>
                </a:cubicBezTo>
                <a:cubicBezTo>
                  <a:pt x="978189" y="76300"/>
                  <a:pt x="976892" y="69902"/>
                  <a:pt x="976892" y="62672"/>
                </a:cubicBezTo>
                <a:cubicBezTo>
                  <a:pt x="976892" y="55620"/>
                  <a:pt x="978067" y="49222"/>
                  <a:pt x="980418" y="43478"/>
                </a:cubicBezTo>
                <a:cubicBezTo>
                  <a:pt x="982768" y="37734"/>
                  <a:pt x="986295" y="33332"/>
                  <a:pt x="990996" y="30272"/>
                </a:cubicBezTo>
                <a:cubicBezTo>
                  <a:pt x="995698" y="27211"/>
                  <a:pt x="1000954" y="25681"/>
                  <a:pt x="1006764" y="25681"/>
                </a:cubicBezTo>
                <a:cubicBezTo>
                  <a:pt x="1011022" y="25681"/>
                  <a:pt x="1014814" y="26585"/>
                  <a:pt x="1018141" y="28394"/>
                </a:cubicBezTo>
                <a:cubicBezTo>
                  <a:pt x="1021467" y="30202"/>
                  <a:pt x="1024173" y="32557"/>
                  <a:pt x="1026258" y="35459"/>
                </a:cubicBezTo>
                <a:lnTo>
                  <a:pt x="1026258" y="399"/>
                </a:lnTo>
                <a:lnTo>
                  <a:pt x="1038167" y="399"/>
                </a:lnTo>
                <a:lnTo>
                  <a:pt x="1038167" y="97934"/>
                </a:lnTo>
                <a:lnTo>
                  <a:pt x="1027056" y="97934"/>
                </a:lnTo>
                <a:moveTo>
                  <a:pt x="989200" y="62705"/>
                </a:moveTo>
                <a:cubicBezTo>
                  <a:pt x="989200" y="71743"/>
                  <a:pt x="991107" y="78498"/>
                  <a:pt x="994921" y="82973"/>
                </a:cubicBezTo>
                <a:cubicBezTo>
                  <a:pt x="998736" y="87447"/>
                  <a:pt x="1003238" y="89684"/>
                  <a:pt x="1008427" y="89684"/>
                </a:cubicBezTo>
                <a:cubicBezTo>
                  <a:pt x="1013661" y="89684"/>
                  <a:pt x="1018108" y="87547"/>
                  <a:pt x="1021767" y="83272"/>
                </a:cubicBezTo>
                <a:cubicBezTo>
                  <a:pt x="1025426" y="78997"/>
                  <a:pt x="1027256" y="72474"/>
                  <a:pt x="1027256" y="63701"/>
                </a:cubicBezTo>
                <a:cubicBezTo>
                  <a:pt x="1027256" y="54045"/>
                  <a:pt x="1025393" y="46957"/>
                  <a:pt x="1021667" y="42438"/>
                </a:cubicBezTo>
                <a:cubicBezTo>
                  <a:pt x="1017941" y="37920"/>
                  <a:pt x="1013351" y="35661"/>
                  <a:pt x="1007895" y="35661"/>
                </a:cubicBezTo>
                <a:cubicBezTo>
                  <a:pt x="1002573" y="35661"/>
                  <a:pt x="998126" y="37831"/>
                  <a:pt x="994556" y="42172"/>
                </a:cubicBezTo>
                <a:cubicBezTo>
                  <a:pt x="990985" y="46514"/>
                  <a:pt x="989200" y="53358"/>
                  <a:pt x="989200" y="62705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4" name="Text GroupingofBytesInto">
            <a:extLst xmlns:a="http://schemas.openxmlformats.org/drawingml/2006/main">
              <a:ext uri="{FF2B5EF4-FFF2-40B4-BE49-F238E27FC236}">
                <a16:creationId xmlns:a16="http://schemas.microsoft.com/office/drawing/2014/main" id="{C460A74D-728B-46BD-9249-7934B4BD7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6770" y="3424936"/>
            <a:ext cx="1342229" cy="128006"/>
          </a:xfrm>
          <a:custGeom xmlns:a="http://schemas.openxmlformats.org/drawingml/2006/main">
            <a:pathLst>
              <a:path w="1342229" h="128006">
                <a:moveTo>
                  <a:pt x="48900" y="61075"/>
                </a:moveTo>
                <a:lnTo>
                  <a:pt x="48900" y="49499"/>
                </a:lnTo>
                <a:lnTo>
                  <a:pt x="90216" y="49499"/>
                </a:lnTo>
                <a:lnTo>
                  <a:pt x="90216" y="85644"/>
                </a:lnTo>
                <a:cubicBezTo>
                  <a:pt x="83873" y="90695"/>
                  <a:pt x="77331" y="94494"/>
                  <a:pt x="70589" y="97042"/>
                </a:cubicBezTo>
                <a:cubicBezTo>
                  <a:pt x="63848" y="99588"/>
                  <a:pt x="56928" y="100861"/>
                  <a:pt x="49832" y="100861"/>
                </a:cubicBezTo>
                <a:cubicBezTo>
                  <a:pt x="40251" y="100861"/>
                  <a:pt x="31547" y="98810"/>
                  <a:pt x="23718" y="94707"/>
                </a:cubicBezTo>
                <a:cubicBezTo>
                  <a:pt x="15890" y="90604"/>
                  <a:pt x="9980" y="84672"/>
                  <a:pt x="5988" y="76910"/>
                </a:cubicBezTo>
                <a:cubicBezTo>
                  <a:pt x="1996" y="69148"/>
                  <a:pt x="0" y="60477"/>
                  <a:pt x="0" y="50896"/>
                </a:cubicBezTo>
                <a:cubicBezTo>
                  <a:pt x="0" y="41404"/>
                  <a:pt x="1985" y="32545"/>
                  <a:pt x="5955" y="24317"/>
                </a:cubicBezTo>
                <a:cubicBezTo>
                  <a:pt x="9924" y="16089"/>
                  <a:pt x="15635" y="9980"/>
                  <a:pt x="23086" y="5988"/>
                </a:cubicBezTo>
                <a:cubicBezTo>
                  <a:pt x="30538" y="1996"/>
                  <a:pt x="39120" y="0"/>
                  <a:pt x="48834" y="0"/>
                </a:cubicBezTo>
                <a:cubicBezTo>
                  <a:pt x="55886" y="0"/>
                  <a:pt x="62262" y="1143"/>
                  <a:pt x="67961" y="3431"/>
                </a:cubicBezTo>
                <a:cubicBezTo>
                  <a:pt x="73661" y="5718"/>
                  <a:pt x="78130" y="8903"/>
                  <a:pt x="81367" y="12988"/>
                </a:cubicBezTo>
                <a:cubicBezTo>
                  <a:pt x="84605" y="17073"/>
                  <a:pt x="87067" y="22401"/>
                  <a:pt x="88752" y="28972"/>
                </a:cubicBezTo>
                <a:lnTo>
                  <a:pt x="77109" y="32166"/>
                </a:lnTo>
                <a:cubicBezTo>
                  <a:pt x="75646" y="27192"/>
                  <a:pt x="73827" y="23284"/>
                  <a:pt x="71654" y="20442"/>
                </a:cubicBezTo>
                <a:cubicBezTo>
                  <a:pt x="69481" y="17597"/>
                  <a:pt x="66376" y="15320"/>
                  <a:pt x="62340" y="13610"/>
                </a:cubicBezTo>
                <a:cubicBezTo>
                  <a:pt x="58303" y="11899"/>
                  <a:pt x="53824" y="11044"/>
                  <a:pt x="48900" y="11044"/>
                </a:cubicBezTo>
                <a:cubicBezTo>
                  <a:pt x="43001" y="11044"/>
                  <a:pt x="37901" y="11943"/>
                  <a:pt x="33598" y="13741"/>
                </a:cubicBezTo>
                <a:cubicBezTo>
                  <a:pt x="29296" y="15538"/>
                  <a:pt x="25825" y="17902"/>
                  <a:pt x="23186" y="20833"/>
                </a:cubicBezTo>
                <a:cubicBezTo>
                  <a:pt x="20547" y="23763"/>
                  <a:pt x="18496" y="26981"/>
                  <a:pt x="17032" y="30488"/>
                </a:cubicBezTo>
                <a:cubicBezTo>
                  <a:pt x="14548" y="36526"/>
                  <a:pt x="13306" y="43073"/>
                  <a:pt x="13306" y="50131"/>
                </a:cubicBezTo>
                <a:cubicBezTo>
                  <a:pt x="13306" y="58831"/>
                  <a:pt x="14803" y="66112"/>
                  <a:pt x="17797" y="71972"/>
                </a:cubicBezTo>
                <a:cubicBezTo>
                  <a:pt x="20791" y="77832"/>
                  <a:pt x="25149" y="82183"/>
                  <a:pt x="30870" y="85025"/>
                </a:cubicBezTo>
                <a:cubicBezTo>
                  <a:pt x="36592" y="87865"/>
                  <a:pt x="42669" y="89285"/>
                  <a:pt x="49100" y="89285"/>
                </a:cubicBezTo>
                <a:cubicBezTo>
                  <a:pt x="54689" y="89285"/>
                  <a:pt x="60144" y="88212"/>
                  <a:pt x="65467" y="86066"/>
                </a:cubicBezTo>
                <a:cubicBezTo>
                  <a:pt x="70789" y="83919"/>
                  <a:pt x="74825" y="81629"/>
                  <a:pt x="77575" y="79195"/>
                </a:cubicBezTo>
                <a:lnTo>
                  <a:pt x="77575" y="61075"/>
                </a:lnTo>
                <a:lnTo>
                  <a:pt x="48900" y="61075"/>
                </a:lnTo>
                <a:close/>
                <a:moveTo>
                  <a:pt x="107467" y="99264"/>
                </a:moveTo>
                <a:lnTo>
                  <a:pt x="107467" y="28608"/>
                </a:lnTo>
                <a:lnTo>
                  <a:pt x="118245" y="28608"/>
                </a:lnTo>
                <a:lnTo>
                  <a:pt x="118245" y="39320"/>
                </a:lnTo>
                <a:cubicBezTo>
                  <a:pt x="120995" y="34308"/>
                  <a:pt x="123534" y="31003"/>
                  <a:pt x="125863" y="29407"/>
                </a:cubicBezTo>
                <a:cubicBezTo>
                  <a:pt x="128192" y="27810"/>
                  <a:pt x="130753" y="27012"/>
                  <a:pt x="133547" y="27012"/>
                </a:cubicBezTo>
                <a:cubicBezTo>
                  <a:pt x="137584" y="27012"/>
                  <a:pt x="141686" y="28298"/>
                  <a:pt x="145856" y="30870"/>
                </a:cubicBezTo>
                <a:lnTo>
                  <a:pt x="141731" y="41973"/>
                </a:lnTo>
                <a:cubicBezTo>
                  <a:pt x="138803" y="40248"/>
                  <a:pt x="135876" y="39386"/>
                  <a:pt x="132949" y="39386"/>
                </a:cubicBezTo>
                <a:cubicBezTo>
                  <a:pt x="130332" y="39386"/>
                  <a:pt x="127981" y="40174"/>
                  <a:pt x="125896" y="41748"/>
                </a:cubicBezTo>
                <a:cubicBezTo>
                  <a:pt x="123812" y="43323"/>
                  <a:pt x="122326" y="45507"/>
                  <a:pt x="121439" y="48302"/>
                </a:cubicBezTo>
                <a:cubicBezTo>
                  <a:pt x="120108" y="52560"/>
                  <a:pt x="119443" y="57217"/>
                  <a:pt x="119443" y="62273"/>
                </a:cubicBezTo>
                <a:lnTo>
                  <a:pt x="119443" y="99264"/>
                </a:lnTo>
                <a:lnTo>
                  <a:pt x="107467" y="99264"/>
                </a:lnTo>
                <a:close/>
                <a:moveTo>
                  <a:pt x="148515" y="63936"/>
                </a:moveTo>
                <a:cubicBezTo>
                  <a:pt x="148515" y="50852"/>
                  <a:pt x="152152" y="41161"/>
                  <a:pt x="159427" y="34862"/>
                </a:cubicBezTo>
                <a:cubicBezTo>
                  <a:pt x="165503" y="29628"/>
                  <a:pt x="172910" y="27012"/>
                  <a:pt x="181648" y="27012"/>
                </a:cubicBezTo>
                <a:cubicBezTo>
                  <a:pt x="191361" y="27012"/>
                  <a:pt x="199301" y="30194"/>
                  <a:pt x="205466" y="36559"/>
                </a:cubicBezTo>
                <a:cubicBezTo>
                  <a:pt x="211631" y="42924"/>
                  <a:pt x="214714" y="51717"/>
                  <a:pt x="214714" y="62938"/>
                </a:cubicBezTo>
                <a:cubicBezTo>
                  <a:pt x="214714" y="72031"/>
                  <a:pt x="213350" y="79183"/>
                  <a:pt x="210622" y="84395"/>
                </a:cubicBezTo>
                <a:cubicBezTo>
                  <a:pt x="207894" y="89606"/>
                  <a:pt x="203925" y="93654"/>
                  <a:pt x="198713" y="96537"/>
                </a:cubicBezTo>
                <a:cubicBezTo>
                  <a:pt x="193501" y="99420"/>
                  <a:pt x="187813" y="100861"/>
                  <a:pt x="181648" y="100861"/>
                </a:cubicBezTo>
                <a:cubicBezTo>
                  <a:pt x="171757" y="100861"/>
                  <a:pt x="163762" y="97690"/>
                  <a:pt x="157663" y="91347"/>
                </a:cubicBezTo>
                <a:cubicBezTo>
                  <a:pt x="151565" y="85004"/>
                  <a:pt x="148515" y="75868"/>
                  <a:pt x="148515" y="63936"/>
                </a:cubicBezTo>
                <a:moveTo>
                  <a:pt x="160824" y="63970"/>
                </a:moveTo>
                <a:cubicBezTo>
                  <a:pt x="160824" y="73007"/>
                  <a:pt x="162797" y="79773"/>
                  <a:pt x="166745" y="84270"/>
                </a:cubicBezTo>
                <a:cubicBezTo>
                  <a:pt x="170692" y="88766"/>
                  <a:pt x="175660" y="91014"/>
                  <a:pt x="181648" y="91014"/>
                </a:cubicBezTo>
                <a:cubicBezTo>
                  <a:pt x="187591" y="91014"/>
                  <a:pt x="192537" y="88755"/>
                  <a:pt x="196484" y="84237"/>
                </a:cubicBezTo>
                <a:cubicBezTo>
                  <a:pt x="200432" y="79718"/>
                  <a:pt x="202406" y="72829"/>
                  <a:pt x="202406" y="63570"/>
                </a:cubicBezTo>
                <a:cubicBezTo>
                  <a:pt x="202406" y="54844"/>
                  <a:pt x="200421" y="48232"/>
                  <a:pt x="196451" y="43736"/>
                </a:cubicBezTo>
                <a:cubicBezTo>
                  <a:pt x="192481" y="39239"/>
                  <a:pt x="187547" y="36991"/>
                  <a:pt x="181648" y="36991"/>
                </a:cubicBezTo>
                <a:cubicBezTo>
                  <a:pt x="175660" y="36991"/>
                  <a:pt x="170692" y="39228"/>
                  <a:pt x="166745" y="43703"/>
                </a:cubicBezTo>
                <a:cubicBezTo>
                  <a:pt x="162797" y="48177"/>
                  <a:pt x="160824" y="54932"/>
                  <a:pt x="160824" y="63970"/>
                </a:cubicBezTo>
                <a:close/>
                <a:moveTo>
                  <a:pt x="275037" y="99264"/>
                </a:moveTo>
                <a:lnTo>
                  <a:pt x="275037" y="88821"/>
                </a:lnTo>
                <a:cubicBezTo>
                  <a:pt x="269537" y="96848"/>
                  <a:pt x="262063" y="100861"/>
                  <a:pt x="252616" y="100861"/>
                </a:cubicBezTo>
                <a:cubicBezTo>
                  <a:pt x="248446" y="100861"/>
                  <a:pt x="244554" y="100063"/>
                  <a:pt x="240939" y="98466"/>
                </a:cubicBezTo>
                <a:cubicBezTo>
                  <a:pt x="237325" y="96869"/>
                  <a:pt x="234641" y="94862"/>
                  <a:pt x="232889" y="92445"/>
                </a:cubicBezTo>
                <a:cubicBezTo>
                  <a:pt x="231137" y="90028"/>
                  <a:pt x="229906" y="87067"/>
                  <a:pt x="229197" y="83563"/>
                </a:cubicBezTo>
                <a:cubicBezTo>
                  <a:pt x="228709" y="81212"/>
                  <a:pt x="228465" y="77486"/>
                  <a:pt x="228465" y="72386"/>
                </a:cubicBezTo>
                <a:lnTo>
                  <a:pt x="228465" y="28608"/>
                </a:lnTo>
                <a:lnTo>
                  <a:pt x="240440" y="28608"/>
                </a:lnTo>
                <a:lnTo>
                  <a:pt x="240440" y="67754"/>
                </a:lnTo>
                <a:cubicBezTo>
                  <a:pt x="240440" y="74001"/>
                  <a:pt x="240684" y="78209"/>
                  <a:pt x="241172" y="80380"/>
                </a:cubicBezTo>
                <a:cubicBezTo>
                  <a:pt x="241926" y="83526"/>
                  <a:pt x="243523" y="85997"/>
                  <a:pt x="245963" y="87792"/>
                </a:cubicBezTo>
                <a:cubicBezTo>
                  <a:pt x="248402" y="89585"/>
                  <a:pt x="251418" y="90482"/>
                  <a:pt x="255011" y="90482"/>
                </a:cubicBezTo>
                <a:cubicBezTo>
                  <a:pt x="258603" y="90482"/>
                  <a:pt x="261974" y="89563"/>
                  <a:pt x="265124" y="87725"/>
                </a:cubicBezTo>
                <a:cubicBezTo>
                  <a:pt x="268273" y="85886"/>
                  <a:pt x="270501" y="83383"/>
                  <a:pt x="271810" y="80216"/>
                </a:cubicBezTo>
                <a:cubicBezTo>
                  <a:pt x="273118" y="77047"/>
                  <a:pt x="273773" y="72450"/>
                  <a:pt x="273773" y="66425"/>
                </a:cubicBezTo>
                <a:lnTo>
                  <a:pt x="273773" y="28608"/>
                </a:lnTo>
                <a:lnTo>
                  <a:pt x="285748" y="28608"/>
                </a:lnTo>
                <a:lnTo>
                  <a:pt x="285748" y="99264"/>
                </a:lnTo>
                <a:lnTo>
                  <a:pt x="275037" y="99264"/>
                </a:lnTo>
                <a:close/>
                <a:moveTo>
                  <a:pt x="304490" y="126409"/>
                </a:moveTo>
                <a:lnTo>
                  <a:pt x="304490" y="28608"/>
                </a:lnTo>
                <a:lnTo>
                  <a:pt x="315401" y="28608"/>
                </a:lnTo>
                <a:lnTo>
                  <a:pt x="315401" y="37854"/>
                </a:lnTo>
                <a:cubicBezTo>
                  <a:pt x="317973" y="34239"/>
                  <a:pt x="320878" y="31529"/>
                  <a:pt x="324116" y="29723"/>
                </a:cubicBezTo>
                <a:cubicBezTo>
                  <a:pt x="327354" y="27915"/>
                  <a:pt x="331279" y="27012"/>
                  <a:pt x="335892" y="27012"/>
                </a:cubicBezTo>
                <a:cubicBezTo>
                  <a:pt x="341924" y="27012"/>
                  <a:pt x="347247" y="28564"/>
                  <a:pt x="351860" y="31669"/>
                </a:cubicBezTo>
                <a:cubicBezTo>
                  <a:pt x="356473" y="34774"/>
                  <a:pt x="359954" y="39154"/>
                  <a:pt x="362305" y="44809"/>
                </a:cubicBezTo>
                <a:cubicBezTo>
                  <a:pt x="364656" y="50464"/>
                  <a:pt x="365831" y="56662"/>
                  <a:pt x="365831" y="63404"/>
                </a:cubicBezTo>
                <a:cubicBezTo>
                  <a:pt x="365831" y="70634"/>
                  <a:pt x="364534" y="77143"/>
                  <a:pt x="361939" y="82931"/>
                </a:cubicBezTo>
                <a:cubicBezTo>
                  <a:pt x="359344" y="88719"/>
                  <a:pt x="355574" y="93155"/>
                  <a:pt x="350629" y="96237"/>
                </a:cubicBezTo>
                <a:cubicBezTo>
                  <a:pt x="345683" y="99320"/>
                  <a:pt x="340483" y="100861"/>
                  <a:pt x="335027" y="100861"/>
                </a:cubicBezTo>
                <a:cubicBezTo>
                  <a:pt x="331036" y="100861"/>
                  <a:pt x="327454" y="100018"/>
                  <a:pt x="324283" y="98333"/>
                </a:cubicBezTo>
                <a:cubicBezTo>
                  <a:pt x="321111" y="96647"/>
                  <a:pt x="318506" y="94518"/>
                  <a:pt x="316465" y="91946"/>
                </a:cubicBezTo>
                <a:lnTo>
                  <a:pt x="316465" y="126409"/>
                </a:lnTo>
                <a:lnTo>
                  <a:pt x="304490" y="126409"/>
                </a:lnTo>
                <a:moveTo>
                  <a:pt x="315334" y="64369"/>
                </a:moveTo>
                <a:cubicBezTo>
                  <a:pt x="315334" y="73450"/>
                  <a:pt x="317175" y="80162"/>
                  <a:pt x="320856" y="84503"/>
                </a:cubicBezTo>
                <a:cubicBezTo>
                  <a:pt x="324538" y="88844"/>
                  <a:pt x="328995" y="91014"/>
                  <a:pt x="334229" y="91014"/>
                </a:cubicBezTo>
                <a:cubicBezTo>
                  <a:pt x="339551" y="91014"/>
                  <a:pt x="344109" y="88766"/>
                  <a:pt x="347901" y="84270"/>
                </a:cubicBezTo>
                <a:cubicBezTo>
                  <a:pt x="351693" y="79773"/>
                  <a:pt x="353590" y="72807"/>
                  <a:pt x="353590" y="63371"/>
                </a:cubicBezTo>
                <a:cubicBezTo>
                  <a:pt x="353590" y="54378"/>
                  <a:pt x="351738" y="47645"/>
                  <a:pt x="348034" y="43170"/>
                </a:cubicBezTo>
                <a:cubicBezTo>
                  <a:pt x="344331" y="38696"/>
                  <a:pt x="339906" y="36459"/>
                  <a:pt x="334761" y="36459"/>
                </a:cubicBezTo>
                <a:cubicBezTo>
                  <a:pt x="329661" y="36459"/>
                  <a:pt x="325148" y="38840"/>
                  <a:pt x="321222" y="43603"/>
                </a:cubicBezTo>
                <a:cubicBezTo>
                  <a:pt x="317297" y="48365"/>
                  <a:pt x="315334" y="55287"/>
                  <a:pt x="315334" y="64369"/>
                </a:cubicBezTo>
                <a:close/>
                <a:moveTo>
                  <a:pt x="380314" y="15435"/>
                </a:moveTo>
                <a:lnTo>
                  <a:pt x="380314" y="1730"/>
                </a:lnTo>
                <a:lnTo>
                  <a:pt x="392290" y="1730"/>
                </a:lnTo>
                <a:lnTo>
                  <a:pt x="392290" y="15435"/>
                </a:lnTo>
                <a:lnTo>
                  <a:pt x="380314" y="15435"/>
                </a:lnTo>
                <a:moveTo>
                  <a:pt x="380314" y="99264"/>
                </a:moveTo>
                <a:lnTo>
                  <a:pt x="380314" y="28608"/>
                </a:lnTo>
                <a:lnTo>
                  <a:pt x="392290" y="28608"/>
                </a:lnTo>
                <a:lnTo>
                  <a:pt x="392290" y="99264"/>
                </a:lnTo>
                <a:lnTo>
                  <a:pt x="380314" y="99264"/>
                </a:lnTo>
                <a:close/>
                <a:moveTo>
                  <a:pt x="410496" y="99264"/>
                </a:moveTo>
                <a:lnTo>
                  <a:pt x="410496" y="28608"/>
                </a:lnTo>
                <a:lnTo>
                  <a:pt x="421274" y="28608"/>
                </a:lnTo>
                <a:lnTo>
                  <a:pt x="421274" y="38655"/>
                </a:lnTo>
                <a:cubicBezTo>
                  <a:pt x="426464" y="30893"/>
                  <a:pt x="433960" y="27012"/>
                  <a:pt x="443762" y="27012"/>
                </a:cubicBezTo>
                <a:cubicBezTo>
                  <a:pt x="448020" y="27012"/>
                  <a:pt x="451934" y="27777"/>
                  <a:pt x="455505" y="29307"/>
                </a:cubicBezTo>
                <a:cubicBezTo>
                  <a:pt x="459075" y="30837"/>
                  <a:pt x="461747" y="32844"/>
                  <a:pt x="463522" y="35328"/>
                </a:cubicBezTo>
                <a:cubicBezTo>
                  <a:pt x="465296" y="37812"/>
                  <a:pt x="466538" y="40761"/>
                  <a:pt x="467247" y="44177"/>
                </a:cubicBezTo>
                <a:cubicBezTo>
                  <a:pt x="467691" y="46394"/>
                  <a:pt x="467913" y="50275"/>
                  <a:pt x="467913" y="55820"/>
                </a:cubicBezTo>
                <a:lnTo>
                  <a:pt x="467913" y="99264"/>
                </a:lnTo>
                <a:lnTo>
                  <a:pt x="455937" y="99264"/>
                </a:lnTo>
                <a:lnTo>
                  <a:pt x="455937" y="56285"/>
                </a:lnTo>
                <a:cubicBezTo>
                  <a:pt x="455937" y="51406"/>
                  <a:pt x="455471" y="47758"/>
                  <a:pt x="454540" y="45341"/>
                </a:cubicBezTo>
                <a:cubicBezTo>
                  <a:pt x="453608" y="42924"/>
                  <a:pt x="451956" y="40994"/>
                  <a:pt x="449583" y="39553"/>
                </a:cubicBezTo>
                <a:cubicBezTo>
                  <a:pt x="447210" y="38111"/>
                  <a:pt x="444427" y="37390"/>
                  <a:pt x="441234" y="37390"/>
                </a:cubicBezTo>
                <a:cubicBezTo>
                  <a:pt x="436133" y="37390"/>
                  <a:pt x="431731" y="39009"/>
                  <a:pt x="428027" y="42247"/>
                </a:cubicBezTo>
                <a:cubicBezTo>
                  <a:pt x="424324" y="45485"/>
                  <a:pt x="422472" y="51628"/>
                  <a:pt x="422472" y="60676"/>
                </a:cubicBezTo>
                <a:lnTo>
                  <a:pt x="422472" y="99264"/>
                </a:lnTo>
                <a:lnTo>
                  <a:pt x="410496" y="99264"/>
                </a:lnTo>
                <a:close/>
                <a:moveTo>
                  <a:pt x="484059" y="105119"/>
                </a:moveTo>
                <a:lnTo>
                  <a:pt x="495701" y="106716"/>
                </a:lnTo>
                <a:cubicBezTo>
                  <a:pt x="496189" y="110351"/>
                  <a:pt x="497542" y="112999"/>
                  <a:pt x="499760" y="114660"/>
                </a:cubicBezTo>
                <a:cubicBezTo>
                  <a:pt x="502732" y="116904"/>
                  <a:pt x="506790" y="118026"/>
                  <a:pt x="511935" y="118026"/>
                </a:cubicBezTo>
                <a:cubicBezTo>
                  <a:pt x="517479" y="118026"/>
                  <a:pt x="521759" y="116914"/>
                  <a:pt x="524776" y="114691"/>
                </a:cubicBezTo>
                <a:cubicBezTo>
                  <a:pt x="527792" y="112468"/>
                  <a:pt x="529832" y="109356"/>
                  <a:pt x="530896" y="105356"/>
                </a:cubicBezTo>
                <a:cubicBezTo>
                  <a:pt x="531517" y="102910"/>
                  <a:pt x="531806" y="97774"/>
                  <a:pt x="531761" y="89950"/>
                </a:cubicBezTo>
                <a:cubicBezTo>
                  <a:pt x="526528" y="96160"/>
                  <a:pt x="520007" y="99264"/>
                  <a:pt x="512201" y="99264"/>
                </a:cubicBezTo>
                <a:cubicBezTo>
                  <a:pt x="502488" y="99264"/>
                  <a:pt x="494970" y="95760"/>
                  <a:pt x="489647" y="88752"/>
                </a:cubicBezTo>
                <a:cubicBezTo>
                  <a:pt x="484325" y="81744"/>
                  <a:pt x="481663" y="73339"/>
                  <a:pt x="481663" y="63537"/>
                </a:cubicBezTo>
                <a:cubicBezTo>
                  <a:pt x="481663" y="56795"/>
                  <a:pt x="482883" y="50575"/>
                  <a:pt x="485323" y="44875"/>
                </a:cubicBezTo>
                <a:cubicBezTo>
                  <a:pt x="487762" y="39176"/>
                  <a:pt x="491299" y="34774"/>
                  <a:pt x="495934" y="31669"/>
                </a:cubicBezTo>
                <a:cubicBezTo>
                  <a:pt x="500569" y="28564"/>
                  <a:pt x="506014" y="27012"/>
                  <a:pt x="512268" y="27012"/>
                </a:cubicBezTo>
                <a:cubicBezTo>
                  <a:pt x="520606" y="27012"/>
                  <a:pt x="527481" y="30427"/>
                  <a:pt x="532892" y="37257"/>
                </a:cubicBezTo>
                <a:lnTo>
                  <a:pt x="532892" y="28608"/>
                </a:lnTo>
                <a:lnTo>
                  <a:pt x="543936" y="28608"/>
                </a:lnTo>
                <a:lnTo>
                  <a:pt x="543936" y="89725"/>
                </a:lnTo>
                <a:cubicBezTo>
                  <a:pt x="543936" y="100732"/>
                  <a:pt x="542817" y="108532"/>
                  <a:pt x="540577" y="113126"/>
                </a:cubicBezTo>
                <a:cubicBezTo>
                  <a:pt x="538337" y="117719"/>
                  <a:pt x="534788" y="121347"/>
                  <a:pt x="529932" y="124010"/>
                </a:cubicBezTo>
                <a:cubicBezTo>
                  <a:pt x="525075" y="126674"/>
                  <a:pt x="519098" y="128006"/>
                  <a:pt x="512002" y="128006"/>
                </a:cubicBezTo>
                <a:cubicBezTo>
                  <a:pt x="503574" y="128006"/>
                  <a:pt x="496766" y="126104"/>
                  <a:pt x="491577" y="122301"/>
                </a:cubicBezTo>
                <a:cubicBezTo>
                  <a:pt x="486387" y="118497"/>
                  <a:pt x="483881" y="112770"/>
                  <a:pt x="484059" y="105119"/>
                </a:cubicBezTo>
                <a:moveTo>
                  <a:pt x="493972" y="62674"/>
                </a:moveTo>
                <a:cubicBezTo>
                  <a:pt x="493972" y="71921"/>
                  <a:pt x="495812" y="78667"/>
                  <a:pt x="499494" y="82914"/>
                </a:cubicBezTo>
                <a:cubicBezTo>
                  <a:pt x="503175" y="87161"/>
                  <a:pt x="507788" y="89285"/>
                  <a:pt x="513332" y="89285"/>
                </a:cubicBezTo>
                <a:cubicBezTo>
                  <a:pt x="518832" y="89285"/>
                  <a:pt x="523445" y="87172"/>
                  <a:pt x="527171" y="82948"/>
                </a:cubicBezTo>
                <a:cubicBezTo>
                  <a:pt x="530896" y="78723"/>
                  <a:pt x="532759" y="72097"/>
                  <a:pt x="532759" y="63071"/>
                </a:cubicBezTo>
                <a:cubicBezTo>
                  <a:pt x="532759" y="54445"/>
                  <a:pt x="530841" y="47941"/>
                  <a:pt x="527004" y="43561"/>
                </a:cubicBezTo>
                <a:cubicBezTo>
                  <a:pt x="523168" y="39181"/>
                  <a:pt x="518544" y="36991"/>
                  <a:pt x="513133" y="36991"/>
                </a:cubicBezTo>
                <a:cubicBezTo>
                  <a:pt x="507810" y="36991"/>
                  <a:pt x="503286" y="39148"/>
                  <a:pt x="499560" y="43461"/>
                </a:cubicBezTo>
                <a:cubicBezTo>
                  <a:pt x="495835" y="47775"/>
                  <a:pt x="493972" y="54179"/>
                  <a:pt x="493972" y="62674"/>
                </a:cubicBezTo>
                <a:close/>
                <a:moveTo>
                  <a:pt x="595298" y="63936"/>
                </a:moveTo>
                <a:cubicBezTo>
                  <a:pt x="595298" y="50852"/>
                  <a:pt x="598935" y="41161"/>
                  <a:pt x="606209" y="34862"/>
                </a:cubicBezTo>
                <a:cubicBezTo>
                  <a:pt x="612285" y="29628"/>
                  <a:pt x="619693" y="27012"/>
                  <a:pt x="628430" y="27012"/>
                </a:cubicBezTo>
                <a:cubicBezTo>
                  <a:pt x="638144" y="27012"/>
                  <a:pt x="646083" y="30194"/>
                  <a:pt x="652248" y="36559"/>
                </a:cubicBezTo>
                <a:cubicBezTo>
                  <a:pt x="658414" y="42924"/>
                  <a:pt x="661496" y="51717"/>
                  <a:pt x="661496" y="62938"/>
                </a:cubicBezTo>
                <a:cubicBezTo>
                  <a:pt x="661496" y="72031"/>
                  <a:pt x="660132" y="79183"/>
                  <a:pt x="657405" y="84395"/>
                </a:cubicBezTo>
                <a:cubicBezTo>
                  <a:pt x="654677" y="89606"/>
                  <a:pt x="650707" y="93654"/>
                  <a:pt x="645495" y="96537"/>
                </a:cubicBezTo>
                <a:cubicBezTo>
                  <a:pt x="640284" y="99420"/>
                  <a:pt x="634595" y="100861"/>
                  <a:pt x="628430" y="100861"/>
                </a:cubicBezTo>
                <a:cubicBezTo>
                  <a:pt x="618539" y="100861"/>
                  <a:pt x="610545" y="97690"/>
                  <a:pt x="604446" y="91347"/>
                </a:cubicBezTo>
                <a:cubicBezTo>
                  <a:pt x="598347" y="85004"/>
                  <a:pt x="595298" y="75868"/>
                  <a:pt x="595298" y="63936"/>
                </a:cubicBezTo>
                <a:moveTo>
                  <a:pt x="607606" y="63970"/>
                </a:moveTo>
                <a:cubicBezTo>
                  <a:pt x="607606" y="73007"/>
                  <a:pt x="609580" y="79773"/>
                  <a:pt x="613527" y="84270"/>
                </a:cubicBezTo>
                <a:cubicBezTo>
                  <a:pt x="617475" y="88766"/>
                  <a:pt x="622442" y="91014"/>
                  <a:pt x="628430" y="91014"/>
                </a:cubicBezTo>
                <a:cubicBezTo>
                  <a:pt x="634374" y="91014"/>
                  <a:pt x="639319" y="88755"/>
                  <a:pt x="643267" y="84237"/>
                </a:cubicBezTo>
                <a:cubicBezTo>
                  <a:pt x="647214" y="79718"/>
                  <a:pt x="649188" y="72829"/>
                  <a:pt x="649188" y="63570"/>
                </a:cubicBezTo>
                <a:cubicBezTo>
                  <a:pt x="649188" y="54844"/>
                  <a:pt x="647203" y="48232"/>
                  <a:pt x="643233" y="43736"/>
                </a:cubicBezTo>
                <a:cubicBezTo>
                  <a:pt x="639264" y="39239"/>
                  <a:pt x="634329" y="36991"/>
                  <a:pt x="628430" y="36991"/>
                </a:cubicBezTo>
                <a:cubicBezTo>
                  <a:pt x="622442" y="36991"/>
                  <a:pt x="617475" y="39228"/>
                  <a:pt x="613527" y="43703"/>
                </a:cubicBezTo>
                <a:cubicBezTo>
                  <a:pt x="609580" y="48177"/>
                  <a:pt x="607606" y="54932"/>
                  <a:pt x="607606" y="63970"/>
                </a:cubicBezTo>
                <a:close/>
                <a:moveTo>
                  <a:pt x="678374" y="99264"/>
                </a:moveTo>
                <a:lnTo>
                  <a:pt x="678374" y="37923"/>
                </a:lnTo>
                <a:lnTo>
                  <a:pt x="667796" y="37923"/>
                </a:lnTo>
                <a:lnTo>
                  <a:pt x="667796" y="28608"/>
                </a:lnTo>
                <a:lnTo>
                  <a:pt x="678374" y="28608"/>
                </a:lnTo>
                <a:lnTo>
                  <a:pt x="678374" y="21107"/>
                </a:lnTo>
                <a:cubicBezTo>
                  <a:pt x="678374" y="16372"/>
                  <a:pt x="678796" y="12854"/>
                  <a:pt x="679638" y="10553"/>
                </a:cubicBezTo>
                <a:cubicBezTo>
                  <a:pt x="680792" y="7457"/>
                  <a:pt x="682821" y="4946"/>
                  <a:pt x="685726" y="3021"/>
                </a:cubicBezTo>
                <a:cubicBezTo>
                  <a:pt x="688631" y="1096"/>
                  <a:pt x="692701" y="133"/>
                  <a:pt x="697934" y="133"/>
                </a:cubicBezTo>
                <a:cubicBezTo>
                  <a:pt x="701305" y="133"/>
                  <a:pt x="705031" y="534"/>
                  <a:pt x="709112" y="1337"/>
                </a:cubicBezTo>
                <a:lnTo>
                  <a:pt x="707315" y="11838"/>
                </a:lnTo>
                <a:cubicBezTo>
                  <a:pt x="704831" y="11398"/>
                  <a:pt x="702481" y="11177"/>
                  <a:pt x="700263" y="11177"/>
                </a:cubicBezTo>
                <a:cubicBezTo>
                  <a:pt x="696626" y="11177"/>
                  <a:pt x="694053" y="11948"/>
                  <a:pt x="692545" y="13489"/>
                </a:cubicBezTo>
                <a:cubicBezTo>
                  <a:pt x="691037" y="15029"/>
                  <a:pt x="690283" y="17912"/>
                  <a:pt x="690283" y="22138"/>
                </a:cubicBezTo>
                <a:lnTo>
                  <a:pt x="690283" y="28608"/>
                </a:lnTo>
                <a:lnTo>
                  <a:pt x="704055" y="28608"/>
                </a:lnTo>
                <a:lnTo>
                  <a:pt x="704055" y="37923"/>
                </a:lnTo>
                <a:lnTo>
                  <a:pt x="690283" y="37923"/>
                </a:lnTo>
                <a:lnTo>
                  <a:pt x="690283" y="99264"/>
                </a:lnTo>
                <a:lnTo>
                  <a:pt x="678374" y="99264"/>
                </a:lnTo>
                <a:close/>
                <a:moveTo>
                  <a:pt x="751997" y="99264"/>
                </a:moveTo>
                <a:lnTo>
                  <a:pt x="751997" y="1730"/>
                </a:lnTo>
                <a:lnTo>
                  <a:pt x="788589" y="1730"/>
                </a:lnTo>
                <a:cubicBezTo>
                  <a:pt x="796040" y="1730"/>
                  <a:pt x="802017" y="2714"/>
                  <a:pt x="806519" y="4682"/>
                </a:cubicBezTo>
                <a:cubicBezTo>
                  <a:pt x="811021" y="6650"/>
                  <a:pt x="814547" y="9680"/>
                  <a:pt x="817097" y="13770"/>
                </a:cubicBezTo>
                <a:cubicBezTo>
                  <a:pt x="819648" y="17860"/>
                  <a:pt x="820923" y="22139"/>
                  <a:pt x="820923" y="26606"/>
                </a:cubicBezTo>
                <a:cubicBezTo>
                  <a:pt x="820923" y="30763"/>
                  <a:pt x="819792" y="34677"/>
                  <a:pt x="817530" y="38349"/>
                </a:cubicBezTo>
                <a:cubicBezTo>
                  <a:pt x="815268" y="42019"/>
                  <a:pt x="811853" y="44982"/>
                  <a:pt x="807284" y="47237"/>
                </a:cubicBezTo>
                <a:cubicBezTo>
                  <a:pt x="813183" y="48971"/>
                  <a:pt x="817718" y="51928"/>
                  <a:pt x="820890" y="56109"/>
                </a:cubicBezTo>
                <a:cubicBezTo>
                  <a:pt x="824061" y="60289"/>
                  <a:pt x="825647" y="65225"/>
                  <a:pt x="825647" y="70916"/>
                </a:cubicBezTo>
                <a:cubicBezTo>
                  <a:pt x="825647" y="75497"/>
                  <a:pt x="824682" y="79755"/>
                  <a:pt x="822753" y="83690"/>
                </a:cubicBezTo>
                <a:cubicBezTo>
                  <a:pt x="820823" y="87625"/>
                  <a:pt x="818439" y="90660"/>
                  <a:pt x="815601" y="92794"/>
                </a:cubicBezTo>
                <a:cubicBezTo>
                  <a:pt x="812762" y="94929"/>
                  <a:pt x="809202" y="96541"/>
                  <a:pt x="804922" y="97630"/>
                </a:cubicBezTo>
                <a:cubicBezTo>
                  <a:pt x="800642" y="98720"/>
                  <a:pt x="795397" y="99264"/>
                  <a:pt x="789188" y="99264"/>
                </a:cubicBezTo>
                <a:lnTo>
                  <a:pt x="751997" y="99264"/>
                </a:lnTo>
                <a:moveTo>
                  <a:pt x="764904" y="42580"/>
                </a:moveTo>
                <a:lnTo>
                  <a:pt x="785994" y="42580"/>
                </a:lnTo>
                <a:cubicBezTo>
                  <a:pt x="791716" y="42580"/>
                  <a:pt x="795819" y="42205"/>
                  <a:pt x="798302" y="41455"/>
                </a:cubicBezTo>
                <a:cubicBezTo>
                  <a:pt x="801585" y="40486"/>
                  <a:pt x="804057" y="38878"/>
                  <a:pt x="805721" y="36632"/>
                </a:cubicBezTo>
                <a:cubicBezTo>
                  <a:pt x="807384" y="34385"/>
                  <a:pt x="808216" y="31566"/>
                  <a:pt x="808216" y="28174"/>
                </a:cubicBezTo>
                <a:cubicBezTo>
                  <a:pt x="808216" y="24958"/>
                  <a:pt x="807439" y="22128"/>
                  <a:pt x="805887" y="19683"/>
                </a:cubicBezTo>
                <a:cubicBezTo>
                  <a:pt x="804335" y="17238"/>
                  <a:pt x="802117" y="15564"/>
                  <a:pt x="799234" y="14662"/>
                </a:cubicBezTo>
                <a:cubicBezTo>
                  <a:pt x="796351" y="13758"/>
                  <a:pt x="791405" y="13306"/>
                  <a:pt x="784397" y="13306"/>
                </a:cubicBezTo>
                <a:lnTo>
                  <a:pt x="764904" y="13306"/>
                </a:lnTo>
                <a:lnTo>
                  <a:pt x="764904" y="42580"/>
                </a:lnTo>
                <a:moveTo>
                  <a:pt x="764904" y="87688"/>
                </a:moveTo>
                <a:lnTo>
                  <a:pt x="789188" y="87688"/>
                </a:lnTo>
                <a:cubicBezTo>
                  <a:pt x="793357" y="87688"/>
                  <a:pt x="796284" y="87533"/>
                  <a:pt x="797970" y="87222"/>
                </a:cubicBezTo>
                <a:cubicBezTo>
                  <a:pt x="800942" y="86690"/>
                  <a:pt x="803425" y="85803"/>
                  <a:pt x="805421" y="84561"/>
                </a:cubicBezTo>
                <a:cubicBezTo>
                  <a:pt x="807417" y="83319"/>
                  <a:pt x="809058" y="81512"/>
                  <a:pt x="810345" y="79139"/>
                </a:cubicBezTo>
                <a:cubicBezTo>
                  <a:pt x="811631" y="76766"/>
                  <a:pt x="812274" y="74027"/>
                  <a:pt x="812274" y="70922"/>
                </a:cubicBezTo>
                <a:cubicBezTo>
                  <a:pt x="812274" y="67285"/>
                  <a:pt x="811343" y="64125"/>
                  <a:pt x="809480" y="61441"/>
                </a:cubicBezTo>
                <a:cubicBezTo>
                  <a:pt x="807617" y="58758"/>
                  <a:pt x="805033" y="56873"/>
                  <a:pt x="801729" y="55786"/>
                </a:cubicBezTo>
                <a:cubicBezTo>
                  <a:pt x="798424" y="54700"/>
                  <a:pt x="793667" y="54156"/>
                  <a:pt x="787458" y="54156"/>
                </a:cubicBezTo>
                <a:lnTo>
                  <a:pt x="764904" y="54156"/>
                </a:lnTo>
                <a:lnTo>
                  <a:pt x="764904" y="87688"/>
                </a:lnTo>
                <a:close/>
                <a:moveTo>
                  <a:pt x="841213" y="126550"/>
                </a:moveTo>
                <a:lnTo>
                  <a:pt x="839882" y="115365"/>
                </a:lnTo>
                <a:cubicBezTo>
                  <a:pt x="842499" y="116074"/>
                  <a:pt x="844783" y="116429"/>
                  <a:pt x="846735" y="116429"/>
                </a:cubicBezTo>
                <a:cubicBezTo>
                  <a:pt x="849396" y="116429"/>
                  <a:pt x="851525" y="115985"/>
                  <a:pt x="853122" y="115097"/>
                </a:cubicBezTo>
                <a:cubicBezTo>
                  <a:pt x="854719" y="114208"/>
                  <a:pt x="856027" y="112964"/>
                  <a:pt x="857047" y="111365"/>
                </a:cubicBezTo>
                <a:cubicBezTo>
                  <a:pt x="857801" y="110166"/>
                  <a:pt x="859021" y="107190"/>
                  <a:pt x="860706" y="102437"/>
                </a:cubicBezTo>
                <a:cubicBezTo>
                  <a:pt x="860928" y="101770"/>
                  <a:pt x="861283" y="100793"/>
                  <a:pt x="861771" y="99505"/>
                </a:cubicBezTo>
                <a:lnTo>
                  <a:pt x="834959" y="28608"/>
                </a:lnTo>
                <a:lnTo>
                  <a:pt x="847866" y="28608"/>
                </a:lnTo>
                <a:lnTo>
                  <a:pt x="862569" y="69537"/>
                </a:lnTo>
                <a:cubicBezTo>
                  <a:pt x="864477" y="74728"/>
                  <a:pt x="866184" y="80185"/>
                  <a:pt x="867692" y="85908"/>
                </a:cubicBezTo>
                <a:cubicBezTo>
                  <a:pt x="869067" y="80396"/>
                  <a:pt x="870708" y="75024"/>
                  <a:pt x="872615" y="69793"/>
                </a:cubicBezTo>
                <a:lnTo>
                  <a:pt x="887718" y="28608"/>
                </a:lnTo>
                <a:lnTo>
                  <a:pt x="899694" y="28608"/>
                </a:lnTo>
                <a:lnTo>
                  <a:pt x="872815" y="100454"/>
                </a:lnTo>
                <a:cubicBezTo>
                  <a:pt x="869932" y="108236"/>
                  <a:pt x="867692" y="113595"/>
                  <a:pt x="866095" y="116531"/>
                </a:cubicBezTo>
                <a:cubicBezTo>
                  <a:pt x="863966" y="120490"/>
                  <a:pt x="861527" y="123391"/>
                  <a:pt x="858777" y="125236"/>
                </a:cubicBezTo>
                <a:cubicBezTo>
                  <a:pt x="856027" y="127083"/>
                  <a:pt x="852745" y="128006"/>
                  <a:pt x="848930" y="128006"/>
                </a:cubicBezTo>
                <a:cubicBezTo>
                  <a:pt x="846624" y="128006"/>
                  <a:pt x="844051" y="127521"/>
                  <a:pt x="841213" y="126550"/>
                </a:cubicBezTo>
                <a:close/>
                <a:moveTo>
                  <a:pt x="936019" y="88553"/>
                </a:moveTo>
                <a:lnTo>
                  <a:pt x="937749" y="99131"/>
                </a:lnTo>
                <a:cubicBezTo>
                  <a:pt x="934378" y="99841"/>
                  <a:pt x="931362" y="100196"/>
                  <a:pt x="928701" y="100196"/>
                </a:cubicBezTo>
                <a:cubicBezTo>
                  <a:pt x="924354" y="100196"/>
                  <a:pt x="920983" y="99508"/>
                  <a:pt x="918588" y="98133"/>
                </a:cubicBezTo>
                <a:cubicBezTo>
                  <a:pt x="916193" y="96758"/>
                  <a:pt x="914508" y="94951"/>
                  <a:pt x="913532" y="92711"/>
                </a:cubicBezTo>
                <a:cubicBezTo>
                  <a:pt x="912556" y="90471"/>
                  <a:pt x="912068" y="85758"/>
                  <a:pt x="912068" y="78573"/>
                </a:cubicBezTo>
                <a:lnTo>
                  <a:pt x="912068" y="37923"/>
                </a:lnTo>
                <a:lnTo>
                  <a:pt x="903286" y="37923"/>
                </a:lnTo>
                <a:lnTo>
                  <a:pt x="903286" y="28608"/>
                </a:lnTo>
                <a:lnTo>
                  <a:pt x="912068" y="28608"/>
                </a:lnTo>
                <a:lnTo>
                  <a:pt x="912068" y="11111"/>
                </a:lnTo>
                <a:lnTo>
                  <a:pt x="923977" y="3925"/>
                </a:lnTo>
                <a:lnTo>
                  <a:pt x="923977" y="28608"/>
                </a:lnTo>
                <a:lnTo>
                  <a:pt x="936019" y="28608"/>
                </a:lnTo>
                <a:lnTo>
                  <a:pt x="936019" y="37923"/>
                </a:lnTo>
                <a:lnTo>
                  <a:pt x="923977" y="37923"/>
                </a:lnTo>
                <a:lnTo>
                  <a:pt x="923977" y="79238"/>
                </a:lnTo>
                <a:cubicBezTo>
                  <a:pt x="923977" y="82654"/>
                  <a:pt x="924188" y="84849"/>
                  <a:pt x="924609" y="85825"/>
                </a:cubicBezTo>
                <a:cubicBezTo>
                  <a:pt x="925031" y="86801"/>
                  <a:pt x="925718" y="87577"/>
                  <a:pt x="926672" y="88154"/>
                </a:cubicBezTo>
                <a:cubicBezTo>
                  <a:pt x="927625" y="88730"/>
                  <a:pt x="928989" y="89019"/>
                  <a:pt x="930763" y="89019"/>
                </a:cubicBezTo>
                <a:cubicBezTo>
                  <a:pt x="932094" y="89019"/>
                  <a:pt x="933846" y="88863"/>
                  <a:pt x="936019" y="88553"/>
                </a:cubicBezTo>
                <a:close/>
                <a:moveTo>
                  <a:pt x="995984" y="76378"/>
                </a:moveTo>
                <a:lnTo>
                  <a:pt x="1008358" y="77974"/>
                </a:lnTo>
                <a:cubicBezTo>
                  <a:pt x="1006407" y="85225"/>
                  <a:pt x="1002792" y="90852"/>
                  <a:pt x="997514" y="94857"/>
                </a:cubicBezTo>
                <a:cubicBezTo>
                  <a:pt x="992236" y="98860"/>
                  <a:pt x="985494" y="100861"/>
                  <a:pt x="977288" y="100861"/>
                </a:cubicBezTo>
                <a:cubicBezTo>
                  <a:pt x="966954" y="100861"/>
                  <a:pt x="958759" y="97679"/>
                  <a:pt x="952705" y="91314"/>
                </a:cubicBezTo>
                <a:cubicBezTo>
                  <a:pt x="946651" y="84949"/>
                  <a:pt x="943624" y="76023"/>
                  <a:pt x="943624" y="64535"/>
                </a:cubicBezTo>
                <a:cubicBezTo>
                  <a:pt x="943624" y="52648"/>
                  <a:pt x="946684" y="43423"/>
                  <a:pt x="952805" y="36858"/>
                </a:cubicBezTo>
                <a:cubicBezTo>
                  <a:pt x="958926" y="30294"/>
                  <a:pt x="966865" y="27012"/>
                  <a:pt x="976623" y="27012"/>
                </a:cubicBezTo>
                <a:cubicBezTo>
                  <a:pt x="986070" y="27012"/>
                  <a:pt x="993788" y="30222"/>
                  <a:pt x="999776" y="36644"/>
                </a:cubicBezTo>
                <a:cubicBezTo>
                  <a:pt x="1005764" y="43064"/>
                  <a:pt x="1008757" y="52097"/>
                  <a:pt x="1008757" y="63743"/>
                </a:cubicBezTo>
                <a:cubicBezTo>
                  <a:pt x="1008757" y="64451"/>
                  <a:pt x="1008735" y="65514"/>
                  <a:pt x="1008691" y="66930"/>
                </a:cubicBezTo>
                <a:lnTo>
                  <a:pt x="955998" y="66930"/>
                </a:lnTo>
                <a:cubicBezTo>
                  <a:pt x="956442" y="74714"/>
                  <a:pt x="958637" y="80674"/>
                  <a:pt x="962585" y="84810"/>
                </a:cubicBezTo>
                <a:cubicBezTo>
                  <a:pt x="966532" y="88946"/>
                  <a:pt x="971456" y="91014"/>
                  <a:pt x="977355" y="91014"/>
                </a:cubicBezTo>
                <a:cubicBezTo>
                  <a:pt x="981746" y="91014"/>
                  <a:pt x="985494" y="89851"/>
                  <a:pt x="988599" y="87524"/>
                </a:cubicBezTo>
                <a:cubicBezTo>
                  <a:pt x="991703" y="85195"/>
                  <a:pt x="994165" y="81480"/>
                  <a:pt x="995984" y="76378"/>
                </a:cubicBezTo>
                <a:moveTo>
                  <a:pt x="956664" y="57084"/>
                </a:moveTo>
                <a:lnTo>
                  <a:pt x="996117" y="57084"/>
                </a:lnTo>
                <a:cubicBezTo>
                  <a:pt x="995584" y="51160"/>
                  <a:pt x="994076" y="46717"/>
                  <a:pt x="991592" y="43755"/>
                </a:cubicBezTo>
                <a:cubicBezTo>
                  <a:pt x="987778" y="39157"/>
                  <a:pt x="982833" y="36858"/>
                  <a:pt x="976756" y="36858"/>
                </a:cubicBezTo>
                <a:cubicBezTo>
                  <a:pt x="971256" y="36858"/>
                  <a:pt x="966632" y="38693"/>
                  <a:pt x="962884" y="42364"/>
                </a:cubicBezTo>
                <a:cubicBezTo>
                  <a:pt x="959136" y="46033"/>
                  <a:pt x="957063" y="50939"/>
                  <a:pt x="956664" y="57084"/>
                </a:cubicBezTo>
                <a:close/>
                <a:moveTo>
                  <a:pt x="1018583" y="78107"/>
                </a:moveTo>
                <a:lnTo>
                  <a:pt x="1030426" y="76245"/>
                </a:lnTo>
                <a:cubicBezTo>
                  <a:pt x="1031091" y="81011"/>
                  <a:pt x="1032943" y="84665"/>
                  <a:pt x="1035981" y="87206"/>
                </a:cubicBezTo>
                <a:cubicBezTo>
                  <a:pt x="1039019" y="89745"/>
                  <a:pt x="1043266" y="91014"/>
                  <a:pt x="1048722" y="91014"/>
                </a:cubicBezTo>
                <a:cubicBezTo>
                  <a:pt x="1054222" y="91014"/>
                  <a:pt x="1058302" y="89895"/>
                  <a:pt x="1060964" y="87655"/>
                </a:cubicBezTo>
                <a:cubicBezTo>
                  <a:pt x="1063625" y="85415"/>
                  <a:pt x="1064955" y="82787"/>
                  <a:pt x="1064955" y="79771"/>
                </a:cubicBezTo>
                <a:cubicBezTo>
                  <a:pt x="1064955" y="77065"/>
                  <a:pt x="1063780" y="74936"/>
                  <a:pt x="1061429" y="73384"/>
                </a:cubicBezTo>
                <a:cubicBezTo>
                  <a:pt x="1059788" y="72319"/>
                  <a:pt x="1055708" y="70966"/>
                  <a:pt x="1049188" y="69325"/>
                </a:cubicBezTo>
                <a:cubicBezTo>
                  <a:pt x="1040405" y="67108"/>
                  <a:pt x="1034318" y="65189"/>
                  <a:pt x="1030925" y="63570"/>
                </a:cubicBezTo>
                <a:cubicBezTo>
                  <a:pt x="1027532" y="61951"/>
                  <a:pt x="1024959" y="59712"/>
                  <a:pt x="1023207" y="56851"/>
                </a:cubicBezTo>
                <a:cubicBezTo>
                  <a:pt x="1021455" y="53990"/>
                  <a:pt x="1020579" y="50830"/>
                  <a:pt x="1020579" y="47370"/>
                </a:cubicBezTo>
                <a:cubicBezTo>
                  <a:pt x="1020579" y="44221"/>
                  <a:pt x="1021300" y="41305"/>
                  <a:pt x="1022741" y="38621"/>
                </a:cubicBezTo>
                <a:cubicBezTo>
                  <a:pt x="1024183" y="35938"/>
                  <a:pt x="1026146" y="33709"/>
                  <a:pt x="1028629" y="31935"/>
                </a:cubicBezTo>
                <a:cubicBezTo>
                  <a:pt x="1030492" y="30560"/>
                  <a:pt x="1033032" y="29396"/>
                  <a:pt x="1036247" y="28442"/>
                </a:cubicBezTo>
                <a:cubicBezTo>
                  <a:pt x="1039463" y="27488"/>
                  <a:pt x="1042911" y="27012"/>
                  <a:pt x="1046593" y="27012"/>
                </a:cubicBezTo>
                <a:cubicBezTo>
                  <a:pt x="1052137" y="27012"/>
                  <a:pt x="1057005" y="27810"/>
                  <a:pt x="1061196" y="29407"/>
                </a:cubicBezTo>
                <a:cubicBezTo>
                  <a:pt x="1065388" y="31003"/>
                  <a:pt x="1068482" y="33166"/>
                  <a:pt x="1070477" y="35893"/>
                </a:cubicBezTo>
                <a:cubicBezTo>
                  <a:pt x="1072473" y="38621"/>
                  <a:pt x="1073848" y="42269"/>
                  <a:pt x="1074602" y="46838"/>
                </a:cubicBezTo>
                <a:lnTo>
                  <a:pt x="1062893" y="48435"/>
                </a:lnTo>
                <a:cubicBezTo>
                  <a:pt x="1062361" y="44798"/>
                  <a:pt x="1060819" y="41959"/>
                  <a:pt x="1058269" y="39919"/>
                </a:cubicBezTo>
                <a:cubicBezTo>
                  <a:pt x="1055719" y="37878"/>
                  <a:pt x="1052115" y="36858"/>
                  <a:pt x="1047458" y="36858"/>
                </a:cubicBezTo>
                <a:cubicBezTo>
                  <a:pt x="1041958" y="36858"/>
                  <a:pt x="1038032" y="37767"/>
                  <a:pt x="1035682" y="39586"/>
                </a:cubicBezTo>
                <a:cubicBezTo>
                  <a:pt x="1033331" y="41404"/>
                  <a:pt x="1032156" y="43533"/>
                  <a:pt x="1032156" y="45973"/>
                </a:cubicBezTo>
                <a:cubicBezTo>
                  <a:pt x="1032156" y="47525"/>
                  <a:pt x="1032643" y="48922"/>
                  <a:pt x="1033619" y="50164"/>
                </a:cubicBezTo>
                <a:cubicBezTo>
                  <a:pt x="1034595" y="51451"/>
                  <a:pt x="1036125" y="52515"/>
                  <a:pt x="1038210" y="53358"/>
                </a:cubicBezTo>
                <a:cubicBezTo>
                  <a:pt x="1039407" y="53801"/>
                  <a:pt x="1042934" y="54822"/>
                  <a:pt x="1048788" y="56418"/>
                </a:cubicBezTo>
                <a:cubicBezTo>
                  <a:pt x="1057260" y="58680"/>
                  <a:pt x="1063170" y="60532"/>
                  <a:pt x="1066519" y="61974"/>
                </a:cubicBezTo>
                <a:cubicBezTo>
                  <a:pt x="1069868" y="63415"/>
                  <a:pt x="1072496" y="65511"/>
                  <a:pt x="1074403" y="68261"/>
                </a:cubicBezTo>
                <a:cubicBezTo>
                  <a:pt x="1076310" y="71011"/>
                  <a:pt x="1077264" y="74426"/>
                  <a:pt x="1077264" y="78507"/>
                </a:cubicBezTo>
                <a:cubicBezTo>
                  <a:pt x="1077264" y="82498"/>
                  <a:pt x="1076099" y="86257"/>
                  <a:pt x="1073771" y="89784"/>
                </a:cubicBezTo>
                <a:cubicBezTo>
                  <a:pt x="1071442" y="93310"/>
                  <a:pt x="1068082" y="96038"/>
                  <a:pt x="1063691" y="97967"/>
                </a:cubicBezTo>
                <a:cubicBezTo>
                  <a:pt x="1059300" y="99896"/>
                  <a:pt x="1054333" y="100861"/>
                  <a:pt x="1048788" y="100861"/>
                </a:cubicBezTo>
                <a:cubicBezTo>
                  <a:pt x="1039607" y="100861"/>
                  <a:pt x="1032610" y="98948"/>
                  <a:pt x="1027798" y="95123"/>
                </a:cubicBezTo>
                <a:cubicBezTo>
                  <a:pt x="1022985" y="91297"/>
                  <a:pt x="1019914" y="85625"/>
                  <a:pt x="1018583" y="78107"/>
                </a:cubicBezTo>
                <a:close/>
                <a:moveTo>
                  <a:pt x="1132970" y="99264"/>
                </a:moveTo>
                <a:lnTo>
                  <a:pt x="1132970" y="1730"/>
                </a:lnTo>
                <a:lnTo>
                  <a:pt x="1145877" y="1730"/>
                </a:lnTo>
                <a:lnTo>
                  <a:pt x="1145877" y="99264"/>
                </a:lnTo>
                <a:lnTo>
                  <a:pt x="1132970" y="99264"/>
                </a:lnTo>
                <a:close/>
                <a:moveTo>
                  <a:pt x="1166987" y="99264"/>
                </a:moveTo>
                <a:lnTo>
                  <a:pt x="1166987" y="28608"/>
                </a:lnTo>
                <a:lnTo>
                  <a:pt x="1177765" y="28608"/>
                </a:lnTo>
                <a:lnTo>
                  <a:pt x="1177765" y="38655"/>
                </a:lnTo>
                <a:cubicBezTo>
                  <a:pt x="1182954" y="30893"/>
                  <a:pt x="1190450" y="27012"/>
                  <a:pt x="1200252" y="27012"/>
                </a:cubicBezTo>
                <a:cubicBezTo>
                  <a:pt x="1204510" y="27012"/>
                  <a:pt x="1208425" y="27777"/>
                  <a:pt x="1211995" y="29307"/>
                </a:cubicBezTo>
                <a:cubicBezTo>
                  <a:pt x="1215566" y="30837"/>
                  <a:pt x="1218238" y="32844"/>
                  <a:pt x="1220012" y="35328"/>
                </a:cubicBezTo>
                <a:cubicBezTo>
                  <a:pt x="1221786" y="37812"/>
                  <a:pt x="1223028" y="40761"/>
                  <a:pt x="1223738" y="44177"/>
                </a:cubicBezTo>
                <a:cubicBezTo>
                  <a:pt x="1224181" y="46394"/>
                  <a:pt x="1224403" y="50275"/>
                  <a:pt x="1224403" y="55820"/>
                </a:cubicBezTo>
                <a:lnTo>
                  <a:pt x="1224403" y="99264"/>
                </a:lnTo>
                <a:lnTo>
                  <a:pt x="1212428" y="99264"/>
                </a:lnTo>
                <a:lnTo>
                  <a:pt x="1212428" y="56285"/>
                </a:lnTo>
                <a:cubicBezTo>
                  <a:pt x="1212428" y="51406"/>
                  <a:pt x="1211962" y="47758"/>
                  <a:pt x="1211030" y="45341"/>
                </a:cubicBezTo>
                <a:cubicBezTo>
                  <a:pt x="1210099" y="42924"/>
                  <a:pt x="1208447" y="40994"/>
                  <a:pt x="1206074" y="39553"/>
                </a:cubicBezTo>
                <a:cubicBezTo>
                  <a:pt x="1203701" y="38111"/>
                  <a:pt x="1200918" y="37390"/>
                  <a:pt x="1197724" y="37390"/>
                </a:cubicBezTo>
                <a:cubicBezTo>
                  <a:pt x="1192623" y="37390"/>
                  <a:pt x="1188221" y="39009"/>
                  <a:pt x="1184518" y="42247"/>
                </a:cubicBezTo>
                <a:cubicBezTo>
                  <a:pt x="1180814" y="45485"/>
                  <a:pt x="1178962" y="51628"/>
                  <a:pt x="1178962" y="60676"/>
                </a:cubicBezTo>
                <a:lnTo>
                  <a:pt x="1178962" y="99264"/>
                </a:lnTo>
                <a:lnTo>
                  <a:pt x="1166987" y="99264"/>
                </a:lnTo>
                <a:close/>
                <a:moveTo>
                  <a:pt x="1268892" y="88553"/>
                </a:moveTo>
                <a:lnTo>
                  <a:pt x="1270622" y="99131"/>
                </a:lnTo>
                <a:cubicBezTo>
                  <a:pt x="1267251" y="99841"/>
                  <a:pt x="1264235" y="100196"/>
                  <a:pt x="1261573" y="100196"/>
                </a:cubicBezTo>
                <a:cubicBezTo>
                  <a:pt x="1257227" y="100196"/>
                  <a:pt x="1253856" y="99508"/>
                  <a:pt x="1251461" y="98133"/>
                </a:cubicBezTo>
                <a:cubicBezTo>
                  <a:pt x="1249066" y="96758"/>
                  <a:pt x="1247380" y="94951"/>
                  <a:pt x="1246404" y="92711"/>
                </a:cubicBezTo>
                <a:cubicBezTo>
                  <a:pt x="1245429" y="90471"/>
                  <a:pt x="1244941" y="85758"/>
                  <a:pt x="1244941" y="78573"/>
                </a:cubicBezTo>
                <a:lnTo>
                  <a:pt x="1244941" y="37923"/>
                </a:lnTo>
                <a:lnTo>
                  <a:pt x="1236159" y="37923"/>
                </a:lnTo>
                <a:lnTo>
                  <a:pt x="1236159" y="28608"/>
                </a:lnTo>
                <a:lnTo>
                  <a:pt x="1244941" y="28608"/>
                </a:lnTo>
                <a:lnTo>
                  <a:pt x="1244941" y="11111"/>
                </a:lnTo>
                <a:lnTo>
                  <a:pt x="1256850" y="3925"/>
                </a:lnTo>
                <a:lnTo>
                  <a:pt x="1256850" y="28608"/>
                </a:lnTo>
                <a:lnTo>
                  <a:pt x="1268892" y="28608"/>
                </a:lnTo>
                <a:lnTo>
                  <a:pt x="1268892" y="37923"/>
                </a:lnTo>
                <a:lnTo>
                  <a:pt x="1256850" y="37923"/>
                </a:lnTo>
                <a:lnTo>
                  <a:pt x="1256850" y="79238"/>
                </a:lnTo>
                <a:cubicBezTo>
                  <a:pt x="1256850" y="82654"/>
                  <a:pt x="1257060" y="84849"/>
                  <a:pt x="1257482" y="85825"/>
                </a:cubicBezTo>
                <a:cubicBezTo>
                  <a:pt x="1257903" y="86801"/>
                  <a:pt x="1258591" y="87577"/>
                  <a:pt x="1259544" y="88154"/>
                </a:cubicBezTo>
                <a:cubicBezTo>
                  <a:pt x="1260498" y="88730"/>
                  <a:pt x="1261862" y="89019"/>
                  <a:pt x="1263636" y="89019"/>
                </a:cubicBezTo>
                <a:cubicBezTo>
                  <a:pt x="1264967" y="89019"/>
                  <a:pt x="1266719" y="88863"/>
                  <a:pt x="1268892" y="88553"/>
                </a:cubicBezTo>
                <a:close/>
                <a:moveTo>
                  <a:pt x="1276030" y="63936"/>
                </a:moveTo>
                <a:cubicBezTo>
                  <a:pt x="1276030" y="50852"/>
                  <a:pt x="1279667" y="41161"/>
                  <a:pt x="1286941" y="34862"/>
                </a:cubicBezTo>
                <a:cubicBezTo>
                  <a:pt x="1293018" y="29628"/>
                  <a:pt x="1300425" y="27012"/>
                  <a:pt x="1309163" y="27012"/>
                </a:cubicBezTo>
                <a:cubicBezTo>
                  <a:pt x="1318876" y="27012"/>
                  <a:pt x="1326816" y="30194"/>
                  <a:pt x="1332981" y="36559"/>
                </a:cubicBezTo>
                <a:cubicBezTo>
                  <a:pt x="1339146" y="42924"/>
                  <a:pt x="1342229" y="51717"/>
                  <a:pt x="1342229" y="62938"/>
                </a:cubicBezTo>
                <a:cubicBezTo>
                  <a:pt x="1342229" y="72031"/>
                  <a:pt x="1340865" y="79183"/>
                  <a:pt x="1338137" y="84395"/>
                </a:cubicBezTo>
                <a:cubicBezTo>
                  <a:pt x="1335409" y="89606"/>
                  <a:pt x="1331440" y="93654"/>
                  <a:pt x="1326228" y="96537"/>
                </a:cubicBezTo>
                <a:cubicBezTo>
                  <a:pt x="1321016" y="99420"/>
                  <a:pt x="1315328" y="100861"/>
                  <a:pt x="1309163" y="100861"/>
                </a:cubicBezTo>
                <a:cubicBezTo>
                  <a:pt x="1299272" y="100861"/>
                  <a:pt x="1291277" y="97690"/>
                  <a:pt x="1285178" y="91347"/>
                </a:cubicBezTo>
                <a:cubicBezTo>
                  <a:pt x="1279080" y="85004"/>
                  <a:pt x="1276030" y="75868"/>
                  <a:pt x="1276030" y="63936"/>
                </a:cubicBezTo>
                <a:moveTo>
                  <a:pt x="1288339" y="63970"/>
                </a:moveTo>
                <a:cubicBezTo>
                  <a:pt x="1288339" y="73007"/>
                  <a:pt x="1290312" y="79773"/>
                  <a:pt x="1294260" y="84270"/>
                </a:cubicBezTo>
                <a:cubicBezTo>
                  <a:pt x="1298207" y="88766"/>
                  <a:pt x="1303175" y="91014"/>
                  <a:pt x="1309163" y="91014"/>
                </a:cubicBezTo>
                <a:cubicBezTo>
                  <a:pt x="1315106" y="91014"/>
                  <a:pt x="1320052" y="88755"/>
                  <a:pt x="1323999" y="84237"/>
                </a:cubicBezTo>
                <a:cubicBezTo>
                  <a:pt x="1327947" y="79718"/>
                  <a:pt x="1329920" y="72829"/>
                  <a:pt x="1329920" y="63570"/>
                </a:cubicBezTo>
                <a:cubicBezTo>
                  <a:pt x="1329920" y="54844"/>
                  <a:pt x="1327936" y="48232"/>
                  <a:pt x="1323966" y="43736"/>
                </a:cubicBezTo>
                <a:cubicBezTo>
                  <a:pt x="1319996" y="39239"/>
                  <a:pt x="1315062" y="36991"/>
                  <a:pt x="1309163" y="36991"/>
                </a:cubicBezTo>
                <a:cubicBezTo>
                  <a:pt x="1303175" y="36991"/>
                  <a:pt x="1298207" y="39228"/>
                  <a:pt x="1294260" y="43703"/>
                </a:cubicBezTo>
                <a:cubicBezTo>
                  <a:pt x="1290312" y="48177"/>
                  <a:pt x="1288339" y="54932"/>
                  <a:pt x="1288339" y="63970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Text PatchesviaCross-Attn">
            <a:extLst xmlns:a="http://schemas.openxmlformats.org/drawingml/2006/main">
              <a:ext uri="{FF2B5EF4-FFF2-40B4-BE49-F238E27FC236}">
                <a16:creationId xmlns:a16="http://schemas.microsoft.com/office/drawing/2014/main" id="{C9B9A43A-236D-487A-B6F8-256750062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9431" y="3583901"/>
            <a:ext cx="1396074" cy="100861"/>
          </a:xfrm>
          <a:custGeom xmlns:a="http://schemas.openxmlformats.org/drawingml/2006/main">
            <a:pathLst>
              <a:path w="1396074" h="100861">
                <a:moveTo>
                  <a:pt x="0" y="99264"/>
                </a:moveTo>
                <a:lnTo>
                  <a:pt x="0" y="1730"/>
                </a:lnTo>
                <a:lnTo>
                  <a:pt x="31602" y="1730"/>
                </a:lnTo>
                <a:cubicBezTo>
                  <a:pt x="43578" y="1730"/>
                  <a:pt x="51384" y="2217"/>
                  <a:pt x="55021" y="3191"/>
                </a:cubicBezTo>
                <a:cubicBezTo>
                  <a:pt x="60610" y="4654"/>
                  <a:pt x="65289" y="7833"/>
                  <a:pt x="69059" y="12728"/>
                </a:cubicBezTo>
                <a:cubicBezTo>
                  <a:pt x="72829" y="17624"/>
                  <a:pt x="74714" y="23948"/>
                  <a:pt x="74714" y="31702"/>
                </a:cubicBezTo>
                <a:cubicBezTo>
                  <a:pt x="74714" y="37683"/>
                  <a:pt x="73628" y="42712"/>
                  <a:pt x="71454" y="46788"/>
                </a:cubicBezTo>
                <a:cubicBezTo>
                  <a:pt x="69281" y="50864"/>
                  <a:pt x="66520" y="54065"/>
                  <a:pt x="63171" y="56391"/>
                </a:cubicBezTo>
                <a:cubicBezTo>
                  <a:pt x="59822" y="58717"/>
                  <a:pt x="56418" y="60257"/>
                  <a:pt x="52959" y="61011"/>
                </a:cubicBezTo>
                <a:cubicBezTo>
                  <a:pt x="48257" y="61941"/>
                  <a:pt x="41449" y="62406"/>
                  <a:pt x="32534" y="62406"/>
                </a:cubicBezTo>
                <a:lnTo>
                  <a:pt x="19693" y="62406"/>
                </a:lnTo>
                <a:lnTo>
                  <a:pt x="19693" y="99264"/>
                </a:lnTo>
                <a:lnTo>
                  <a:pt x="0" y="99264"/>
                </a:lnTo>
                <a:moveTo>
                  <a:pt x="19693" y="18229"/>
                </a:moveTo>
                <a:lnTo>
                  <a:pt x="19693" y="45906"/>
                </a:lnTo>
                <a:lnTo>
                  <a:pt x="30471" y="45906"/>
                </a:lnTo>
                <a:cubicBezTo>
                  <a:pt x="38233" y="45906"/>
                  <a:pt x="43423" y="45396"/>
                  <a:pt x="46039" y="44376"/>
                </a:cubicBezTo>
                <a:cubicBezTo>
                  <a:pt x="48656" y="43356"/>
                  <a:pt x="50708" y="41759"/>
                  <a:pt x="52194" y="39586"/>
                </a:cubicBezTo>
                <a:cubicBezTo>
                  <a:pt x="53679" y="37413"/>
                  <a:pt x="54422" y="34884"/>
                  <a:pt x="54422" y="32001"/>
                </a:cubicBezTo>
                <a:cubicBezTo>
                  <a:pt x="54422" y="28453"/>
                  <a:pt x="53380" y="25526"/>
                  <a:pt x="51295" y="23219"/>
                </a:cubicBezTo>
                <a:cubicBezTo>
                  <a:pt x="49211" y="20913"/>
                  <a:pt x="46572" y="19471"/>
                  <a:pt x="43378" y="18895"/>
                </a:cubicBezTo>
                <a:cubicBezTo>
                  <a:pt x="41027" y="18451"/>
                  <a:pt x="36304" y="18229"/>
                  <a:pt x="29207" y="18229"/>
                </a:cubicBezTo>
                <a:lnTo>
                  <a:pt x="19693" y="18229"/>
                </a:lnTo>
                <a:close/>
                <a:moveTo>
                  <a:pt x="104585" y="50431"/>
                </a:moveTo>
                <a:lnTo>
                  <a:pt x="87619" y="47370"/>
                </a:lnTo>
                <a:cubicBezTo>
                  <a:pt x="89526" y="40449"/>
                  <a:pt x="92809" y="35327"/>
                  <a:pt x="97466" y="32001"/>
                </a:cubicBezTo>
                <a:cubicBezTo>
                  <a:pt x="102123" y="28675"/>
                  <a:pt x="109042" y="27012"/>
                  <a:pt x="118224" y="27012"/>
                </a:cubicBezTo>
                <a:cubicBezTo>
                  <a:pt x="126562" y="27012"/>
                  <a:pt x="132772" y="27998"/>
                  <a:pt x="136852" y="29972"/>
                </a:cubicBezTo>
                <a:cubicBezTo>
                  <a:pt x="140933" y="31946"/>
                  <a:pt x="143805" y="34452"/>
                  <a:pt x="145468" y="37490"/>
                </a:cubicBezTo>
                <a:cubicBezTo>
                  <a:pt x="147131" y="40528"/>
                  <a:pt x="147963" y="46106"/>
                  <a:pt x="147963" y="54223"/>
                </a:cubicBezTo>
                <a:lnTo>
                  <a:pt x="147763" y="76045"/>
                </a:lnTo>
                <a:cubicBezTo>
                  <a:pt x="147763" y="82255"/>
                  <a:pt x="148063" y="86834"/>
                  <a:pt x="148661" y="89784"/>
                </a:cubicBezTo>
                <a:cubicBezTo>
                  <a:pt x="149260" y="92733"/>
                  <a:pt x="150380" y="95893"/>
                  <a:pt x="152021" y="99264"/>
                </a:cubicBezTo>
                <a:lnTo>
                  <a:pt x="133526" y="99264"/>
                </a:lnTo>
                <a:cubicBezTo>
                  <a:pt x="133038" y="98022"/>
                  <a:pt x="132439" y="96182"/>
                  <a:pt x="131729" y="93742"/>
                </a:cubicBezTo>
                <a:cubicBezTo>
                  <a:pt x="131419" y="92633"/>
                  <a:pt x="131197" y="91902"/>
                  <a:pt x="131064" y="91547"/>
                </a:cubicBezTo>
                <a:cubicBezTo>
                  <a:pt x="127871" y="94651"/>
                  <a:pt x="124455" y="96980"/>
                  <a:pt x="120818" y="98532"/>
                </a:cubicBezTo>
                <a:cubicBezTo>
                  <a:pt x="117181" y="100085"/>
                  <a:pt x="113300" y="100861"/>
                  <a:pt x="109175" y="100861"/>
                </a:cubicBezTo>
                <a:cubicBezTo>
                  <a:pt x="101901" y="100861"/>
                  <a:pt x="96168" y="98896"/>
                  <a:pt x="91977" y="94965"/>
                </a:cubicBezTo>
                <a:cubicBezTo>
                  <a:pt x="87786" y="91034"/>
                  <a:pt x="85690" y="86065"/>
                  <a:pt x="85690" y="80058"/>
                </a:cubicBezTo>
                <a:cubicBezTo>
                  <a:pt x="85690" y="76082"/>
                  <a:pt x="86643" y="72538"/>
                  <a:pt x="88551" y="69425"/>
                </a:cubicBezTo>
                <a:cubicBezTo>
                  <a:pt x="90458" y="66311"/>
                  <a:pt x="93130" y="63925"/>
                  <a:pt x="96568" y="62269"/>
                </a:cubicBezTo>
                <a:cubicBezTo>
                  <a:pt x="100005" y="60613"/>
                  <a:pt x="104962" y="59166"/>
                  <a:pt x="111437" y="57930"/>
                </a:cubicBezTo>
                <a:cubicBezTo>
                  <a:pt x="120175" y="56296"/>
                  <a:pt x="126229" y="54772"/>
                  <a:pt x="129600" y="53358"/>
                </a:cubicBezTo>
                <a:lnTo>
                  <a:pt x="129600" y="51474"/>
                </a:lnTo>
                <a:cubicBezTo>
                  <a:pt x="129600" y="47841"/>
                  <a:pt x="128713" y="45251"/>
                  <a:pt x="126939" y="43705"/>
                </a:cubicBezTo>
                <a:cubicBezTo>
                  <a:pt x="125165" y="42156"/>
                  <a:pt x="121816" y="41382"/>
                  <a:pt x="116893" y="41382"/>
                </a:cubicBezTo>
                <a:cubicBezTo>
                  <a:pt x="113566" y="41382"/>
                  <a:pt x="110972" y="42052"/>
                  <a:pt x="109109" y="43391"/>
                </a:cubicBezTo>
                <a:cubicBezTo>
                  <a:pt x="107246" y="44728"/>
                  <a:pt x="105738" y="47075"/>
                  <a:pt x="104585" y="50431"/>
                </a:cubicBezTo>
                <a:moveTo>
                  <a:pt x="129600" y="65600"/>
                </a:moveTo>
                <a:cubicBezTo>
                  <a:pt x="127205" y="66388"/>
                  <a:pt x="123413" y="67331"/>
                  <a:pt x="118224" y="68427"/>
                </a:cubicBezTo>
                <a:cubicBezTo>
                  <a:pt x="113034" y="69522"/>
                  <a:pt x="109641" y="70596"/>
                  <a:pt x="108044" y="71648"/>
                </a:cubicBezTo>
                <a:cubicBezTo>
                  <a:pt x="105605" y="73357"/>
                  <a:pt x="104385" y="75526"/>
                  <a:pt x="104385" y="78155"/>
                </a:cubicBezTo>
                <a:cubicBezTo>
                  <a:pt x="104385" y="80742"/>
                  <a:pt x="105361" y="82977"/>
                  <a:pt x="107312" y="84862"/>
                </a:cubicBezTo>
                <a:cubicBezTo>
                  <a:pt x="109264" y="86746"/>
                  <a:pt x="111748" y="87688"/>
                  <a:pt x="114764" y="87688"/>
                </a:cubicBezTo>
                <a:cubicBezTo>
                  <a:pt x="118135" y="87688"/>
                  <a:pt x="121350" y="86592"/>
                  <a:pt x="124411" y="84401"/>
                </a:cubicBezTo>
                <a:cubicBezTo>
                  <a:pt x="126673" y="82736"/>
                  <a:pt x="128159" y="80698"/>
                  <a:pt x="128868" y="78286"/>
                </a:cubicBezTo>
                <a:cubicBezTo>
                  <a:pt x="129356" y="76709"/>
                  <a:pt x="129600" y="73707"/>
                  <a:pt x="129600" y="69282"/>
                </a:cubicBezTo>
                <a:lnTo>
                  <a:pt x="129600" y="65600"/>
                </a:lnTo>
                <a:close/>
                <a:moveTo>
                  <a:pt x="198772" y="28608"/>
                </a:moveTo>
                <a:lnTo>
                  <a:pt x="198772" y="43511"/>
                </a:lnTo>
                <a:lnTo>
                  <a:pt x="185998" y="43511"/>
                </a:lnTo>
                <a:lnTo>
                  <a:pt x="185998" y="71941"/>
                </a:lnTo>
                <a:cubicBezTo>
                  <a:pt x="185998" y="77699"/>
                  <a:pt x="186120" y="81053"/>
                  <a:pt x="186364" y="82006"/>
                </a:cubicBezTo>
                <a:cubicBezTo>
                  <a:pt x="186608" y="82957"/>
                  <a:pt x="187162" y="83742"/>
                  <a:pt x="188027" y="84363"/>
                </a:cubicBezTo>
                <a:cubicBezTo>
                  <a:pt x="188892" y="84983"/>
                  <a:pt x="189945" y="85293"/>
                  <a:pt x="191187" y="85293"/>
                </a:cubicBezTo>
                <a:cubicBezTo>
                  <a:pt x="192917" y="85293"/>
                  <a:pt x="195423" y="84694"/>
                  <a:pt x="198705" y="83496"/>
                </a:cubicBezTo>
                <a:lnTo>
                  <a:pt x="200302" y="98054"/>
                </a:lnTo>
                <a:cubicBezTo>
                  <a:pt x="195955" y="99925"/>
                  <a:pt x="191032" y="100861"/>
                  <a:pt x="185532" y="100861"/>
                </a:cubicBezTo>
                <a:cubicBezTo>
                  <a:pt x="182161" y="100861"/>
                  <a:pt x="179123" y="100296"/>
                  <a:pt x="176417" y="99164"/>
                </a:cubicBezTo>
                <a:cubicBezTo>
                  <a:pt x="173712" y="98033"/>
                  <a:pt x="171727" y="96570"/>
                  <a:pt x="170463" y="94773"/>
                </a:cubicBezTo>
                <a:cubicBezTo>
                  <a:pt x="169199" y="92977"/>
                  <a:pt x="168323" y="90549"/>
                  <a:pt x="167835" y="87488"/>
                </a:cubicBezTo>
                <a:cubicBezTo>
                  <a:pt x="167436" y="85315"/>
                  <a:pt x="167236" y="80924"/>
                  <a:pt x="167236" y="74315"/>
                </a:cubicBezTo>
                <a:lnTo>
                  <a:pt x="167236" y="43511"/>
                </a:lnTo>
                <a:lnTo>
                  <a:pt x="158654" y="43511"/>
                </a:lnTo>
                <a:lnTo>
                  <a:pt x="158654" y="28608"/>
                </a:lnTo>
                <a:lnTo>
                  <a:pt x="167236" y="28608"/>
                </a:lnTo>
                <a:lnTo>
                  <a:pt x="167236" y="14504"/>
                </a:lnTo>
                <a:lnTo>
                  <a:pt x="185998" y="3460"/>
                </a:lnTo>
                <a:lnTo>
                  <a:pt x="185998" y="28608"/>
                </a:lnTo>
                <a:lnTo>
                  <a:pt x="198772" y="28608"/>
                </a:lnTo>
                <a:close/>
                <a:moveTo>
                  <a:pt x="273352" y="49499"/>
                </a:moveTo>
                <a:lnTo>
                  <a:pt x="254923" y="52826"/>
                </a:lnTo>
                <a:cubicBezTo>
                  <a:pt x="254302" y="49166"/>
                  <a:pt x="252894" y="46411"/>
                  <a:pt x="250698" y="44559"/>
                </a:cubicBezTo>
                <a:cubicBezTo>
                  <a:pt x="248503" y="42707"/>
                  <a:pt x="245653" y="41781"/>
                  <a:pt x="242149" y="41781"/>
                </a:cubicBezTo>
                <a:cubicBezTo>
                  <a:pt x="237492" y="41781"/>
                  <a:pt x="233777" y="43384"/>
                  <a:pt x="231005" y="46590"/>
                </a:cubicBezTo>
                <a:cubicBezTo>
                  <a:pt x="228233" y="49796"/>
                  <a:pt x="226847" y="55158"/>
                  <a:pt x="226847" y="62674"/>
                </a:cubicBezTo>
                <a:cubicBezTo>
                  <a:pt x="226847" y="71032"/>
                  <a:pt x="228255" y="76936"/>
                  <a:pt x="231072" y="80386"/>
                </a:cubicBezTo>
                <a:cubicBezTo>
                  <a:pt x="233888" y="83835"/>
                  <a:pt x="237669" y="85559"/>
                  <a:pt x="242415" y="85559"/>
                </a:cubicBezTo>
                <a:cubicBezTo>
                  <a:pt x="245963" y="85559"/>
                  <a:pt x="248869" y="84550"/>
                  <a:pt x="251131" y="82532"/>
                </a:cubicBezTo>
                <a:cubicBezTo>
                  <a:pt x="253393" y="80514"/>
                  <a:pt x="254989" y="77043"/>
                  <a:pt x="255921" y="72120"/>
                </a:cubicBezTo>
                <a:lnTo>
                  <a:pt x="274283" y="75313"/>
                </a:lnTo>
                <a:cubicBezTo>
                  <a:pt x="272376" y="83740"/>
                  <a:pt x="268717" y="90105"/>
                  <a:pt x="263306" y="94408"/>
                </a:cubicBezTo>
                <a:cubicBezTo>
                  <a:pt x="257895" y="98710"/>
                  <a:pt x="250643" y="100861"/>
                  <a:pt x="241550" y="100861"/>
                </a:cubicBezTo>
                <a:cubicBezTo>
                  <a:pt x="231216" y="100861"/>
                  <a:pt x="222977" y="97601"/>
                  <a:pt x="216834" y="91081"/>
                </a:cubicBezTo>
                <a:cubicBezTo>
                  <a:pt x="210691" y="84561"/>
                  <a:pt x="207619" y="75535"/>
                  <a:pt x="207619" y="64003"/>
                </a:cubicBezTo>
                <a:cubicBezTo>
                  <a:pt x="207619" y="52338"/>
                  <a:pt x="210702" y="43256"/>
                  <a:pt x="216867" y="36758"/>
                </a:cubicBezTo>
                <a:cubicBezTo>
                  <a:pt x="223032" y="30261"/>
                  <a:pt x="231371" y="27012"/>
                  <a:pt x="241883" y="27012"/>
                </a:cubicBezTo>
                <a:cubicBezTo>
                  <a:pt x="250488" y="27012"/>
                  <a:pt x="257329" y="28863"/>
                  <a:pt x="262408" y="32567"/>
                </a:cubicBezTo>
                <a:cubicBezTo>
                  <a:pt x="267486" y="36270"/>
                  <a:pt x="271134" y="41915"/>
                  <a:pt x="273352" y="49499"/>
                </a:cubicBezTo>
                <a:close/>
                <a:moveTo>
                  <a:pt x="306131" y="1730"/>
                </a:moveTo>
                <a:lnTo>
                  <a:pt x="306131" y="37640"/>
                </a:lnTo>
                <a:cubicBezTo>
                  <a:pt x="312163" y="30554"/>
                  <a:pt x="319371" y="27012"/>
                  <a:pt x="327754" y="27012"/>
                </a:cubicBezTo>
                <a:cubicBezTo>
                  <a:pt x="332056" y="27012"/>
                  <a:pt x="335937" y="27810"/>
                  <a:pt x="339397" y="29407"/>
                </a:cubicBezTo>
                <a:cubicBezTo>
                  <a:pt x="342856" y="31003"/>
                  <a:pt x="345462" y="33044"/>
                  <a:pt x="347214" y="35528"/>
                </a:cubicBezTo>
                <a:cubicBezTo>
                  <a:pt x="348966" y="38011"/>
                  <a:pt x="350163" y="40761"/>
                  <a:pt x="350807" y="43777"/>
                </a:cubicBezTo>
                <a:cubicBezTo>
                  <a:pt x="351450" y="46793"/>
                  <a:pt x="351771" y="51473"/>
                  <a:pt x="351771" y="57815"/>
                </a:cubicBezTo>
                <a:lnTo>
                  <a:pt x="351771" y="99264"/>
                </a:lnTo>
                <a:lnTo>
                  <a:pt x="333076" y="99264"/>
                </a:lnTo>
                <a:lnTo>
                  <a:pt x="333076" y="61984"/>
                </a:lnTo>
                <a:cubicBezTo>
                  <a:pt x="333076" y="54585"/>
                  <a:pt x="332721" y="49889"/>
                  <a:pt x="332012" y="47896"/>
                </a:cubicBezTo>
                <a:cubicBezTo>
                  <a:pt x="331302" y="45902"/>
                  <a:pt x="330049" y="44317"/>
                  <a:pt x="328253" y="43143"/>
                </a:cubicBezTo>
                <a:cubicBezTo>
                  <a:pt x="326456" y="41969"/>
                  <a:pt x="324205" y="41382"/>
                  <a:pt x="321500" y="41382"/>
                </a:cubicBezTo>
                <a:cubicBezTo>
                  <a:pt x="318395" y="41382"/>
                  <a:pt x="315623" y="42136"/>
                  <a:pt x="313183" y="43642"/>
                </a:cubicBezTo>
                <a:cubicBezTo>
                  <a:pt x="310744" y="45149"/>
                  <a:pt x="308959" y="47419"/>
                  <a:pt x="307828" y="50453"/>
                </a:cubicBezTo>
                <a:cubicBezTo>
                  <a:pt x="306697" y="53487"/>
                  <a:pt x="306131" y="57973"/>
                  <a:pt x="306131" y="63911"/>
                </a:cubicBezTo>
                <a:lnTo>
                  <a:pt x="306131" y="99264"/>
                </a:lnTo>
                <a:lnTo>
                  <a:pt x="287436" y="99264"/>
                </a:lnTo>
                <a:lnTo>
                  <a:pt x="287436" y="1730"/>
                </a:lnTo>
                <a:lnTo>
                  <a:pt x="306131" y="1730"/>
                </a:lnTo>
                <a:close/>
                <a:moveTo>
                  <a:pt x="411535" y="76777"/>
                </a:moveTo>
                <a:lnTo>
                  <a:pt x="430163" y="79970"/>
                </a:lnTo>
                <a:cubicBezTo>
                  <a:pt x="427768" y="86779"/>
                  <a:pt x="423987" y="91963"/>
                  <a:pt x="418820" y="95522"/>
                </a:cubicBezTo>
                <a:cubicBezTo>
                  <a:pt x="413653" y="99081"/>
                  <a:pt x="407188" y="100861"/>
                  <a:pt x="399426" y="100861"/>
                </a:cubicBezTo>
                <a:cubicBezTo>
                  <a:pt x="387140" y="100861"/>
                  <a:pt x="378047" y="96847"/>
                  <a:pt x="372148" y="88819"/>
                </a:cubicBezTo>
                <a:cubicBezTo>
                  <a:pt x="367491" y="82388"/>
                  <a:pt x="365163" y="74271"/>
                  <a:pt x="365163" y="64469"/>
                </a:cubicBezTo>
                <a:cubicBezTo>
                  <a:pt x="365163" y="52759"/>
                  <a:pt x="368223" y="43589"/>
                  <a:pt x="374344" y="36958"/>
                </a:cubicBezTo>
                <a:cubicBezTo>
                  <a:pt x="380465" y="30327"/>
                  <a:pt x="388205" y="27012"/>
                  <a:pt x="397563" y="27012"/>
                </a:cubicBezTo>
                <a:cubicBezTo>
                  <a:pt x="408075" y="27012"/>
                  <a:pt x="416369" y="30482"/>
                  <a:pt x="422446" y="37424"/>
                </a:cubicBezTo>
                <a:cubicBezTo>
                  <a:pt x="428522" y="44365"/>
                  <a:pt x="431427" y="54999"/>
                  <a:pt x="431161" y="69325"/>
                </a:cubicBezTo>
                <a:lnTo>
                  <a:pt x="384324" y="69325"/>
                </a:lnTo>
                <a:cubicBezTo>
                  <a:pt x="384457" y="74870"/>
                  <a:pt x="385965" y="79183"/>
                  <a:pt x="388848" y="82266"/>
                </a:cubicBezTo>
                <a:cubicBezTo>
                  <a:pt x="391731" y="85348"/>
                  <a:pt x="395323" y="86890"/>
                  <a:pt x="399626" y="86890"/>
                </a:cubicBezTo>
                <a:cubicBezTo>
                  <a:pt x="402553" y="86890"/>
                  <a:pt x="405015" y="86091"/>
                  <a:pt x="407011" y="84494"/>
                </a:cubicBezTo>
                <a:cubicBezTo>
                  <a:pt x="409007" y="82898"/>
                  <a:pt x="410515" y="80325"/>
                  <a:pt x="411535" y="76777"/>
                </a:cubicBezTo>
                <a:moveTo>
                  <a:pt x="412599" y="57882"/>
                </a:moveTo>
                <a:cubicBezTo>
                  <a:pt x="412466" y="52493"/>
                  <a:pt x="411069" y="48396"/>
                  <a:pt x="408408" y="45590"/>
                </a:cubicBezTo>
                <a:cubicBezTo>
                  <a:pt x="405747" y="42785"/>
                  <a:pt x="402509" y="41382"/>
                  <a:pt x="398694" y="41382"/>
                </a:cubicBezTo>
                <a:cubicBezTo>
                  <a:pt x="394614" y="41382"/>
                  <a:pt x="391243" y="42862"/>
                  <a:pt x="388582" y="45821"/>
                </a:cubicBezTo>
                <a:cubicBezTo>
                  <a:pt x="385920" y="48782"/>
                  <a:pt x="384612" y="52802"/>
                  <a:pt x="384656" y="57882"/>
                </a:cubicBezTo>
                <a:lnTo>
                  <a:pt x="412599" y="57882"/>
                </a:lnTo>
                <a:close/>
                <a:moveTo>
                  <a:pt x="439790" y="79172"/>
                </a:moveTo>
                <a:lnTo>
                  <a:pt x="458551" y="76245"/>
                </a:lnTo>
                <a:cubicBezTo>
                  <a:pt x="459350" y="79859"/>
                  <a:pt x="460969" y="82604"/>
                  <a:pt x="463408" y="84478"/>
                </a:cubicBezTo>
                <a:cubicBezTo>
                  <a:pt x="465848" y="86352"/>
                  <a:pt x="469263" y="87289"/>
                  <a:pt x="473654" y="87289"/>
                </a:cubicBezTo>
                <a:cubicBezTo>
                  <a:pt x="478488" y="87289"/>
                  <a:pt x="482126" y="86403"/>
                  <a:pt x="484565" y="84632"/>
                </a:cubicBezTo>
                <a:cubicBezTo>
                  <a:pt x="486206" y="83391"/>
                  <a:pt x="487027" y="81730"/>
                  <a:pt x="487027" y="79648"/>
                </a:cubicBezTo>
                <a:cubicBezTo>
                  <a:pt x="487027" y="78230"/>
                  <a:pt x="486583" y="77056"/>
                  <a:pt x="485696" y="76126"/>
                </a:cubicBezTo>
                <a:cubicBezTo>
                  <a:pt x="484765" y="75240"/>
                  <a:pt x="482680" y="74421"/>
                  <a:pt x="479442" y="73669"/>
                </a:cubicBezTo>
                <a:cubicBezTo>
                  <a:pt x="464362" y="70348"/>
                  <a:pt x="454803" y="67313"/>
                  <a:pt x="450767" y="64566"/>
                </a:cubicBezTo>
                <a:cubicBezTo>
                  <a:pt x="445179" y="60755"/>
                  <a:pt x="442384" y="55459"/>
                  <a:pt x="442384" y="48680"/>
                </a:cubicBezTo>
                <a:cubicBezTo>
                  <a:pt x="442384" y="42565"/>
                  <a:pt x="444802" y="37424"/>
                  <a:pt x="449636" y="33259"/>
                </a:cubicBezTo>
                <a:cubicBezTo>
                  <a:pt x="454471" y="29094"/>
                  <a:pt x="461967" y="27012"/>
                  <a:pt x="472124" y="27012"/>
                </a:cubicBezTo>
                <a:cubicBezTo>
                  <a:pt x="481793" y="27012"/>
                  <a:pt x="488978" y="28581"/>
                  <a:pt x="493680" y="31719"/>
                </a:cubicBezTo>
                <a:cubicBezTo>
                  <a:pt x="498381" y="34857"/>
                  <a:pt x="501619" y="39497"/>
                  <a:pt x="503393" y="45640"/>
                </a:cubicBezTo>
                <a:lnTo>
                  <a:pt x="485763" y="48967"/>
                </a:lnTo>
                <a:cubicBezTo>
                  <a:pt x="485009" y="46217"/>
                  <a:pt x="483578" y="44110"/>
                  <a:pt x="481471" y="42646"/>
                </a:cubicBezTo>
                <a:cubicBezTo>
                  <a:pt x="479364" y="41183"/>
                  <a:pt x="476359" y="40451"/>
                  <a:pt x="472456" y="40451"/>
                </a:cubicBezTo>
                <a:cubicBezTo>
                  <a:pt x="467533" y="40451"/>
                  <a:pt x="464007" y="41138"/>
                  <a:pt x="461878" y="42511"/>
                </a:cubicBezTo>
                <a:cubicBezTo>
                  <a:pt x="460459" y="43484"/>
                  <a:pt x="459749" y="44746"/>
                  <a:pt x="459749" y="46297"/>
                </a:cubicBezTo>
                <a:cubicBezTo>
                  <a:pt x="459749" y="47625"/>
                  <a:pt x="460370" y="48754"/>
                  <a:pt x="461612" y="49684"/>
                </a:cubicBezTo>
                <a:cubicBezTo>
                  <a:pt x="463297" y="50925"/>
                  <a:pt x="469119" y="52675"/>
                  <a:pt x="479076" y="54934"/>
                </a:cubicBezTo>
                <a:cubicBezTo>
                  <a:pt x="489034" y="57193"/>
                  <a:pt x="495986" y="59965"/>
                  <a:pt x="499934" y="63248"/>
                </a:cubicBezTo>
                <a:cubicBezTo>
                  <a:pt x="503837" y="66577"/>
                  <a:pt x="505788" y="71215"/>
                  <a:pt x="505788" y="77161"/>
                </a:cubicBezTo>
                <a:cubicBezTo>
                  <a:pt x="505788" y="83641"/>
                  <a:pt x="503083" y="89211"/>
                  <a:pt x="497672" y="93871"/>
                </a:cubicBezTo>
                <a:cubicBezTo>
                  <a:pt x="492260" y="98531"/>
                  <a:pt x="484255" y="100861"/>
                  <a:pt x="473654" y="100861"/>
                </a:cubicBezTo>
                <a:cubicBezTo>
                  <a:pt x="464029" y="100861"/>
                  <a:pt x="456411" y="98916"/>
                  <a:pt x="450800" y="95025"/>
                </a:cubicBezTo>
                <a:cubicBezTo>
                  <a:pt x="445190" y="91133"/>
                  <a:pt x="441519" y="85849"/>
                  <a:pt x="439790" y="79172"/>
                </a:cubicBezTo>
                <a:close/>
                <a:moveTo>
                  <a:pt x="579039" y="99264"/>
                </a:moveTo>
                <a:lnTo>
                  <a:pt x="552161" y="28608"/>
                </a:lnTo>
                <a:lnTo>
                  <a:pt x="564802" y="28608"/>
                </a:lnTo>
                <a:lnTo>
                  <a:pt x="579971" y="70922"/>
                </a:lnTo>
                <a:cubicBezTo>
                  <a:pt x="581612" y="75491"/>
                  <a:pt x="583120" y="80236"/>
                  <a:pt x="584495" y="85160"/>
                </a:cubicBezTo>
                <a:cubicBezTo>
                  <a:pt x="585559" y="81434"/>
                  <a:pt x="587045" y="76954"/>
                  <a:pt x="588952" y="71720"/>
                </a:cubicBezTo>
                <a:lnTo>
                  <a:pt x="604654" y="28608"/>
                </a:lnTo>
                <a:lnTo>
                  <a:pt x="616962" y="28608"/>
                </a:lnTo>
                <a:lnTo>
                  <a:pt x="590216" y="99264"/>
                </a:lnTo>
                <a:lnTo>
                  <a:pt x="579039" y="99264"/>
                </a:lnTo>
                <a:close/>
                <a:moveTo>
                  <a:pt x="627607" y="15435"/>
                </a:moveTo>
                <a:lnTo>
                  <a:pt x="627607" y="1730"/>
                </a:lnTo>
                <a:lnTo>
                  <a:pt x="639582" y="1730"/>
                </a:lnTo>
                <a:lnTo>
                  <a:pt x="639582" y="15435"/>
                </a:lnTo>
                <a:lnTo>
                  <a:pt x="627607" y="15435"/>
                </a:lnTo>
                <a:moveTo>
                  <a:pt x="627607" y="99264"/>
                </a:moveTo>
                <a:lnTo>
                  <a:pt x="627607" y="28608"/>
                </a:lnTo>
                <a:lnTo>
                  <a:pt x="639582" y="28608"/>
                </a:lnTo>
                <a:lnTo>
                  <a:pt x="639582" y="99264"/>
                </a:lnTo>
                <a:lnTo>
                  <a:pt x="627607" y="99264"/>
                </a:lnTo>
                <a:close/>
                <a:moveTo>
                  <a:pt x="703895" y="90349"/>
                </a:moveTo>
                <a:cubicBezTo>
                  <a:pt x="699459" y="94193"/>
                  <a:pt x="695190" y="96906"/>
                  <a:pt x="691088" y="98489"/>
                </a:cubicBezTo>
                <a:cubicBezTo>
                  <a:pt x="686985" y="100070"/>
                  <a:pt x="682583" y="100861"/>
                  <a:pt x="677881" y="100861"/>
                </a:cubicBezTo>
                <a:cubicBezTo>
                  <a:pt x="670119" y="100861"/>
                  <a:pt x="664154" y="98965"/>
                  <a:pt x="659984" y="95173"/>
                </a:cubicBezTo>
                <a:cubicBezTo>
                  <a:pt x="655815" y="91380"/>
                  <a:pt x="653731" y="86535"/>
                  <a:pt x="653731" y="80636"/>
                </a:cubicBezTo>
                <a:cubicBezTo>
                  <a:pt x="653731" y="77176"/>
                  <a:pt x="654518" y="74016"/>
                  <a:pt x="656092" y="71155"/>
                </a:cubicBezTo>
                <a:cubicBezTo>
                  <a:pt x="657667" y="68294"/>
                  <a:pt x="659729" y="65999"/>
                  <a:pt x="662280" y="64269"/>
                </a:cubicBezTo>
                <a:cubicBezTo>
                  <a:pt x="664830" y="62539"/>
                  <a:pt x="667702" y="61231"/>
                  <a:pt x="670896" y="60344"/>
                </a:cubicBezTo>
                <a:cubicBezTo>
                  <a:pt x="673246" y="59723"/>
                  <a:pt x="676795" y="59124"/>
                  <a:pt x="681540" y="58547"/>
                </a:cubicBezTo>
                <a:cubicBezTo>
                  <a:pt x="691210" y="57394"/>
                  <a:pt x="698328" y="56019"/>
                  <a:pt x="702897" y="54422"/>
                </a:cubicBezTo>
                <a:cubicBezTo>
                  <a:pt x="702941" y="52788"/>
                  <a:pt x="702963" y="51750"/>
                  <a:pt x="702963" y="51308"/>
                </a:cubicBezTo>
                <a:cubicBezTo>
                  <a:pt x="702963" y="46447"/>
                  <a:pt x="701832" y="43023"/>
                  <a:pt x="699570" y="41035"/>
                </a:cubicBezTo>
                <a:cubicBezTo>
                  <a:pt x="696510" y="38339"/>
                  <a:pt x="691964" y="36991"/>
                  <a:pt x="685932" y="36991"/>
                </a:cubicBezTo>
                <a:cubicBezTo>
                  <a:pt x="680299" y="36991"/>
                  <a:pt x="676140" y="37978"/>
                  <a:pt x="673457" y="39952"/>
                </a:cubicBezTo>
                <a:cubicBezTo>
                  <a:pt x="670774" y="41926"/>
                  <a:pt x="668789" y="45419"/>
                  <a:pt x="667502" y="50431"/>
                </a:cubicBezTo>
                <a:lnTo>
                  <a:pt x="655793" y="48834"/>
                </a:lnTo>
                <a:cubicBezTo>
                  <a:pt x="656857" y="43807"/>
                  <a:pt x="658609" y="39747"/>
                  <a:pt x="661049" y="36654"/>
                </a:cubicBezTo>
                <a:cubicBezTo>
                  <a:pt x="663488" y="33562"/>
                  <a:pt x="667015" y="31182"/>
                  <a:pt x="671627" y="29515"/>
                </a:cubicBezTo>
                <a:cubicBezTo>
                  <a:pt x="676240" y="27846"/>
                  <a:pt x="681585" y="27012"/>
                  <a:pt x="687661" y="27012"/>
                </a:cubicBezTo>
                <a:cubicBezTo>
                  <a:pt x="693693" y="27012"/>
                  <a:pt x="698595" y="27724"/>
                  <a:pt x="702365" y="29149"/>
                </a:cubicBezTo>
                <a:cubicBezTo>
                  <a:pt x="706135" y="30572"/>
                  <a:pt x="708907" y="32364"/>
                  <a:pt x="710681" y="34523"/>
                </a:cubicBezTo>
                <a:cubicBezTo>
                  <a:pt x="712455" y="36681"/>
                  <a:pt x="713697" y="39408"/>
                  <a:pt x="714407" y="42703"/>
                </a:cubicBezTo>
                <a:cubicBezTo>
                  <a:pt x="714806" y="44750"/>
                  <a:pt x="715006" y="48427"/>
                  <a:pt x="715006" y="53734"/>
                </a:cubicBezTo>
                <a:lnTo>
                  <a:pt x="715006" y="69656"/>
                </a:lnTo>
                <a:cubicBezTo>
                  <a:pt x="715006" y="80757"/>
                  <a:pt x="715261" y="87788"/>
                  <a:pt x="715771" y="90748"/>
                </a:cubicBezTo>
                <a:cubicBezTo>
                  <a:pt x="716281" y="93709"/>
                  <a:pt x="717290" y="96548"/>
                  <a:pt x="718798" y="99264"/>
                </a:cubicBezTo>
                <a:lnTo>
                  <a:pt x="706290" y="99264"/>
                </a:lnTo>
                <a:cubicBezTo>
                  <a:pt x="705048" y="96724"/>
                  <a:pt x="704250" y="93752"/>
                  <a:pt x="703895" y="90349"/>
                </a:cubicBezTo>
                <a:moveTo>
                  <a:pt x="702897" y="63870"/>
                </a:moveTo>
                <a:cubicBezTo>
                  <a:pt x="698550" y="65636"/>
                  <a:pt x="692030" y="67137"/>
                  <a:pt x="683337" y="68373"/>
                </a:cubicBezTo>
                <a:cubicBezTo>
                  <a:pt x="678414" y="69079"/>
                  <a:pt x="674932" y="69873"/>
                  <a:pt x="672891" y="70756"/>
                </a:cubicBezTo>
                <a:cubicBezTo>
                  <a:pt x="670851" y="71639"/>
                  <a:pt x="669277" y="72930"/>
                  <a:pt x="668168" y="74629"/>
                </a:cubicBezTo>
                <a:cubicBezTo>
                  <a:pt x="667059" y="76328"/>
                  <a:pt x="666504" y="78216"/>
                  <a:pt x="666504" y="80290"/>
                </a:cubicBezTo>
                <a:cubicBezTo>
                  <a:pt x="666504" y="83469"/>
                  <a:pt x="667713" y="86117"/>
                  <a:pt x="670130" y="88237"/>
                </a:cubicBezTo>
                <a:cubicBezTo>
                  <a:pt x="672548" y="90355"/>
                  <a:pt x="676085" y="91414"/>
                  <a:pt x="680742" y="91414"/>
                </a:cubicBezTo>
                <a:cubicBezTo>
                  <a:pt x="685355" y="91414"/>
                  <a:pt x="689458" y="90408"/>
                  <a:pt x="693050" y="88397"/>
                </a:cubicBezTo>
                <a:cubicBezTo>
                  <a:pt x="696643" y="86384"/>
                  <a:pt x="699282" y="83635"/>
                  <a:pt x="700968" y="80149"/>
                </a:cubicBezTo>
                <a:cubicBezTo>
                  <a:pt x="702254" y="77459"/>
                  <a:pt x="702897" y="73488"/>
                  <a:pt x="702897" y="68238"/>
                </a:cubicBezTo>
                <a:lnTo>
                  <a:pt x="702897" y="63870"/>
                </a:lnTo>
                <a:close/>
                <a:moveTo>
                  <a:pt x="842412" y="65001"/>
                </a:moveTo>
                <a:lnTo>
                  <a:pt x="855319" y="68261"/>
                </a:lnTo>
                <a:cubicBezTo>
                  <a:pt x="852613" y="78861"/>
                  <a:pt x="847745" y="86945"/>
                  <a:pt x="840715" y="92511"/>
                </a:cubicBezTo>
                <a:cubicBezTo>
                  <a:pt x="833685" y="98078"/>
                  <a:pt x="825091" y="100861"/>
                  <a:pt x="814934" y="100861"/>
                </a:cubicBezTo>
                <a:cubicBezTo>
                  <a:pt x="804422" y="100861"/>
                  <a:pt x="795873" y="98721"/>
                  <a:pt x="789287" y="94441"/>
                </a:cubicBezTo>
                <a:cubicBezTo>
                  <a:pt x="782700" y="90161"/>
                  <a:pt x="777688" y="83962"/>
                  <a:pt x="774251" y="75845"/>
                </a:cubicBezTo>
                <a:cubicBezTo>
                  <a:pt x="770813" y="67729"/>
                  <a:pt x="769094" y="59013"/>
                  <a:pt x="769094" y="49699"/>
                </a:cubicBezTo>
                <a:cubicBezTo>
                  <a:pt x="769094" y="39542"/>
                  <a:pt x="771035" y="30682"/>
                  <a:pt x="774916" y="23120"/>
                </a:cubicBezTo>
                <a:cubicBezTo>
                  <a:pt x="778797" y="15557"/>
                  <a:pt x="784319" y="9813"/>
                  <a:pt x="791482" y="5888"/>
                </a:cubicBezTo>
                <a:cubicBezTo>
                  <a:pt x="798645" y="1963"/>
                  <a:pt x="806529" y="0"/>
                  <a:pt x="815134" y="0"/>
                </a:cubicBezTo>
                <a:cubicBezTo>
                  <a:pt x="824892" y="0"/>
                  <a:pt x="833097" y="2484"/>
                  <a:pt x="839750" y="7451"/>
                </a:cubicBezTo>
                <a:cubicBezTo>
                  <a:pt x="846403" y="12419"/>
                  <a:pt x="851038" y="19405"/>
                  <a:pt x="853655" y="28409"/>
                </a:cubicBezTo>
                <a:lnTo>
                  <a:pt x="840948" y="31403"/>
                </a:lnTo>
                <a:cubicBezTo>
                  <a:pt x="838686" y="24306"/>
                  <a:pt x="835404" y="19139"/>
                  <a:pt x="831101" y="15901"/>
                </a:cubicBezTo>
                <a:cubicBezTo>
                  <a:pt x="826799" y="12663"/>
                  <a:pt x="821388" y="11044"/>
                  <a:pt x="814868" y="11044"/>
                </a:cubicBezTo>
                <a:cubicBezTo>
                  <a:pt x="807372" y="11044"/>
                  <a:pt x="801107" y="12840"/>
                  <a:pt x="796073" y="16433"/>
                </a:cubicBezTo>
                <a:cubicBezTo>
                  <a:pt x="791039" y="20026"/>
                  <a:pt x="787501" y="24849"/>
                  <a:pt x="785461" y="30904"/>
                </a:cubicBezTo>
                <a:cubicBezTo>
                  <a:pt x="783421" y="36958"/>
                  <a:pt x="782401" y="43201"/>
                  <a:pt x="782401" y="49632"/>
                </a:cubicBezTo>
                <a:cubicBezTo>
                  <a:pt x="782401" y="57926"/>
                  <a:pt x="783609" y="65167"/>
                  <a:pt x="786027" y="71355"/>
                </a:cubicBezTo>
                <a:cubicBezTo>
                  <a:pt x="788444" y="77542"/>
                  <a:pt x="792203" y="82166"/>
                  <a:pt x="797304" y="85226"/>
                </a:cubicBezTo>
                <a:cubicBezTo>
                  <a:pt x="802404" y="88287"/>
                  <a:pt x="807926" y="89817"/>
                  <a:pt x="813870" y="89817"/>
                </a:cubicBezTo>
                <a:cubicBezTo>
                  <a:pt x="821100" y="89817"/>
                  <a:pt x="827220" y="87732"/>
                  <a:pt x="832232" y="83563"/>
                </a:cubicBezTo>
                <a:cubicBezTo>
                  <a:pt x="837244" y="79394"/>
                  <a:pt x="840637" y="73206"/>
                  <a:pt x="842412" y="65001"/>
                </a:cubicBezTo>
                <a:close/>
                <a:moveTo>
                  <a:pt x="869533" y="99264"/>
                </a:moveTo>
                <a:lnTo>
                  <a:pt x="869533" y="28608"/>
                </a:lnTo>
                <a:lnTo>
                  <a:pt x="880311" y="28608"/>
                </a:lnTo>
                <a:lnTo>
                  <a:pt x="880311" y="39320"/>
                </a:lnTo>
                <a:cubicBezTo>
                  <a:pt x="883061" y="34308"/>
                  <a:pt x="885600" y="31003"/>
                  <a:pt x="887929" y="29407"/>
                </a:cubicBezTo>
                <a:cubicBezTo>
                  <a:pt x="890258" y="27810"/>
                  <a:pt x="892819" y="27012"/>
                  <a:pt x="895613" y="27012"/>
                </a:cubicBezTo>
                <a:cubicBezTo>
                  <a:pt x="899650" y="27012"/>
                  <a:pt x="903752" y="28298"/>
                  <a:pt x="907922" y="30870"/>
                </a:cubicBezTo>
                <a:lnTo>
                  <a:pt x="903797" y="41973"/>
                </a:lnTo>
                <a:cubicBezTo>
                  <a:pt x="900869" y="40248"/>
                  <a:pt x="897942" y="39386"/>
                  <a:pt x="895015" y="39386"/>
                </a:cubicBezTo>
                <a:cubicBezTo>
                  <a:pt x="892398" y="39386"/>
                  <a:pt x="890047" y="40174"/>
                  <a:pt x="887962" y="41748"/>
                </a:cubicBezTo>
                <a:cubicBezTo>
                  <a:pt x="885878" y="43323"/>
                  <a:pt x="884392" y="45507"/>
                  <a:pt x="883505" y="48302"/>
                </a:cubicBezTo>
                <a:cubicBezTo>
                  <a:pt x="882174" y="52560"/>
                  <a:pt x="881509" y="57217"/>
                  <a:pt x="881509" y="62273"/>
                </a:cubicBezTo>
                <a:lnTo>
                  <a:pt x="881509" y="99264"/>
                </a:lnTo>
                <a:lnTo>
                  <a:pt x="869533" y="99264"/>
                </a:lnTo>
                <a:close/>
                <a:moveTo>
                  <a:pt x="910582" y="63936"/>
                </a:moveTo>
                <a:cubicBezTo>
                  <a:pt x="910582" y="50852"/>
                  <a:pt x="914219" y="41161"/>
                  <a:pt x="921493" y="34862"/>
                </a:cubicBezTo>
                <a:cubicBezTo>
                  <a:pt x="927569" y="29628"/>
                  <a:pt x="934976" y="27012"/>
                  <a:pt x="943714" y="27012"/>
                </a:cubicBezTo>
                <a:cubicBezTo>
                  <a:pt x="953428" y="27012"/>
                  <a:pt x="961367" y="30194"/>
                  <a:pt x="967532" y="36559"/>
                </a:cubicBezTo>
                <a:cubicBezTo>
                  <a:pt x="973698" y="42924"/>
                  <a:pt x="976780" y="51717"/>
                  <a:pt x="976780" y="62938"/>
                </a:cubicBezTo>
                <a:cubicBezTo>
                  <a:pt x="976780" y="72031"/>
                  <a:pt x="975416" y="79183"/>
                  <a:pt x="972688" y="84395"/>
                </a:cubicBezTo>
                <a:cubicBezTo>
                  <a:pt x="969961" y="89606"/>
                  <a:pt x="965991" y="93654"/>
                  <a:pt x="960779" y="96537"/>
                </a:cubicBezTo>
                <a:cubicBezTo>
                  <a:pt x="955568" y="99420"/>
                  <a:pt x="949879" y="100861"/>
                  <a:pt x="943714" y="100861"/>
                </a:cubicBezTo>
                <a:cubicBezTo>
                  <a:pt x="933823" y="100861"/>
                  <a:pt x="925828" y="97690"/>
                  <a:pt x="919730" y="91347"/>
                </a:cubicBezTo>
                <a:cubicBezTo>
                  <a:pt x="913631" y="85004"/>
                  <a:pt x="910582" y="75868"/>
                  <a:pt x="910582" y="63936"/>
                </a:cubicBezTo>
                <a:moveTo>
                  <a:pt x="922890" y="63970"/>
                </a:moveTo>
                <a:cubicBezTo>
                  <a:pt x="922890" y="73007"/>
                  <a:pt x="924864" y="79773"/>
                  <a:pt x="928811" y="84270"/>
                </a:cubicBezTo>
                <a:cubicBezTo>
                  <a:pt x="932759" y="88766"/>
                  <a:pt x="937726" y="91014"/>
                  <a:pt x="943714" y="91014"/>
                </a:cubicBezTo>
                <a:cubicBezTo>
                  <a:pt x="949658" y="91014"/>
                  <a:pt x="954603" y="88755"/>
                  <a:pt x="958551" y="84237"/>
                </a:cubicBezTo>
                <a:cubicBezTo>
                  <a:pt x="962498" y="79718"/>
                  <a:pt x="964472" y="72829"/>
                  <a:pt x="964472" y="63570"/>
                </a:cubicBezTo>
                <a:cubicBezTo>
                  <a:pt x="964472" y="54844"/>
                  <a:pt x="962487" y="48232"/>
                  <a:pt x="958517" y="43736"/>
                </a:cubicBezTo>
                <a:cubicBezTo>
                  <a:pt x="954548" y="39239"/>
                  <a:pt x="949613" y="36991"/>
                  <a:pt x="943714" y="36991"/>
                </a:cubicBezTo>
                <a:cubicBezTo>
                  <a:pt x="937726" y="36991"/>
                  <a:pt x="932759" y="39228"/>
                  <a:pt x="928811" y="43703"/>
                </a:cubicBezTo>
                <a:cubicBezTo>
                  <a:pt x="924864" y="48177"/>
                  <a:pt x="922890" y="54932"/>
                  <a:pt x="922890" y="63970"/>
                </a:cubicBezTo>
                <a:close/>
                <a:moveTo>
                  <a:pt x="986007" y="78107"/>
                </a:moveTo>
                <a:lnTo>
                  <a:pt x="997850" y="76245"/>
                </a:lnTo>
                <a:cubicBezTo>
                  <a:pt x="998515" y="81011"/>
                  <a:pt x="1000367" y="84665"/>
                  <a:pt x="1003405" y="87206"/>
                </a:cubicBezTo>
                <a:cubicBezTo>
                  <a:pt x="1006443" y="89745"/>
                  <a:pt x="1010690" y="91014"/>
                  <a:pt x="1016146" y="91014"/>
                </a:cubicBezTo>
                <a:cubicBezTo>
                  <a:pt x="1021646" y="91014"/>
                  <a:pt x="1025726" y="89895"/>
                  <a:pt x="1028387" y="87655"/>
                </a:cubicBezTo>
                <a:cubicBezTo>
                  <a:pt x="1031049" y="85415"/>
                  <a:pt x="1032379" y="82787"/>
                  <a:pt x="1032379" y="79771"/>
                </a:cubicBezTo>
                <a:cubicBezTo>
                  <a:pt x="1032379" y="77065"/>
                  <a:pt x="1031204" y="74936"/>
                  <a:pt x="1028853" y="73384"/>
                </a:cubicBezTo>
                <a:cubicBezTo>
                  <a:pt x="1027212" y="72319"/>
                  <a:pt x="1023131" y="70966"/>
                  <a:pt x="1016611" y="69325"/>
                </a:cubicBezTo>
                <a:cubicBezTo>
                  <a:pt x="1007829" y="67108"/>
                  <a:pt x="1001742" y="65189"/>
                  <a:pt x="998349" y="63570"/>
                </a:cubicBezTo>
                <a:cubicBezTo>
                  <a:pt x="994956" y="61951"/>
                  <a:pt x="992383" y="59712"/>
                  <a:pt x="990631" y="56851"/>
                </a:cubicBezTo>
                <a:cubicBezTo>
                  <a:pt x="988879" y="53990"/>
                  <a:pt x="988003" y="50830"/>
                  <a:pt x="988003" y="47370"/>
                </a:cubicBezTo>
                <a:cubicBezTo>
                  <a:pt x="988003" y="44221"/>
                  <a:pt x="988724" y="41305"/>
                  <a:pt x="990165" y="38621"/>
                </a:cubicBezTo>
                <a:cubicBezTo>
                  <a:pt x="991607" y="35938"/>
                  <a:pt x="993569" y="33709"/>
                  <a:pt x="996053" y="31935"/>
                </a:cubicBezTo>
                <a:cubicBezTo>
                  <a:pt x="997916" y="30560"/>
                  <a:pt x="1000455" y="29396"/>
                  <a:pt x="1003671" y="28442"/>
                </a:cubicBezTo>
                <a:cubicBezTo>
                  <a:pt x="1006887" y="27488"/>
                  <a:pt x="1010335" y="27012"/>
                  <a:pt x="1014017" y="27012"/>
                </a:cubicBezTo>
                <a:cubicBezTo>
                  <a:pt x="1019561" y="27012"/>
                  <a:pt x="1024429" y="27810"/>
                  <a:pt x="1028620" y="29407"/>
                </a:cubicBezTo>
                <a:cubicBezTo>
                  <a:pt x="1032812" y="31003"/>
                  <a:pt x="1035905" y="33166"/>
                  <a:pt x="1037901" y="35893"/>
                </a:cubicBezTo>
                <a:cubicBezTo>
                  <a:pt x="1039897" y="38621"/>
                  <a:pt x="1041272" y="42269"/>
                  <a:pt x="1042026" y="46838"/>
                </a:cubicBezTo>
                <a:lnTo>
                  <a:pt x="1030317" y="48435"/>
                </a:lnTo>
                <a:cubicBezTo>
                  <a:pt x="1029785" y="44798"/>
                  <a:pt x="1028243" y="41959"/>
                  <a:pt x="1025693" y="39919"/>
                </a:cubicBezTo>
                <a:cubicBezTo>
                  <a:pt x="1023143" y="37878"/>
                  <a:pt x="1019539" y="36858"/>
                  <a:pt x="1014882" y="36858"/>
                </a:cubicBezTo>
                <a:cubicBezTo>
                  <a:pt x="1009382" y="36858"/>
                  <a:pt x="1005456" y="37767"/>
                  <a:pt x="1003106" y="39586"/>
                </a:cubicBezTo>
                <a:cubicBezTo>
                  <a:pt x="1000755" y="41404"/>
                  <a:pt x="999579" y="43533"/>
                  <a:pt x="999579" y="45973"/>
                </a:cubicBezTo>
                <a:cubicBezTo>
                  <a:pt x="999579" y="47525"/>
                  <a:pt x="1000067" y="48922"/>
                  <a:pt x="1001043" y="50164"/>
                </a:cubicBezTo>
                <a:cubicBezTo>
                  <a:pt x="1002019" y="51451"/>
                  <a:pt x="1003549" y="52515"/>
                  <a:pt x="1005634" y="53358"/>
                </a:cubicBezTo>
                <a:cubicBezTo>
                  <a:pt x="1006831" y="53801"/>
                  <a:pt x="1010357" y="54822"/>
                  <a:pt x="1016212" y="56418"/>
                </a:cubicBezTo>
                <a:cubicBezTo>
                  <a:pt x="1024684" y="58680"/>
                  <a:pt x="1030594" y="60532"/>
                  <a:pt x="1033943" y="61974"/>
                </a:cubicBezTo>
                <a:cubicBezTo>
                  <a:pt x="1037291" y="63415"/>
                  <a:pt x="1039919" y="65511"/>
                  <a:pt x="1041827" y="68261"/>
                </a:cubicBezTo>
                <a:cubicBezTo>
                  <a:pt x="1043734" y="71011"/>
                  <a:pt x="1044688" y="74426"/>
                  <a:pt x="1044688" y="78507"/>
                </a:cubicBezTo>
                <a:cubicBezTo>
                  <a:pt x="1044688" y="82498"/>
                  <a:pt x="1043523" y="86257"/>
                  <a:pt x="1041195" y="89784"/>
                </a:cubicBezTo>
                <a:cubicBezTo>
                  <a:pt x="1038866" y="93310"/>
                  <a:pt x="1035506" y="96038"/>
                  <a:pt x="1031115" y="97967"/>
                </a:cubicBezTo>
                <a:cubicBezTo>
                  <a:pt x="1026724" y="99896"/>
                  <a:pt x="1021756" y="100861"/>
                  <a:pt x="1016212" y="100861"/>
                </a:cubicBezTo>
                <a:cubicBezTo>
                  <a:pt x="1007031" y="100861"/>
                  <a:pt x="1000034" y="98948"/>
                  <a:pt x="995222" y="95123"/>
                </a:cubicBezTo>
                <a:cubicBezTo>
                  <a:pt x="990409" y="91297"/>
                  <a:pt x="987338" y="85625"/>
                  <a:pt x="986007" y="78107"/>
                </a:cubicBezTo>
                <a:close/>
                <a:moveTo>
                  <a:pt x="1054135" y="78107"/>
                </a:moveTo>
                <a:lnTo>
                  <a:pt x="1065978" y="76245"/>
                </a:lnTo>
                <a:cubicBezTo>
                  <a:pt x="1066643" y="81011"/>
                  <a:pt x="1068495" y="84665"/>
                  <a:pt x="1071533" y="87206"/>
                </a:cubicBezTo>
                <a:cubicBezTo>
                  <a:pt x="1074571" y="89745"/>
                  <a:pt x="1078818" y="91014"/>
                  <a:pt x="1084274" y="91014"/>
                </a:cubicBezTo>
                <a:cubicBezTo>
                  <a:pt x="1089774" y="91014"/>
                  <a:pt x="1093854" y="89895"/>
                  <a:pt x="1096515" y="87655"/>
                </a:cubicBezTo>
                <a:cubicBezTo>
                  <a:pt x="1099177" y="85415"/>
                  <a:pt x="1100507" y="82787"/>
                  <a:pt x="1100507" y="79771"/>
                </a:cubicBezTo>
                <a:cubicBezTo>
                  <a:pt x="1100507" y="77065"/>
                  <a:pt x="1099332" y="74936"/>
                  <a:pt x="1096981" y="73384"/>
                </a:cubicBezTo>
                <a:cubicBezTo>
                  <a:pt x="1095340" y="72319"/>
                  <a:pt x="1091259" y="70966"/>
                  <a:pt x="1084739" y="69325"/>
                </a:cubicBezTo>
                <a:cubicBezTo>
                  <a:pt x="1075957" y="67108"/>
                  <a:pt x="1069870" y="65189"/>
                  <a:pt x="1066477" y="63570"/>
                </a:cubicBezTo>
                <a:cubicBezTo>
                  <a:pt x="1063084" y="61951"/>
                  <a:pt x="1060511" y="59712"/>
                  <a:pt x="1058759" y="56851"/>
                </a:cubicBezTo>
                <a:cubicBezTo>
                  <a:pt x="1057007" y="53990"/>
                  <a:pt x="1056131" y="50830"/>
                  <a:pt x="1056131" y="47370"/>
                </a:cubicBezTo>
                <a:cubicBezTo>
                  <a:pt x="1056131" y="44221"/>
                  <a:pt x="1056852" y="41305"/>
                  <a:pt x="1058293" y="38621"/>
                </a:cubicBezTo>
                <a:cubicBezTo>
                  <a:pt x="1059735" y="35938"/>
                  <a:pt x="1061697" y="33709"/>
                  <a:pt x="1064181" y="31935"/>
                </a:cubicBezTo>
                <a:cubicBezTo>
                  <a:pt x="1066044" y="30560"/>
                  <a:pt x="1068583" y="29396"/>
                  <a:pt x="1071799" y="28442"/>
                </a:cubicBezTo>
                <a:cubicBezTo>
                  <a:pt x="1075015" y="27488"/>
                  <a:pt x="1078463" y="27012"/>
                  <a:pt x="1082145" y="27012"/>
                </a:cubicBezTo>
                <a:cubicBezTo>
                  <a:pt x="1087689" y="27012"/>
                  <a:pt x="1092557" y="27810"/>
                  <a:pt x="1096748" y="29407"/>
                </a:cubicBezTo>
                <a:cubicBezTo>
                  <a:pt x="1100940" y="31003"/>
                  <a:pt x="1104033" y="33166"/>
                  <a:pt x="1106029" y="35893"/>
                </a:cubicBezTo>
                <a:cubicBezTo>
                  <a:pt x="1108025" y="38621"/>
                  <a:pt x="1109400" y="42269"/>
                  <a:pt x="1110154" y="46838"/>
                </a:cubicBezTo>
                <a:lnTo>
                  <a:pt x="1098445" y="48435"/>
                </a:lnTo>
                <a:cubicBezTo>
                  <a:pt x="1097912" y="44798"/>
                  <a:pt x="1096371" y="41959"/>
                  <a:pt x="1093821" y="39919"/>
                </a:cubicBezTo>
                <a:cubicBezTo>
                  <a:pt x="1091270" y="37878"/>
                  <a:pt x="1087667" y="36858"/>
                  <a:pt x="1083010" y="36858"/>
                </a:cubicBezTo>
                <a:cubicBezTo>
                  <a:pt x="1077510" y="36858"/>
                  <a:pt x="1073584" y="37767"/>
                  <a:pt x="1071234" y="39586"/>
                </a:cubicBezTo>
                <a:cubicBezTo>
                  <a:pt x="1068883" y="41404"/>
                  <a:pt x="1067707" y="43533"/>
                  <a:pt x="1067707" y="45973"/>
                </a:cubicBezTo>
                <a:cubicBezTo>
                  <a:pt x="1067707" y="47525"/>
                  <a:pt x="1068195" y="48922"/>
                  <a:pt x="1069171" y="50164"/>
                </a:cubicBezTo>
                <a:cubicBezTo>
                  <a:pt x="1070147" y="51451"/>
                  <a:pt x="1071677" y="52515"/>
                  <a:pt x="1073762" y="53358"/>
                </a:cubicBezTo>
                <a:cubicBezTo>
                  <a:pt x="1074959" y="53801"/>
                  <a:pt x="1078485" y="54822"/>
                  <a:pt x="1084340" y="56418"/>
                </a:cubicBezTo>
                <a:cubicBezTo>
                  <a:pt x="1092812" y="58680"/>
                  <a:pt x="1098722" y="60532"/>
                  <a:pt x="1102071" y="61974"/>
                </a:cubicBezTo>
                <a:cubicBezTo>
                  <a:pt x="1105419" y="63415"/>
                  <a:pt x="1108047" y="65511"/>
                  <a:pt x="1109955" y="68261"/>
                </a:cubicBezTo>
                <a:cubicBezTo>
                  <a:pt x="1111862" y="71011"/>
                  <a:pt x="1112815" y="74426"/>
                  <a:pt x="1112815" y="78507"/>
                </a:cubicBezTo>
                <a:cubicBezTo>
                  <a:pt x="1112815" y="82498"/>
                  <a:pt x="1111651" y="86257"/>
                  <a:pt x="1109323" y="89784"/>
                </a:cubicBezTo>
                <a:cubicBezTo>
                  <a:pt x="1106994" y="93310"/>
                  <a:pt x="1103634" y="96038"/>
                  <a:pt x="1099243" y="97967"/>
                </a:cubicBezTo>
                <a:cubicBezTo>
                  <a:pt x="1094852" y="99896"/>
                  <a:pt x="1089884" y="100861"/>
                  <a:pt x="1084340" y="100861"/>
                </a:cubicBezTo>
                <a:cubicBezTo>
                  <a:pt x="1075159" y="100861"/>
                  <a:pt x="1068162" y="98948"/>
                  <a:pt x="1063350" y="95123"/>
                </a:cubicBezTo>
                <a:cubicBezTo>
                  <a:pt x="1058537" y="91297"/>
                  <a:pt x="1055466" y="85625"/>
                  <a:pt x="1054135" y="78107"/>
                </a:cubicBezTo>
                <a:close/>
                <a:moveTo>
                  <a:pt x="1122396" y="69991"/>
                </a:moveTo>
                <a:lnTo>
                  <a:pt x="1122396" y="57882"/>
                </a:lnTo>
                <a:lnTo>
                  <a:pt x="1159188" y="57882"/>
                </a:lnTo>
                <a:lnTo>
                  <a:pt x="1159188" y="69991"/>
                </a:lnTo>
                <a:lnTo>
                  <a:pt x="1122396" y="69991"/>
                </a:lnTo>
                <a:close/>
                <a:moveTo>
                  <a:pt x="1163245" y="99264"/>
                </a:moveTo>
                <a:lnTo>
                  <a:pt x="1200702" y="1730"/>
                </a:lnTo>
                <a:lnTo>
                  <a:pt x="1214607" y="1730"/>
                </a:lnTo>
                <a:lnTo>
                  <a:pt x="1254526" y="99264"/>
                </a:lnTo>
                <a:lnTo>
                  <a:pt x="1239822" y="99264"/>
                </a:lnTo>
                <a:lnTo>
                  <a:pt x="1228445" y="69725"/>
                </a:lnTo>
                <a:lnTo>
                  <a:pt x="1187662" y="69725"/>
                </a:lnTo>
                <a:lnTo>
                  <a:pt x="1176950" y="99264"/>
                </a:lnTo>
                <a:lnTo>
                  <a:pt x="1163245" y="99264"/>
                </a:lnTo>
                <a:moveTo>
                  <a:pt x="1191388" y="59213"/>
                </a:moveTo>
                <a:lnTo>
                  <a:pt x="1224454" y="59213"/>
                </a:lnTo>
                <a:lnTo>
                  <a:pt x="1214274" y="32176"/>
                </a:lnTo>
                <a:cubicBezTo>
                  <a:pt x="1211170" y="23983"/>
                  <a:pt x="1208863" y="17205"/>
                  <a:pt x="1207355" y="11843"/>
                </a:cubicBezTo>
                <a:cubicBezTo>
                  <a:pt x="1206113" y="18178"/>
                  <a:pt x="1204361" y="24432"/>
                  <a:pt x="1202099" y="30604"/>
                </a:cubicBezTo>
                <a:lnTo>
                  <a:pt x="1191388" y="59213"/>
                </a:lnTo>
                <a:close/>
                <a:moveTo>
                  <a:pt x="1289319" y="88553"/>
                </a:moveTo>
                <a:lnTo>
                  <a:pt x="1291049" y="99131"/>
                </a:lnTo>
                <a:cubicBezTo>
                  <a:pt x="1287678" y="99841"/>
                  <a:pt x="1284662" y="100196"/>
                  <a:pt x="1282001" y="100196"/>
                </a:cubicBezTo>
                <a:cubicBezTo>
                  <a:pt x="1277654" y="100196"/>
                  <a:pt x="1274283" y="99508"/>
                  <a:pt x="1271888" y="98133"/>
                </a:cubicBezTo>
                <a:cubicBezTo>
                  <a:pt x="1269493" y="96758"/>
                  <a:pt x="1267808" y="94951"/>
                  <a:pt x="1266832" y="92711"/>
                </a:cubicBezTo>
                <a:cubicBezTo>
                  <a:pt x="1265856" y="90471"/>
                  <a:pt x="1265368" y="85758"/>
                  <a:pt x="1265368" y="78573"/>
                </a:cubicBezTo>
                <a:lnTo>
                  <a:pt x="1265368" y="37923"/>
                </a:lnTo>
                <a:lnTo>
                  <a:pt x="1256586" y="37923"/>
                </a:lnTo>
                <a:lnTo>
                  <a:pt x="1256586" y="28608"/>
                </a:lnTo>
                <a:lnTo>
                  <a:pt x="1265368" y="28608"/>
                </a:lnTo>
                <a:lnTo>
                  <a:pt x="1265368" y="11111"/>
                </a:lnTo>
                <a:lnTo>
                  <a:pt x="1277277" y="3925"/>
                </a:lnTo>
                <a:lnTo>
                  <a:pt x="1277277" y="28608"/>
                </a:lnTo>
                <a:lnTo>
                  <a:pt x="1289319" y="28608"/>
                </a:lnTo>
                <a:lnTo>
                  <a:pt x="1289319" y="37923"/>
                </a:lnTo>
                <a:lnTo>
                  <a:pt x="1277277" y="37923"/>
                </a:lnTo>
                <a:lnTo>
                  <a:pt x="1277277" y="79238"/>
                </a:lnTo>
                <a:cubicBezTo>
                  <a:pt x="1277277" y="82654"/>
                  <a:pt x="1277488" y="84849"/>
                  <a:pt x="1277909" y="85825"/>
                </a:cubicBezTo>
                <a:cubicBezTo>
                  <a:pt x="1278331" y="86801"/>
                  <a:pt x="1279018" y="87577"/>
                  <a:pt x="1279972" y="88154"/>
                </a:cubicBezTo>
                <a:cubicBezTo>
                  <a:pt x="1280925" y="88730"/>
                  <a:pt x="1282289" y="89019"/>
                  <a:pt x="1284063" y="89019"/>
                </a:cubicBezTo>
                <a:cubicBezTo>
                  <a:pt x="1285394" y="89019"/>
                  <a:pt x="1287146" y="88863"/>
                  <a:pt x="1289319" y="88553"/>
                </a:cubicBezTo>
                <a:close/>
                <a:moveTo>
                  <a:pt x="1327062" y="88553"/>
                </a:moveTo>
                <a:lnTo>
                  <a:pt x="1328792" y="99131"/>
                </a:lnTo>
                <a:cubicBezTo>
                  <a:pt x="1325421" y="99841"/>
                  <a:pt x="1322405" y="100196"/>
                  <a:pt x="1319744" y="100196"/>
                </a:cubicBezTo>
                <a:cubicBezTo>
                  <a:pt x="1315397" y="100196"/>
                  <a:pt x="1312026" y="99508"/>
                  <a:pt x="1309631" y="98133"/>
                </a:cubicBezTo>
                <a:cubicBezTo>
                  <a:pt x="1307236" y="96758"/>
                  <a:pt x="1305550" y="94951"/>
                  <a:pt x="1304574" y="92711"/>
                </a:cubicBezTo>
                <a:cubicBezTo>
                  <a:pt x="1303599" y="90471"/>
                  <a:pt x="1303111" y="85758"/>
                  <a:pt x="1303111" y="78573"/>
                </a:cubicBezTo>
                <a:lnTo>
                  <a:pt x="1303111" y="37923"/>
                </a:lnTo>
                <a:lnTo>
                  <a:pt x="1294329" y="37923"/>
                </a:lnTo>
                <a:lnTo>
                  <a:pt x="1294329" y="28608"/>
                </a:lnTo>
                <a:lnTo>
                  <a:pt x="1303111" y="28608"/>
                </a:lnTo>
                <a:lnTo>
                  <a:pt x="1303111" y="11111"/>
                </a:lnTo>
                <a:lnTo>
                  <a:pt x="1315020" y="3925"/>
                </a:lnTo>
                <a:lnTo>
                  <a:pt x="1315020" y="28608"/>
                </a:lnTo>
                <a:lnTo>
                  <a:pt x="1327062" y="28608"/>
                </a:lnTo>
                <a:lnTo>
                  <a:pt x="1327062" y="37923"/>
                </a:lnTo>
                <a:lnTo>
                  <a:pt x="1315020" y="37923"/>
                </a:lnTo>
                <a:lnTo>
                  <a:pt x="1315020" y="79238"/>
                </a:lnTo>
                <a:cubicBezTo>
                  <a:pt x="1315020" y="82654"/>
                  <a:pt x="1315231" y="84849"/>
                  <a:pt x="1315652" y="85825"/>
                </a:cubicBezTo>
                <a:cubicBezTo>
                  <a:pt x="1316073" y="86801"/>
                  <a:pt x="1316761" y="87577"/>
                  <a:pt x="1317714" y="88154"/>
                </a:cubicBezTo>
                <a:cubicBezTo>
                  <a:pt x="1318668" y="88730"/>
                  <a:pt x="1320032" y="89019"/>
                  <a:pt x="1321806" y="89019"/>
                </a:cubicBezTo>
                <a:cubicBezTo>
                  <a:pt x="1323137" y="89019"/>
                  <a:pt x="1324889" y="88863"/>
                  <a:pt x="1327062" y="88553"/>
                </a:cubicBezTo>
                <a:close/>
                <a:moveTo>
                  <a:pt x="1338658" y="99264"/>
                </a:moveTo>
                <a:lnTo>
                  <a:pt x="1338658" y="28608"/>
                </a:lnTo>
                <a:lnTo>
                  <a:pt x="1349436" y="28608"/>
                </a:lnTo>
                <a:lnTo>
                  <a:pt x="1349436" y="38655"/>
                </a:lnTo>
                <a:cubicBezTo>
                  <a:pt x="1354625" y="30893"/>
                  <a:pt x="1362121" y="27012"/>
                  <a:pt x="1371924" y="27012"/>
                </a:cubicBezTo>
                <a:cubicBezTo>
                  <a:pt x="1376181" y="27012"/>
                  <a:pt x="1380096" y="27777"/>
                  <a:pt x="1383666" y="29307"/>
                </a:cubicBezTo>
                <a:cubicBezTo>
                  <a:pt x="1387237" y="30837"/>
                  <a:pt x="1389909" y="32844"/>
                  <a:pt x="1391683" y="35328"/>
                </a:cubicBezTo>
                <a:cubicBezTo>
                  <a:pt x="1393457" y="37812"/>
                  <a:pt x="1394699" y="40761"/>
                  <a:pt x="1395409" y="44177"/>
                </a:cubicBezTo>
                <a:cubicBezTo>
                  <a:pt x="1395853" y="46394"/>
                  <a:pt x="1396074" y="50275"/>
                  <a:pt x="1396074" y="55820"/>
                </a:cubicBezTo>
                <a:lnTo>
                  <a:pt x="1396074" y="99264"/>
                </a:lnTo>
                <a:lnTo>
                  <a:pt x="1384099" y="99264"/>
                </a:lnTo>
                <a:lnTo>
                  <a:pt x="1384099" y="56285"/>
                </a:lnTo>
                <a:cubicBezTo>
                  <a:pt x="1384099" y="51406"/>
                  <a:pt x="1383633" y="47758"/>
                  <a:pt x="1382702" y="45341"/>
                </a:cubicBezTo>
                <a:cubicBezTo>
                  <a:pt x="1381770" y="42924"/>
                  <a:pt x="1380118" y="40994"/>
                  <a:pt x="1377745" y="39553"/>
                </a:cubicBezTo>
                <a:cubicBezTo>
                  <a:pt x="1375372" y="38111"/>
                  <a:pt x="1372589" y="37390"/>
                  <a:pt x="1369395" y="37390"/>
                </a:cubicBezTo>
                <a:cubicBezTo>
                  <a:pt x="1364295" y="37390"/>
                  <a:pt x="1359892" y="39009"/>
                  <a:pt x="1356189" y="42247"/>
                </a:cubicBezTo>
                <a:cubicBezTo>
                  <a:pt x="1352485" y="45485"/>
                  <a:pt x="1350634" y="51628"/>
                  <a:pt x="1350634" y="60676"/>
                </a:cubicBezTo>
                <a:lnTo>
                  <a:pt x="1350634" y="99264"/>
                </a:lnTo>
                <a:lnTo>
                  <a:pt x="1338658" y="99264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D8BD46-715E-42C4-BFCC-20B28E73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9177" y="4182259"/>
            <a:ext cx="1720997" cy="665185"/>
          </a:xfrm>
          <a:custGeom xmlns:a="http://schemas.openxmlformats.org/drawingml/2006/main">
            <a:pathLst>
              <a:path w="1720997" h="665185">
                <a:moveTo>
                  <a:pt x="256" y="561909"/>
                </a:moveTo>
                <a:lnTo>
                  <a:pt x="0" y="554318"/>
                </a:lnTo>
                <a:lnTo>
                  <a:pt x="0" y="110866"/>
                </a:lnTo>
                <a:lnTo>
                  <a:pt x="256" y="103276"/>
                </a:lnTo>
                <a:lnTo>
                  <a:pt x="1012" y="95823"/>
                </a:lnTo>
                <a:lnTo>
                  <a:pt x="2252" y="88523"/>
                </a:lnTo>
                <a:lnTo>
                  <a:pt x="3960" y="81394"/>
                </a:lnTo>
                <a:lnTo>
                  <a:pt x="6119" y="74451"/>
                </a:lnTo>
                <a:lnTo>
                  <a:pt x="8712" y="67712"/>
                </a:lnTo>
                <a:lnTo>
                  <a:pt x="11724" y="61193"/>
                </a:lnTo>
                <a:lnTo>
                  <a:pt x="15137" y="54910"/>
                </a:lnTo>
                <a:lnTo>
                  <a:pt x="18934" y="48880"/>
                </a:lnTo>
                <a:lnTo>
                  <a:pt x="23100" y="43119"/>
                </a:lnTo>
                <a:lnTo>
                  <a:pt x="27619" y="37644"/>
                </a:lnTo>
                <a:lnTo>
                  <a:pt x="32472" y="32472"/>
                </a:lnTo>
                <a:lnTo>
                  <a:pt x="37644" y="27618"/>
                </a:lnTo>
                <a:lnTo>
                  <a:pt x="43119" y="23100"/>
                </a:lnTo>
                <a:lnTo>
                  <a:pt x="48880" y="18934"/>
                </a:lnTo>
                <a:lnTo>
                  <a:pt x="54910" y="15136"/>
                </a:lnTo>
                <a:lnTo>
                  <a:pt x="61193" y="11724"/>
                </a:lnTo>
                <a:lnTo>
                  <a:pt x="67712" y="8712"/>
                </a:lnTo>
                <a:lnTo>
                  <a:pt x="74451" y="6119"/>
                </a:lnTo>
                <a:lnTo>
                  <a:pt x="81394" y="3960"/>
                </a:lnTo>
                <a:lnTo>
                  <a:pt x="88523" y="2252"/>
                </a:lnTo>
                <a:lnTo>
                  <a:pt x="95822" y="1012"/>
                </a:lnTo>
                <a:lnTo>
                  <a:pt x="103276" y="256"/>
                </a:lnTo>
                <a:lnTo>
                  <a:pt x="110866" y="0"/>
                </a:lnTo>
                <a:lnTo>
                  <a:pt x="1612892" y="0"/>
                </a:lnTo>
                <a:lnTo>
                  <a:pt x="1616561" y="61"/>
                </a:lnTo>
                <a:lnTo>
                  <a:pt x="1620214" y="242"/>
                </a:lnTo>
                <a:lnTo>
                  <a:pt x="1623850" y="543"/>
                </a:lnTo>
                <a:lnTo>
                  <a:pt x="1627465" y="961"/>
                </a:lnTo>
                <a:lnTo>
                  <a:pt x="1631056" y="1498"/>
                </a:lnTo>
                <a:lnTo>
                  <a:pt x="1634622" y="2150"/>
                </a:lnTo>
                <a:lnTo>
                  <a:pt x="1638159" y="2917"/>
                </a:lnTo>
                <a:lnTo>
                  <a:pt x="1641664" y="3798"/>
                </a:lnTo>
                <a:lnTo>
                  <a:pt x="1645136" y="4792"/>
                </a:lnTo>
                <a:lnTo>
                  <a:pt x="1648570" y="5898"/>
                </a:lnTo>
                <a:lnTo>
                  <a:pt x="1651965" y="7114"/>
                </a:lnTo>
                <a:lnTo>
                  <a:pt x="1655318" y="8439"/>
                </a:lnTo>
                <a:lnTo>
                  <a:pt x="1658627" y="9873"/>
                </a:lnTo>
                <a:lnTo>
                  <a:pt x="1661887" y="11414"/>
                </a:lnTo>
                <a:lnTo>
                  <a:pt x="1665097" y="13061"/>
                </a:lnTo>
                <a:lnTo>
                  <a:pt x="1668255" y="14813"/>
                </a:lnTo>
                <a:lnTo>
                  <a:pt x="1671357" y="16668"/>
                </a:lnTo>
                <a:lnTo>
                  <a:pt x="1674400" y="18627"/>
                </a:lnTo>
                <a:lnTo>
                  <a:pt x="1677383" y="20687"/>
                </a:lnTo>
                <a:lnTo>
                  <a:pt x="1680302" y="22847"/>
                </a:lnTo>
                <a:lnTo>
                  <a:pt x="1683154" y="25107"/>
                </a:lnTo>
                <a:lnTo>
                  <a:pt x="1685937" y="27465"/>
                </a:lnTo>
                <a:lnTo>
                  <a:pt x="1688649" y="29921"/>
                </a:lnTo>
                <a:lnTo>
                  <a:pt x="1691286" y="32472"/>
                </a:lnTo>
                <a:lnTo>
                  <a:pt x="1693837" y="35109"/>
                </a:lnTo>
                <a:lnTo>
                  <a:pt x="1696293" y="37821"/>
                </a:lnTo>
                <a:lnTo>
                  <a:pt x="1698651" y="40604"/>
                </a:lnTo>
                <a:lnTo>
                  <a:pt x="1700911" y="43456"/>
                </a:lnTo>
                <a:lnTo>
                  <a:pt x="1703071" y="46375"/>
                </a:lnTo>
                <a:lnTo>
                  <a:pt x="1705131" y="49358"/>
                </a:lnTo>
                <a:lnTo>
                  <a:pt x="1707090" y="52401"/>
                </a:lnTo>
                <a:lnTo>
                  <a:pt x="1708945" y="55503"/>
                </a:lnTo>
                <a:lnTo>
                  <a:pt x="1710697" y="58661"/>
                </a:lnTo>
                <a:lnTo>
                  <a:pt x="1712344" y="61871"/>
                </a:lnTo>
                <a:lnTo>
                  <a:pt x="1713885" y="65132"/>
                </a:lnTo>
                <a:lnTo>
                  <a:pt x="1715319" y="68440"/>
                </a:lnTo>
                <a:lnTo>
                  <a:pt x="1716644" y="71793"/>
                </a:lnTo>
                <a:lnTo>
                  <a:pt x="1717860" y="75188"/>
                </a:lnTo>
                <a:lnTo>
                  <a:pt x="1718966" y="78623"/>
                </a:lnTo>
                <a:lnTo>
                  <a:pt x="1719960" y="82094"/>
                </a:lnTo>
                <a:lnTo>
                  <a:pt x="1720841" y="85600"/>
                </a:lnTo>
                <a:lnTo>
                  <a:pt x="1720997" y="86322"/>
                </a:lnTo>
                <a:lnTo>
                  <a:pt x="1720997" y="578783"/>
                </a:lnTo>
                <a:lnTo>
                  <a:pt x="1719798" y="583791"/>
                </a:lnTo>
                <a:lnTo>
                  <a:pt x="1717639" y="590733"/>
                </a:lnTo>
                <a:lnTo>
                  <a:pt x="1715045" y="597472"/>
                </a:lnTo>
                <a:lnTo>
                  <a:pt x="1712034" y="603992"/>
                </a:lnTo>
                <a:lnTo>
                  <a:pt x="1708621" y="610275"/>
                </a:lnTo>
                <a:lnTo>
                  <a:pt x="1704824" y="616305"/>
                </a:lnTo>
                <a:lnTo>
                  <a:pt x="1700658" y="622065"/>
                </a:lnTo>
                <a:lnTo>
                  <a:pt x="1696139" y="627540"/>
                </a:lnTo>
                <a:lnTo>
                  <a:pt x="1691286" y="632713"/>
                </a:lnTo>
                <a:lnTo>
                  <a:pt x="1686114" y="637566"/>
                </a:lnTo>
                <a:lnTo>
                  <a:pt x="1680639" y="642084"/>
                </a:lnTo>
                <a:lnTo>
                  <a:pt x="1674878" y="646250"/>
                </a:lnTo>
                <a:lnTo>
                  <a:pt x="1668848" y="650048"/>
                </a:lnTo>
                <a:lnTo>
                  <a:pt x="1662565" y="653461"/>
                </a:lnTo>
                <a:lnTo>
                  <a:pt x="1656046" y="656472"/>
                </a:lnTo>
                <a:lnTo>
                  <a:pt x="1649307" y="659065"/>
                </a:lnTo>
                <a:lnTo>
                  <a:pt x="1642365" y="661224"/>
                </a:lnTo>
                <a:lnTo>
                  <a:pt x="1635235" y="662932"/>
                </a:lnTo>
                <a:lnTo>
                  <a:pt x="1627936" y="664172"/>
                </a:lnTo>
                <a:lnTo>
                  <a:pt x="1620483" y="664929"/>
                </a:lnTo>
                <a:lnTo>
                  <a:pt x="1612892" y="665185"/>
                </a:lnTo>
                <a:lnTo>
                  <a:pt x="110866" y="665185"/>
                </a:lnTo>
                <a:lnTo>
                  <a:pt x="103276" y="664929"/>
                </a:lnTo>
                <a:lnTo>
                  <a:pt x="95822" y="664172"/>
                </a:lnTo>
                <a:lnTo>
                  <a:pt x="88523" y="662932"/>
                </a:lnTo>
                <a:lnTo>
                  <a:pt x="81394" y="661224"/>
                </a:lnTo>
                <a:lnTo>
                  <a:pt x="74451" y="659065"/>
                </a:lnTo>
                <a:lnTo>
                  <a:pt x="67712" y="656472"/>
                </a:lnTo>
                <a:lnTo>
                  <a:pt x="61193" y="653461"/>
                </a:lnTo>
                <a:lnTo>
                  <a:pt x="54910" y="650048"/>
                </a:lnTo>
                <a:lnTo>
                  <a:pt x="48880" y="646250"/>
                </a:lnTo>
                <a:lnTo>
                  <a:pt x="43119" y="642084"/>
                </a:lnTo>
                <a:lnTo>
                  <a:pt x="37644" y="637566"/>
                </a:lnTo>
                <a:lnTo>
                  <a:pt x="32472" y="632713"/>
                </a:lnTo>
                <a:lnTo>
                  <a:pt x="27619" y="627540"/>
                </a:lnTo>
                <a:lnTo>
                  <a:pt x="23100" y="622065"/>
                </a:lnTo>
                <a:lnTo>
                  <a:pt x="18934" y="616305"/>
                </a:lnTo>
                <a:lnTo>
                  <a:pt x="15137" y="610275"/>
                </a:lnTo>
                <a:lnTo>
                  <a:pt x="11724" y="603992"/>
                </a:lnTo>
                <a:lnTo>
                  <a:pt x="8712" y="597472"/>
                </a:lnTo>
                <a:lnTo>
                  <a:pt x="6119" y="590733"/>
                </a:lnTo>
                <a:lnTo>
                  <a:pt x="3960" y="583791"/>
                </a:lnTo>
                <a:lnTo>
                  <a:pt x="2252" y="576662"/>
                </a:lnTo>
                <a:lnTo>
                  <a:pt x="1012" y="569362"/>
                </a:lnTo>
                <a:lnTo>
                  <a:pt x="256" y="561909"/>
                </a:lnTo>
                <a:close/>
              </a:path>
            </a:pathLst>
          </a:custGeom>
          <a:solidFill xmlns:a="http://schemas.openxmlformats.org/drawingml/2006/main">
            <a:srgbClr val="D9D2E9">
              <a:alpha val="2215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7" name="Text 1.Byte-LevelSmall">
            <a:extLst xmlns:a="http://schemas.openxmlformats.org/drawingml/2006/main">
              <a:ext uri="{FF2B5EF4-FFF2-40B4-BE49-F238E27FC236}">
                <a16:creationId xmlns:a16="http://schemas.microsoft.com/office/drawing/2014/main" id="{A576EBE1-76BA-4230-98DA-5A2F06A8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8677" y="4307945"/>
            <a:ext cx="1148494" cy="128006"/>
          </a:xfrm>
          <a:custGeom xmlns:a="http://schemas.openxmlformats.org/drawingml/2006/main">
            <a:pathLst>
              <a:path w="1148494" h="128006">
                <a:moveTo>
                  <a:pt x="35927" y="99264"/>
                </a:moveTo>
                <a:lnTo>
                  <a:pt x="23951" y="99264"/>
                </a:lnTo>
                <a:lnTo>
                  <a:pt x="23951" y="22953"/>
                </a:lnTo>
                <a:cubicBezTo>
                  <a:pt x="21068" y="25703"/>
                  <a:pt x="17287" y="28453"/>
                  <a:pt x="12608" y="31203"/>
                </a:cubicBezTo>
                <a:cubicBezTo>
                  <a:pt x="7928" y="33953"/>
                  <a:pt x="3726" y="36015"/>
                  <a:pt x="0" y="37390"/>
                </a:cubicBezTo>
                <a:lnTo>
                  <a:pt x="0" y="25814"/>
                </a:lnTo>
                <a:cubicBezTo>
                  <a:pt x="6697" y="22665"/>
                  <a:pt x="12552" y="18850"/>
                  <a:pt x="17564" y="14371"/>
                </a:cubicBezTo>
                <a:cubicBezTo>
                  <a:pt x="22576" y="9891"/>
                  <a:pt x="26125" y="5544"/>
                  <a:pt x="28209" y="1331"/>
                </a:cubicBezTo>
                <a:lnTo>
                  <a:pt x="35927" y="1331"/>
                </a:lnTo>
                <a:lnTo>
                  <a:pt x="35927" y="99264"/>
                </a:lnTo>
                <a:close/>
                <a:moveTo>
                  <a:pt x="73296" y="99264"/>
                </a:moveTo>
                <a:lnTo>
                  <a:pt x="73296" y="85559"/>
                </a:lnTo>
                <a:lnTo>
                  <a:pt x="86935" y="85559"/>
                </a:lnTo>
                <a:lnTo>
                  <a:pt x="86935" y="99264"/>
                </a:lnTo>
                <a:lnTo>
                  <a:pt x="73296" y="99264"/>
                </a:lnTo>
                <a:close/>
                <a:moveTo>
                  <a:pt x="146387" y="99264"/>
                </a:moveTo>
                <a:lnTo>
                  <a:pt x="146387" y="1730"/>
                </a:lnTo>
                <a:lnTo>
                  <a:pt x="182979" y="1730"/>
                </a:lnTo>
                <a:cubicBezTo>
                  <a:pt x="190430" y="1730"/>
                  <a:pt x="196407" y="2714"/>
                  <a:pt x="200909" y="4682"/>
                </a:cubicBezTo>
                <a:cubicBezTo>
                  <a:pt x="205411" y="6650"/>
                  <a:pt x="208937" y="9680"/>
                  <a:pt x="211487" y="13770"/>
                </a:cubicBezTo>
                <a:cubicBezTo>
                  <a:pt x="214038" y="17860"/>
                  <a:pt x="215313" y="22139"/>
                  <a:pt x="215313" y="26606"/>
                </a:cubicBezTo>
                <a:cubicBezTo>
                  <a:pt x="215313" y="30763"/>
                  <a:pt x="214182" y="34677"/>
                  <a:pt x="211920" y="38349"/>
                </a:cubicBezTo>
                <a:cubicBezTo>
                  <a:pt x="209658" y="42019"/>
                  <a:pt x="206242" y="44982"/>
                  <a:pt x="201674" y="47237"/>
                </a:cubicBezTo>
                <a:cubicBezTo>
                  <a:pt x="207573" y="48971"/>
                  <a:pt x="212108" y="51928"/>
                  <a:pt x="215280" y="56109"/>
                </a:cubicBezTo>
                <a:cubicBezTo>
                  <a:pt x="218451" y="60289"/>
                  <a:pt x="220037" y="65225"/>
                  <a:pt x="220037" y="70916"/>
                </a:cubicBezTo>
                <a:cubicBezTo>
                  <a:pt x="220037" y="75497"/>
                  <a:pt x="219072" y="79755"/>
                  <a:pt x="217142" y="83690"/>
                </a:cubicBezTo>
                <a:cubicBezTo>
                  <a:pt x="215213" y="87625"/>
                  <a:pt x="212829" y="90660"/>
                  <a:pt x="209990" y="92794"/>
                </a:cubicBezTo>
                <a:cubicBezTo>
                  <a:pt x="207152" y="94929"/>
                  <a:pt x="203592" y="96541"/>
                  <a:pt x="199312" y="97630"/>
                </a:cubicBezTo>
                <a:cubicBezTo>
                  <a:pt x="195032" y="98720"/>
                  <a:pt x="189787" y="99264"/>
                  <a:pt x="183578" y="99264"/>
                </a:cubicBezTo>
                <a:lnTo>
                  <a:pt x="146387" y="99264"/>
                </a:lnTo>
                <a:moveTo>
                  <a:pt x="159294" y="42580"/>
                </a:moveTo>
                <a:lnTo>
                  <a:pt x="180384" y="42580"/>
                </a:lnTo>
                <a:cubicBezTo>
                  <a:pt x="186106" y="42580"/>
                  <a:pt x="190208" y="42205"/>
                  <a:pt x="192692" y="41455"/>
                </a:cubicBezTo>
                <a:cubicBezTo>
                  <a:pt x="195975" y="40486"/>
                  <a:pt x="198447" y="38878"/>
                  <a:pt x="200111" y="36632"/>
                </a:cubicBezTo>
                <a:cubicBezTo>
                  <a:pt x="201774" y="34385"/>
                  <a:pt x="202605" y="31566"/>
                  <a:pt x="202605" y="28174"/>
                </a:cubicBezTo>
                <a:cubicBezTo>
                  <a:pt x="202605" y="24958"/>
                  <a:pt x="201829" y="22128"/>
                  <a:pt x="200277" y="19683"/>
                </a:cubicBezTo>
                <a:cubicBezTo>
                  <a:pt x="198724" y="17238"/>
                  <a:pt x="196507" y="15564"/>
                  <a:pt x="193624" y="14662"/>
                </a:cubicBezTo>
                <a:cubicBezTo>
                  <a:pt x="190741" y="13758"/>
                  <a:pt x="185795" y="13306"/>
                  <a:pt x="178787" y="13306"/>
                </a:cubicBezTo>
                <a:lnTo>
                  <a:pt x="159294" y="13306"/>
                </a:lnTo>
                <a:lnTo>
                  <a:pt x="159294" y="42580"/>
                </a:lnTo>
                <a:moveTo>
                  <a:pt x="159294" y="87688"/>
                </a:moveTo>
                <a:lnTo>
                  <a:pt x="183578" y="87688"/>
                </a:lnTo>
                <a:cubicBezTo>
                  <a:pt x="187747" y="87688"/>
                  <a:pt x="190674" y="87533"/>
                  <a:pt x="192360" y="87222"/>
                </a:cubicBezTo>
                <a:cubicBezTo>
                  <a:pt x="195331" y="86690"/>
                  <a:pt x="197815" y="85803"/>
                  <a:pt x="199811" y="84561"/>
                </a:cubicBezTo>
                <a:cubicBezTo>
                  <a:pt x="201807" y="83319"/>
                  <a:pt x="203448" y="81512"/>
                  <a:pt x="204734" y="79139"/>
                </a:cubicBezTo>
                <a:cubicBezTo>
                  <a:pt x="206021" y="76766"/>
                  <a:pt x="206664" y="74027"/>
                  <a:pt x="206664" y="70922"/>
                </a:cubicBezTo>
                <a:cubicBezTo>
                  <a:pt x="206664" y="67285"/>
                  <a:pt x="205732" y="64125"/>
                  <a:pt x="203870" y="61441"/>
                </a:cubicBezTo>
                <a:cubicBezTo>
                  <a:pt x="202007" y="58758"/>
                  <a:pt x="199423" y="56873"/>
                  <a:pt x="196119" y="55786"/>
                </a:cubicBezTo>
                <a:cubicBezTo>
                  <a:pt x="192814" y="54700"/>
                  <a:pt x="188057" y="54156"/>
                  <a:pt x="181848" y="54156"/>
                </a:cubicBezTo>
                <a:lnTo>
                  <a:pt x="159294" y="54156"/>
                </a:lnTo>
                <a:lnTo>
                  <a:pt x="159294" y="87688"/>
                </a:lnTo>
                <a:close/>
                <a:moveTo>
                  <a:pt x="235602" y="126550"/>
                </a:moveTo>
                <a:lnTo>
                  <a:pt x="234272" y="115365"/>
                </a:lnTo>
                <a:cubicBezTo>
                  <a:pt x="236889" y="116074"/>
                  <a:pt x="239173" y="116429"/>
                  <a:pt x="241124" y="116429"/>
                </a:cubicBezTo>
                <a:cubicBezTo>
                  <a:pt x="243786" y="116429"/>
                  <a:pt x="245915" y="115985"/>
                  <a:pt x="247511" y="115097"/>
                </a:cubicBezTo>
                <a:cubicBezTo>
                  <a:pt x="249108" y="114208"/>
                  <a:pt x="250417" y="112964"/>
                  <a:pt x="251437" y="111365"/>
                </a:cubicBezTo>
                <a:cubicBezTo>
                  <a:pt x="252191" y="110166"/>
                  <a:pt x="253411" y="107190"/>
                  <a:pt x="255096" y="102437"/>
                </a:cubicBezTo>
                <a:cubicBezTo>
                  <a:pt x="255318" y="101770"/>
                  <a:pt x="255673" y="100793"/>
                  <a:pt x="256160" y="99505"/>
                </a:cubicBezTo>
                <a:lnTo>
                  <a:pt x="229348" y="28608"/>
                </a:lnTo>
                <a:lnTo>
                  <a:pt x="242256" y="28608"/>
                </a:lnTo>
                <a:lnTo>
                  <a:pt x="256959" y="69537"/>
                </a:lnTo>
                <a:cubicBezTo>
                  <a:pt x="258866" y="74728"/>
                  <a:pt x="260574" y="80185"/>
                  <a:pt x="262082" y="85908"/>
                </a:cubicBezTo>
                <a:cubicBezTo>
                  <a:pt x="263457" y="80396"/>
                  <a:pt x="265098" y="75024"/>
                  <a:pt x="267005" y="69793"/>
                </a:cubicBezTo>
                <a:lnTo>
                  <a:pt x="282108" y="28608"/>
                </a:lnTo>
                <a:lnTo>
                  <a:pt x="294083" y="28608"/>
                </a:lnTo>
                <a:lnTo>
                  <a:pt x="267205" y="100454"/>
                </a:lnTo>
                <a:cubicBezTo>
                  <a:pt x="264322" y="108236"/>
                  <a:pt x="262082" y="113595"/>
                  <a:pt x="260485" y="116531"/>
                </a:cubicBezTo>
                <a:cubicBezTo>
                  <a:pt x="258356" y="120490"/>
                  <a:pt x="255917" y="123391"/>
                  <a:pt x="253167" y="125236"/>
                </a:cubicBezTo>
                <a:cubicBezTo>
                  <a:pt x="250417" y="127083"/>
                  <a:pt x="247134" y="128006"/>
                  <a:pt x="243320" y="128006"/>
                </a:cubicBezTo>
                <a:cubicBezTo>
                  <a:pt x="241014" y="128006"/>
                  <a:pt x="238441" y="127521"/>
                  <a:pt x="235602" y="126550"/>
                </a:cubicBezTo>
                <a:close/>
                <a:moveTo>
                  <a:pt x="330409" y="88553"/>
                </a:moveTo>
                <a:lnTo>
                  <a:pt x="332139" y="99131"/>
                </a:lnTo>
                <a:cubicBezTo>
                  <a:pt x="328768" y="99841"/>
                  <a:pt x="325752" y="100196"/>
                  <a:pt x="323091" y="100196"/>
                </a:cubicBezTo>
                <a:cubicBezTo>
                  <a:pt x="318744" y="100196"/>
                  <a:pt x="315373" y="99508"/>
                  <a:pt x="312978" y="98133"/>
                </a:cubicBezTo>
                <a:cubicBezTo>
                  <a:pt x="310583" y="96758"/>
                  <a:pt x="308898" y="94951"/>
                  <a:pt x="307922" y="92711"/>
                </a:cubicBezTo>
                <a:cubicBezTo>
                  <a:pt x="306946" y="90471"/>
                  <a:pt x="306458" y="85758"/>
                  <a:pt x="306458" y="78573"/>
                </a:cubicBezTo>
                <a:lnTo>
                  <a:pt x="306458" y="37923"/>
                </a:lnTo>
                <a:lnTo>
                  <a:pt x="297676" y="37923"/>
                </a:lnTo>
                <a:lnTo>
                  <a:pt x="297676" y="28608"/>
                </a:lnTo>
                <a:lnTo>
                  <a:pt x="306458" y="28608"/>
                </a:lnTo>
                <a:lnTo>
                  <a:pt x="306458" y="11111"/>
                </a:lnTo>
                <a:lnTo>
                  <a:pt x="318367" y="3925"/>
                </a:lnTo>
                <a:lnTo>
                  <a:pt x="318367" y="28608"/>
                </a:lnTo>
                <a:lnTo>
                  <a:pt x="330409" y="28608"/>
                </a:lnTo>
                <a:lnTo>
                  <a:pt x="330409" y="37923"/>
                </a:lnTo>
                <a:lnTo>
                  <a:pt x="318367" y="37923"/>
                </a:lnTo>
                <a:lnTo>
                  <a:pt x="318367" y="79238"/>
                </a:lnTo>
                <a:cubicBezTo>
                  <a:pt x="318367" y="82654"/>
                  <a:pt x="318578" y="84849"/>
                  <a:pt x="318999" y="85825"/>
                </a:cubicBezTo>
                <a:cubicBezTo>
                  <a:pt x="319421" y="86801"/>
                  <a:pt x="320108" y="87577"/>
                  <a:pt x="321062" y="88154"/>
                </a:cubicBezTo>
                <a:cubicBezTo>
                  <a:pt x="322015" y="88730"/>
                  <a:pt x="323379" y="89019"/>
                  <a:pt x="325153" y="89019"/>
                </a:cubicBezTo>
                <a:cubicBezTo>
                  <a:pt x="326484" y="89019"/>
                  <a:pt x="328236" y="88863"/>
                  <a:pt x="330409" y="88553"/>
                </a:cubicBezTo>
                <a:close/>
                <a:moveTo>
                  <a:pt x="390374" y="76378"/>
                </a:moveTo>
                <a:lnTo>
                  <a:pt x="402749" y="77974"/>
                </a:lnTo>
                <a:cubicBezTo>
                  <a:pt x="400797" y="85225"/>
                  <a:pt x="397182" y="90852"/>
                  <a:pt x="391904" y="94857"/>
                </a:cubicBezTo>
                <a:cubicBezTo>
                  <a:pt x="386626" y="98860"/>
                  <a:pt x="379884" y="100861"/>
                  <a:pt x="371679" y="100861"/>
                </a:cubicBezTo>
                <a:cubicBezTo>
                  <a:pt x="361344" y="100861"/>
                  <a:pt x="353150" y="97679"/>
                  <a:pt x="347096" y="91314"/>
                </a:cubicBezTo>
                <a:cubicBezTo>
                  <a:pt x="341041" y="84949"/>
                  <a:pt x="338014" y="76023"/>
                  <a:pt x="338014" y="64535"/>
                </a:cubicBezTo>
                <a:cubicBezTo>
                  <a:pt x="338014" y="52648"/>
                  <a:pt x="341074" y="43423"/>
                  <a:pt x="347195" y="36858"/>
                </a:cubicBezTo>
                <a:cubicBezTo>
                  <a:pt x="353316" y="30294"/>
                  <a:pt x="361256" y="27012"/>
                  <a:pt x="371013" y="27012"/>
                </a:cubicBezTo>
                <a:cubicBezTo>
                  <a:pt x="380461" y="27012"/>
                  <a:pt x="388178" y="30222"/>
                  <a:pt x="394166" y="36644"/>
                </a:cubicBezTo>
                <a:cubicBezTo>
                  <a:pt x="400154" y="43064"/>
                  <a:pt x="403148" y="52097"/>
                  <a:pt x="403148" y="63743"/>
                </a:cubicBezTo>
                <a:cubicBezTo>
                  <a:pt x="403148" y="64451"/>
                  <a:pt x="403126" y="65514"/>
                  <a:pt x="403081" y="66930"/>
                </a:cubicBezTo>
                <a:lnTo>
                  <a:pt x="350389" y="66930"/>
                </a:lnTo>
                <a:cubicBezTo>
                  <a:pt x="350832" y="74714"/>
                  <a:pt x="353028" y="80674"/>
                  <a:pt x="356975" y="84810"/>
                </a:cubicBezTo>
                <a:cubicBezTo>
                  <a:pt x="360923" y="88946"/>
                  <a:pt x="365846" y="91014"/>
                  <a:pt x="371745" y="91014"/>
                </a:cubicBezTo>
                <a:cubicBezTo>
                  <a:pt x="376136" y="91014"/>
                  <a:pt x="379884" y="89851"/>
                  <a:pt x="382989" y="87524"/>
                </a:cubicBezTo>
                <a:cubicBezTo>
                  <a:pt x="386094" y="85195"/>
                  <a:pt x="388555" y="81480"/>
                  <a:pt x="390374" y="76378"/>
                </a:cubicBezTo>
                <a:moveTo>
                  <a:pt x="351054" y="57084"/>
                </a:moveTo>
                <a:lnTo>
                  <a:pt x="390507" y="57084"/>
                </a:lnTo>
                <a:cubicBezTo>
                  <a:pt x="389975" y="51160"/>
                  <a:pt x="388467" y="46717"/>
                  <a:pt x="385983" y="43755"/>
                </a:cubicBezTo>
                <a:cubicBezTo>
                  <a:pt x="382168" y="39157"/>
                  <a:pt x="377223" y="36858"/>
                  <a:pt x="371146" y="36858"/>
                </a:cubicBezTo>
                <a:cubicBezTo>
                  <a:pt x="365647" y="36858"/>
                  <a:pt x="361023" y="38693"/>
                  <a:pt x="357275" y="42364"/>
                </a:cubicBezTo>
                <a:cubicBezTo>
                  <a:pt x="353527" y="46033"/>
                  <a:pt x="351453" y="50939"/>
                  <a:pt x="351054" y="57084"/>
                </a:cubicBezTo>
                <a:close/>
                <a:moveTo>
                  <a:pt x="413107" y="69991"/>
                </a:moveTo>
                <a:lnTo>
                  <a:pt x="413107" y="57882"/>
                </a:lnTo>
                <a:lnTo>
                  <a:pt x="449898" y="57882"/>
                </a:lnTo>
                <a:lnTo>
                  <a:pt x="449898" y="69991"/>
                </a:lnTo>
                <a:lnTo>
                  <a:pt x="413107" y="69991"/>
                </a:lnTo>
                <a:close/>
                <a:moveTo>
                  <a:pt x="464135" y="99264"/>
                </a:moveTo>
                <a:lnTo>
                  <a:pt x="464135" y="1730"/>
                </a:lnTo>
                <a:lnTo>
                  <a:pt x="477042" y="1730"/>
                </a:lnTo>
                <a:lnTo>
                  <a:pt x="477042" y="87688"/>
                </a:lnTo>
                <a:lnTo>
                  <a:pt x="525077" y="87688"/>
                </a:lnTo>
                <a:lnTo>
                  <a:pt x="525077" y="99264"/>
                </a:lnTo>
                <a:lnTo>
                  <a:pt x="464135" y="99264"/>
                </a:lnTo>
                <a:close/>
                <a:moveTo>
                  <a:pt x="587263" y="76378"/>
                </a:moveTo>
                <a:lnTo>
                  <a:pt x="599638" y="77974"/>
                </a:lnTo>
                <a:cubicBezTo>
                  <a:pt x="597686" y="85225"/>
                  <a:pt x="594071" y="90852"/>
                  <a:pt x="588793" y="94857"/>
                </a:cubicBezTo>
                <a:cubicBezTo>
                  <a:pt x="583515" y="98860"/>
                  <a:pt x="576773" y="100861"/>
                  <a:pt x="568568" y="100861"/>
                </a:cubicBezTo>
                <a:cubicBezTo>
                  <a:pt x="558233" y="100861"/>
                  <a:pt x="550039" y="97679"/>
                  <a:pt x="543985" y="91314"/>
                </a:cubicBezTo>
                <a:cubicBezTo>
                  <a:pt x="537930" y="84949"/>
                  <a:pt x="534903" y="76023"/>
                  <a:pt x="534903" y="64535"/>
                </a:cubicBezTo>
                <a:cubicBezTo>
                  <a:pt x="534903" y="52648"/>
                  <a:pt x="537964" y="43423"/>
                  <a:pt x="544084" y="36858"/>
                </a:cubicBezTo>
                <a:cubicBezTo>
                  <a:pt x="550205" y="30294"/>
                  <a:pt x="558145" y="27012"/>
                  <a:pt x="567903" y="27012"/>
                </a:cubicBezTo>
                <a:cubicBezTo>
                  <a:pt x="577350" y="27012"/>
                  <a:pt x="585068" y="30222"/>
                  <a:pt x="591055" y="36644"/>
                </a:cubicBezTo>
                <a:cubicBezTo>
                  <a:pt x="597043" y="43064"/>
                  <a:pt x="600037" y="52097"/>
                  <a:pt x="600037" y="63743"/>
                </a:cubicBezTo>
                <a:cubicBezTo>
                  <a:pt x="600037" y="64451"/>
                  <a:pt x="600015" y="65514"/>
                  <a:pt x="599971" y="66930"/>
                </a:cubicBezTo>
                <a:lnTo>
                  <a:pt x="547278" y="66930"/>
                </a:lnTo>
                <a:cubicBezTo>
                  <a:pt x="547722" y="74714"/>
                  <a:pt x="549917" y="80674"/>
                  <a:pt x="553865" y="84810"/>
                </a:cubicBezTo>
                <a:cubicBezTo>
                  <a:pt x="557812" y="88946"/>
                  <a:pt x="562735" y="91014"/>
                  <a:pt x="568634" y="91014"/>
                </a:cubicBezTo>
                <a:cubicBezTo>
                  <a:pt x="573025" y="91014"/>
                  <a:pt x="576773" y="89851"/>
                  <a:pt x="579878" y="87524"/>
                </a:cubicBezTo>
                <a:cubicBezTo>
                  <a:pt x="582983" y="85195"/>
                  <a:pt x="585445" y="81480"/>
                  <a:pt x="587263" y="76378"/>
                </a:cubicBezTo>
                <a:moveTo>
                  <a:pt x="547943" y="57084"/>
                </a:moveTo>
                <a:lnTo>
                  <a:pt x="587396" y="57084"/>
                </a:lnTo>
                <a:cubicBezTo>
                  <a:pt x="586864" y="51160"/>
                  <a:pt x="585356" y="46717"/>
                  <a:pt x="582872" y="43755"/>
                </a:cubicBezTo>
                <a:cubicBezTo>
                  <a:pt x="579058" y="39157"/>
                  <a:pt x="574112" y="36858"/>
                  <a:pt x="568036" y="36858"/>
                </a:cubicBezTo>
                <a:cubicBezTo>
                  <a:pt x="562536" y="36858"/>
                  <a:pt x="557912" y="38693"/>
                  <a:pt x="554164" y="42364"/>
                </a:cubicBezTo>
                <a:cubicBezTo>
                  <a:pt x="550416" y="46033"/>
                  <a:pt x="548342" y="50939"/>
                  <a:pt x="547943" y="57084"/>
                </a:cubicBezTo>
                <a:close/>
                <a:moveTo>
                  <a:pt x="634280" y="99264"/>
                </a:moveTo>
                <a:lnTo>
                  <a:pt x="607401" y="28608"/>
                </a:lnTo>
                <a:lnTo>
                  <a:pt x="620042" y="28608"/>
                </a:lnTo>
                <a:lnTo>
                  <a:pt x="635211" y="70922"/>
                </a:lnTo>
                <a:cubicBezTo>
                  <a:pt x="636852" y="75491"/>
                  <a:pt x="638360" y="80236"/>
                  <a:pt x="639735" y="85160"/>
                </a:cubicBezTo>
                <a:cubicBezTo>
                  <a:pt x="640800" y="81434"/>
                  <a:pt x="642286" y="76954"/>
                  <a:pt x="644193" y="71720"/>
                </a:cubicBezTo>
                <a:lnTo>
                  <a:pt x="659894" y="28608"/>
                </a:lnTo>
                <a:lnTo>
                  <a:pt x="672202" y="28608"/>
                </a:lnTo>
                <a:lnTo>
                  <a:pt x="645457" y="99264"/>
                </a:lnTo>
                <a:lnTo>
                  <a:pt x="634280" y="99264"/>
                </a:lnTo>
                <a:close/>
                <a:moveTo>
                  <a:pt x="731149" y="76378"/>
                </a:moveTo>
                <a:lnTo>
                  <a:pt x="743524" y="77974"/>
                </a:lnTo>
                <a:cubicBezTo>
                  <a:pt x="741572" y="85225"/>
                  <a:pt x="737957" y="90852"/>
                  <a:pt x="732679" y="94857"/>
                </a:cubicBezTo>
                <a:cubicBezTo>
                  <a:pt x="727401" y="98860"/>
                  <a:pt x="720659" y="100861"/>
                  <a:pt x="712454" y="100861"/>
                </a:cubicBezTo>
                <a:cubicBezTo>
                  <a:pt x="702119" y="100861"/>
                  <a:pt x="693925" y="97679"/>
                  <a:pt x="687870" y="91314"/>
                </a:cubicBezTo>
                <a:cubicBezTo>
                  <a:pt x="681816" y="84949"/>
                  <a:pt x="678789" y="76023"/>
                  <a:pt x="678789" y="64535"/>
                </a:cubicBezTo>
                <a:cubicBezTo>
                  <a:pt x="678789" y="52648"/>
                  <a:pt x="681849" y="43423"/>
                  <a:pt x="687970" y="36858"/>
                </a:cubicBezTo>
                <a:cubicBezTo>
                  <a:pt x="694091" y="30294"/>
                  <a:pt x="702030" y="27012"/>
                  <a:pt x="711788" y="27012"/>
                </a:cubicBezTo>
                <a:cubicBezTo>
                  <a:pt x="721236" y="27012"/>
                  <a:pt x="728953" y="30222"/>
                  <a:pt x="734941" y="36644"/>
                </a:cubicBezTo>
                <a:cubicBezTo>
                  <a:pt x="740929" y="43064"/>
                  <a:pt x="743923" y="52097"/>
                  <a:pt x="743923" y="63743"/>
                </a:cubicBezTo>
                <a:cubicBezTo>
                  <a:pt x="743923" y="64451"/>
                  <a:pt x="743901" y="65514"/>
                  <a:pt x="743856" y="66930"/>
                </a:cubicBezTo>
                <a:lnTo>
                  <a:pt x="691164" y="66930"/>
                </a:lnTo>
                <a:cubicBezTo>
                  <a:pt x="691607" y="74714"/>
                  <a:pt x="693803" y="80674"/>
                  <a:pt x="697750" y="84810"/>
                </a:cubicBezTo>
                <a:cubicBezTo>
                  <a:pt x="701698" y="88946"/>
                  <a:pt x="706621" y="91014"/>
                  <a:pt x="712520" y="91014"/>
                </a:cubicBezTo>
                <a:cubicBezTo>
                  <a:pt x="716911" y="91014"/>
                  <a:pt x="720659" y="89851"/>
                  <a:pt x="723764" y="87524"/>
                </a:cubicBezTo>
                <a:cubicBezTo>
                  <a:pt x="726869" y="85195"/>
                  <a:pt x="729330" y="81480"/>
                  <a:pt x="731149" y="76378"/>
                </a:cubicBezTo>
                <a:moveTo>
                  <a:pt x="691829" y="57084"/>
                </a:moveTo>
                <a:lnTo>
                  <a:pt x="731282" y="57084"/>
                </a:lnTo>
                <a:cubicBezTo>
                  <a:pt x="730750" y="51160"/>
                  <a:pt x="729242" y="46717"/>
                  <a:pt x="726758" y="43755"/>
                </a:cubicBezTo>
                <a:cubicBezTo>
                  <a:pt x="722943" y="39157"/>
                  <a:pt x="717998" y="36858"/>
                  <a:pt x="711921" y="36858"/>
                </a:cubicBezTo>
                <a:cubicBezTo>
                  <a:pt x="706421" y="36858"/>
                  <a:pt x="701798" y="38693"/>
                  <a:pt x="698050" y="42364"/>
                </a:cubicBezTo>
                <a:cubicBezTo>
                  <a:pt x="694302" y="46033"/>
                  <a:pt x="692228" y="50939"/>
                  <a:pt x="691829" y="57084"/>
                </a:cubicBezTo>
                <a:close/>
                <a:moveTo>
                  <a:pt x="758273" y="99264"/>
                </a:moveTo>
                <a:lnTo>
                  <a:pt x="758273" y="1730"/>
                </a:lnTo>
                <a:lnTo>
                  <a:pt x="770249" y="1730"/>
                </a:lnTo>
                <a:lnTo>
                  <a:pt x="770249" y="99264"/>
                </a:lnTo>
                <a:lnTo>
                  <a:pt x="758273" y="99264"/>
                </a:lnTo>
                <a:close/>
                <a:moveTo>
                  <a:pt x="823669" y="67862"/>
                </a:moveTo>
                <a:lnTo>
                  <a:pt x="835845" y="66797"/>
                </a:lnTo>
                <a:cubicBezTo>
                  <a:pt x="836421" y="71676"/>
                  <a:pt x="837763" y="75679"/>
                  <a:pt x="839870" y="78806"/>
                </a:cubicBezTo>
                <a:cubicBezTo>
                  <a:pt x="841976" y="81933"/>
                  <a:pt x="845248" y="84461"/>
                  <a:pt x="849683" y="86391"/>
                </a:cubicBezTo>
                <a:cubicBezTo>
                  <a:pt x="854118" y="88320"/>
                  <a:pt x="859108" y="89285"/>
                  <a:pt x="864652" y="89285"/>
                </a:cubicBezTo>
                <a:cubicBezTo>
                  <a:pt x="869576" y="89285"/>
                  <a:pt x="873922" y="88553"/>
                  <a:pt x="877693" y="87089"/>
                </a:cubicBezTo>
                <a:cubicBezTo>
                  <a:pt x="881463" y="85625"/>
                  <a:pt x="884268" y="83618"/>
                  <a:pt x="886109" y="81068"/>
                </a:cubicBezTo>
                <a:cubicBezTo>
                  <a:pt x="887949" y="78518"/>
                  <a:pt x="888870" y="75741"/>
                  <a:pt x="888870" y="72739"/>
                </a:cubicBezTo>
                <a:cubicBezTo>
                  <a:pt x="888870" y="69693"/>
                  <a:pt x="887983" y="67033"/>
                  <a:pt x="886208" y="64760"/>
                </a:cubicBezTo>
                <a:cubicBezTo>
                  <a:pt x="884434" y="62485"/>
                  <a:pt x="881507" y="60573"/>
                  <a:pt x="877426" y="59023"/>
                </a:cubicBezTo>
                <a:cubicBezTo>
                  <a:pt x="874810" y="58006"/>
                  <a:pt x="869021" y="56425"/>
                  <a:pt x="860062" y="54279"/>
                </a:cubicBezTo>
                <a:cubicBezTo>
                  <a:pt x="851102" y="52133"/>
                  <a:pt x="844826" y="50105"/>
                  <a:pt x="841234" y="48193"/>
                </a:cubicBezTo>
                <a:cubicBezTo>
                  <a:pt x="836576" y="45750"/>
                  <a:pt x="833106" y="42717"/>
                  <a:pt x="830821" y="39095"/>
                </a:cubicBezTo>
                <a:cubicBezTo>
                  <a:pt x="828537" y="35474"/>
                  <a:pt x="827395" y="31419"/>
                  <a:pt x="827395" y="26931"/>
                </a:cubicBezTo>
                <a:cubicBezTo>
                  <a:pt x="827395" y="21998"/>
                  <a:pt x="828792" y="17387"/>
                  <a:pt x="831587" y="13098"/>
                </a:cubicBezTo>
                <a:cubicBezTo>
                  <a:pt x="834381" y="8810"/>
                  <a:pt x="838461" y="5555"/>
                  <a:pt x="843828" y="3333"/>
                </a:cubicBezTo>
                <a:cubicBezTo>
                  <a:pt x="849195" y="1111"/>
                  <a:pt x="855161" y="0"/>
                  <a:pt x="861725" y="0"/>
                </a:cubicBezTo>
                <a:cubicBezTo>
                  <a:pt x="868955" y="0"/>
                  <a:pt x="875331" y="1164"/>
                  <a:pt x="880853" y="3493"/>
                </a:cubicBezTo>
                <a:cubicBezTo>
                  <a:pt x="886375" y="5821"/>
                  <a:pt x="890622" y="9248"/>
                  <a:pt x="893593" y="13772"/>
                </a:cubicBezTo>
                <a:cubicBezTo>
                  <a:pt x="896565" y="18296"/>
                  <a:pt x="898162" y="23419"/>
                  <a:pt x="898384" y="29141"/>
                </a:cubicBezTo>
                <a:lnTo>
                  <a:pt x="886009" y="30072"/>
                </a:lnTo>
                <a:cubicBezTo>
                  <a:pt x="885344" y="23972"/>
                  <a:pt x="883093" y="19365"/>
                  <a:pt x="879256" y="16250"/>
                </a:cubicBezTo>
                <a:cubicBezTo>
                  <a:pt x="875419" y="13134"/>
                  <a:pt x="869753" y="11576"/>
                  <a:pt x="862257" y="11576"/>
                </a:cubicBezTo>
                <a:cubicBezTo>
                  <a:pt x="854451" y="11576"/>
                  <a:pt x="848763" y="13003"/>
                  <a:pt x="845192" y="15857"/>
                </a:cubicBezTo>
                <a:cubicBezTo>
                  <a:pt x="841622" y="18710"/>
                  <a:pt x="839836" y="22149"/>
                  <a:pt x="839836" y="26176"/>
                </a:cubicBezTo>
                <a:cubicBezTo>
                  <a:pt x="839836" y="29670"/>
                  <a:pt x="841100" y="32545"/>
                  <a:pt x="843629" y="34802"/>
                </a:cubicBezTo>
                <a:cubicBezTo>
                  <a:pt x="846112" y="37058"/>
                  <a:pt x="852599" y="39370"/>
                  <a:pt x="863089" y="41738"/>
                </a:cubicBezTo>
                <a:cubicBezTo>
                  <a:pt x="873579" y="44104"/>
                  <a:pt x="880775" y="46172"/>
                  <a:pt x="884678" y="47942"/>
                </a:cubicBezTo>
                <a:cubicBezTo>
                  <a:pt x="890356" y="50555"/>
                  <a:pt x="894547" y="53864"/>
                  <a:pt x="897253" y="57870"/>
                </a:cubicBezTo>
                <a:cubicBezTo>
                  <a:pt x="899958" y="61875"/>
                  <a:pt x="901311" y="66489"/>
                  <a:pt x="901311" y="71712"/>
                </a:cubicBezTo>
                <a:cubicBezTo>
                  <a:pt x="901311" y="76892"/>
                  <a:pt x="899825" y="81772"/>
                  <a:pt x="896853" y="86353"/>
                </a:cubicBezTo>
                <a:cubicBezTo>
                  <a:pt x="893882" y="90934"/>
                  <a:pt x="889613" y="94498"/>
                  <a:pt x="884046" y="97044"/>
                </a:cubicBezTo>
                <a:cubicBezTo>
                  <a:pt x="878480" y="99589"/>
                  <a:pt x="872215" y="100861"/>
                  <a:pt x="865251" y="100861"/>
                </a:cubicBezTo>
                <a:cubicBezTo>
                  <a:pt x="856425" y="100861"/>
                  <a:pt x="849029" y="99575"/>
                  <a:pt x="843063" y="97002"/>
                </a:cubicBezTo>
                <a:cubicBezTo>
                  <a:pt x="837098" y="94430"/>
                  <a:pt x="832418" y="90560"/>
                  <a:pt x="829025" y="85393"/>
                </a:cubicBezTo>
                <a:cubicBezTo>
                  <a:pt x="825632" y="80225"/>
                  <a:pt x="823847" y="74382"/>
                  <a:pt x="823669" y="67862"/>
                </a:cubicBezTo>
                <a:close/>
                <a:moveTo>
                  <a:pt x="917277" y="99264"/>
                </a:moveTo>
                <a:lnTo>
                  <a:pt x="917277" y="28608"/>
                </a:lnTo>
                <a:lnTo>
                  <a:pt x="927988" y="28608"/>
                </a:lnTo>
                <a:lnTo>
                  <a:pt x="927988" y="38521"/>
                </a:lnTo>
                <a:cubicBezTo>
                  <a:pt x="930206" y="35062"/>
                  <a:pt x="933155" y="32279"/>
                  <a:pt x="936837" y="30172"/>
                </a:cubicBezTo>
                <a:cubicBezTo>
                  <a:pt x="940518" y="28065"/>
                  <a:pt x="944710" y="27012"/>
                  <a:pt x="949411" y="27012"/>
                </a:cubicBezTo>
                <a:cubicBezTo>
                  <a:pt x="954645" y="27012"/>
                  <a:pt x="958936" y="28098"/>
                  <a:pt x="962285" y="30272"/>
                </a:cubicBezTo>
                <a:cubicBezTo>
                  <a:pt x="965634" y="32445"/>
                  <a:pt x="967995" y="35483"/>
                  <a:pt x="969370" y="39386"/>
                </a:cubicBezTo>
                <a:cubicBezTo>
                  <a:pt x="974959" y="31137"/>
                  <a:pt x="982233" y="27012"/>
                  <a:pt x="991193" y="27012"/>
                </a:cubicBezTo>
                <a:cubicBezTo>
                  <a:pt x="998201" y="27012"/>
                  <a:pt x="1003590" y="28952"/>
                  <a:pt x="1007360" y="32833"/>
                </a:cubicBezTo>
                <a:cubicBezTo>
                  <a:pt x="1011130" y="36714"/>
                  <a:pt x="1013015" y="42691"/>
                  <a:pt x="1013015" y="50763"/>
                </a:cubicBezTo>
                <a:lnTo>
                  <a:pt x="1013015" y="99264"/>
                </a:lnTo>
                <a:lnTo>
                  <a:pt x="1001106" y="99264"/>
                </a:lnTo>
                <a:lnTo>
                  <a:pt x="1001106" y="54755"/>
                </a:lnTo>
                <a:cubicBezTo>
                  <a:pt x="1001106" y="49965"/>
                  <a:pt x="1000718" y="46516"/>
                  <a:pt x="999941" y="44409"/>
                </a:cubicBezTo>
                <a:cubicBezTo>
                  <a:pt x="999165" y="42303"/>
                  <a:pt x="997757" y="40606"/>
                  <a:pt x="995717" y="39320"/>
                </a:cubicBezTo>
                <a:cubicBezTo>
                  <a:pt x="993676" y="38034"/>
                  <a:pt x="991281" y="37390"/>
                  <a:pt x="988531" y="37390"/>
                </a:cubicBezTo>
                <a:cubicBezTo>
                  <a:pt x="983564" y="37390"/>
                  <a:pt x="979439" y="39043"/>
                  <a:pt x="976157" y="42347"/>
                </a:cubicBezTo>
                <a:cubicBezTo>
                  <a:pt x="972874" y="45651"/>
                  <a:pt x="971233" y="50941"/>
                  <a:pt x="971233" y="58215"/>
                </a:cubicBezTo>
                <a:lnTo>
                  <a:pt x="971233" y="99264"/>
                </a:lnTo>
                <a:lnTo>
                  <a:pt x="959258" y="99264"/>
                </a:lnTo>
                <a:lnTo>
                  <a:pt x="959258" y="53358"/>
                </a:lnTo>
                <a:cubicBezTo>
                  <a:pt x="959258" y="48035"/>
                  <a:pt x="958282" y="44044"/>
                  <a:pt x="956330" y="41382"/>
                </a:cubicBezTo>
                <a:cubicBezTo>
                  <a:pt x="954379" y="38721"/>
                  <a:pt x="951185" y="37390"/>
                  <a:pt x="946750" y="37390"/>
                </a:cubicBezTo>
                <a:cubicBezTo>
                  <a:pt x="943379" y="37390"/>
                  <a:pt x="940263" y="38278"/>
                  <a:pt x="937402" y="40052"/>
                </a:cubicBezTo>
                <a:cubicBezTo>
                  <a:pt x="934541" y="41826"/>
                  <a:pt x="932468" y="44421"/>
                  <a:pt x="931182" y="47836"/>
                </a:cubicBezTo>
                <a:cubicBezTo>
                  <a:pt x="929895" y="51251"/>
                  <a:pt x="929252" y="56174"/>
                  <a:pt x="929252" y="62606"/>
                </a:cubicBezTo>
                <a:lnTo>
                  <a:pt x="929252" y="99264"/>
                </a:lnTo>
                <a:lnTo>
                  <a:pt x="917277" y="99264"/>
                </a:lnTo>
                <a:close/>
                <a:moveTo>
                  <a:pt x="1076883" y="90349"/>
                </a:moveTo>
                <a:cubicBezTo>
                  <a:pt x="1072448" y="94193"/>
                  <a:pt x="1068179" y="96906"/>
                  <a:pt x="1064076" y="98489"/>
                </a:cubicBezTo>
                <a:cubicBezTo>
                  <a:pt x="1059973" y="100070"/>
                  <a:pt x="1055571" y="100861"/>
                  <a:pt x="1050870" y="100861"/>
                </a:cubicBezTo>
                <a:cubicBezTo>
                  <a:pt x="1043108" y="100861"/>
                  <a:pt x="1037142" y="98965"/>
                  <a:pt x="1032973" y="95173"/>
                </a:cubicBezTo>
                <a:cubicBezTo>
                  <a:pt x="1028804" y="91380"/>
                  <a:pt x="1026719" y="86535"/>
                  <a:pt x="1026719" y="80636"/>
                </a:cubicBezTo>
                <a:cubicBezTo>
                  <a:pt x="1026719" y="77176"/>
                  <a:pt x="1027506" y="74016"/>
                  <a:pt x="1029081" y="71155"/>
                </a:cubicBezTo>
                <a:cubicBezTo>
                  <a:pt x="1030655" y="68294"/>
                  <a:pt x="1032718" y="65999"/>
                  <a:pt x="1035268" y="64269"/>
                </a:cubicBezTo>
                <a:cubicBezTo>
                  <a:pt x="1037819" y="62539"/>
                  <a:pt x="1040691" y="61231"/>
                  <a:pt x="1043884" y="60344"/>
                </a:cubicBezTo>
                <a:cubicBezTo>
                  <a:pt x="1046235" y="59723"/>
                  <a:pt x="1049783" y="59124"/>
                  <a:pt x="1054529" y="58547"/>
                </a:cubicBezTo>
                <a:cubicBezTo>
                  <a:pt x="1064198" y="57394"/>
                  <a:pt x="1071317" y="56019"/>
                  <a:pt x="1075885" y="54422"/>
                </a:cubicBezTo>
                <a:cubicBezTo>
                  <a:pt x="1075930" y="52788"/>
                  <a:pt x="1075952" y="51750"/>
                  <a:pt x="1075952" y="51308"/>
                </a:cubicBezTo>
                <a:cubicBezTo>
                  <a:pt x="1075952" y="46447"/>
                  <a:pt x="1074821" y="43023"/>
                  <a:pt x="1072559" y="41035"/>
                </a:cubicBezTo>
                <a:cubicBezTo>
                  <a:pt x="1069498" y="38339"/>
                  <a:pt x="1064952" y="36991"/>
                  <a:pt x="1058920" y="36991"/>
                </a:cubicBezTo>
                <a:cubicBezTo>
                  <a:pt x="1053287" y="36991"/>
                  <a:pt x="1049129" y="37978"/>
                  <a:pt x="1046445" y="39952"/>
                </a:cubicBezTo>
                <a:cubicBezTo>
                  <a:pt x="1043762" y="41926"/>
                  <a:pt x="1041777" y="45419"/>
                  <a:pt x="1040491" y="50431"/>
                </a:cubicBezTo>
                <a:lnTo>
                  <a:pt x="1028781" y="48834"/>
                </a:lnTo>
                <a:cubicBezTo>
                  <a:pt x="1029846" y="43807"/>
                  <a:pt x="1031598" y="39747"/>
                  <a:pt x="1034037" y="36654"/>
                </a:cubicBezTo>
                <a:cubicBezTo>
                  <a:pt x="1036477" y="33562"/>
                  <a:pt x="1040003" y="31182"/>
                  <a:pt x="1044616" y="29515"/>
                </a:cubicBezTo>
                <a:cubicBezTo>
                  <a:pt x="1049229" y="27846"/>
                  <a:pt x="1054573" y="27012"/>
                  <a:pt x="1060650" y="27012"/>
                </a:cubicBezTo>
                <a:cubicBezTo>
                  <a:pt x="1066682" y="27012"/>
                  <a:pt x="1071583" y="27724"/>
                  <a:pt x="1075353" y="29149"/>
                </a:cubicBezTo>
                <a:cubicBezTo>
                  <a:pt x="1079123" y="30572"/>
                  <a:pt x="1081895" y="32364"/>
                  <a:pt x="1083670" y="34523"/>
                </a:cubicBezTo>
                <a:cubicBezTo>
                  <a:pt x="1085444" y="36681"/>
                  <a:pt x="1086686" y="39408"/>
                  <a:pt x="1087395" y="42703"/>
                </a:cubicBezTo>
                <a:cubicBezTo>
                  <a:pt x="1087794" y="44750"/>
                  <a:pt x="1087994" y="48427"/>
                  <a:pt x="1087994" y="53734"/>
                </a:cubicBezTo>
                <a:lnTo>
                  <a:pt x="1087994" y="69656"/>
                </a:lnTo>
                <a:cubicBezTo>
                  <a:pt x="1087994" y="80757"/>
                  <a:pt x="1088249" y="87788"/>
                  <a:pt x="1088759" y="90748"/>
                </a:cubicBezTo>
                <a:cubicBezTo>
                  <a:pt x="1089269" y="93709"/>
                  <a:pt x="1090278" y="96548"/>
                  <a:pt x="1091786" y="99264"/>
                </a:cubicBezTo>
                <a:lnTo>
                  <a:pt x="1079279" y="99264"/>
                </a:lnTo>
                <a:cubicBezTo>
                  <a:pt x="1078037" y="96724"/>
                  <a:pt x="1077238" y="93752"/>
                  <a:pt x="1076883" y="90349"/>
                </a:cubicBezTo>
                <a:moveTo>
                  <a:pt x="1075885" y="63870"/>
                </a:moveTo>
                <a:cubicBezTo>
                  <a:pt x="1071539" y="65636"/>
                  <a:pt x="1065019" y="67137"/>
                  <a:pt x="1056325" y="68373"/>
                </a:cubicBezTo>
                <a:cubicBezTo>
                  <a:pt x="1051402" y="69079"/>
                  <a:pt x="1047920" y="69873"/>
                  <a:pt x="1045880" y="70756"/>
                </a:cubicBezTo>
                <a:cubicBezTo>
                  <a:pt x="1043840" y="71639"/>
                  <a:pt x="1042265" y="72930"/>
                  <a:pt x="1041156" y="74629"/>
                </a:cubicBezTo>
                <a:cubicBezTo>
                  <a:pt x="1040047" y="76328"/>
                  <a:pt x="1039493" y="78216"/>
                  <a:pt x="1039493" y="80290"/>
                </a:cubicBezTo>
                <a:cubicBezTo>
                  <a:pt x="1039493" y="83469"/>
                  <a:pt x="1040702" y="86117"/>
                  <a:pt x="1043119" y="88237"/>
                </a:cubicBezTo>
                <a:cubicBezTo>
                  <a:pt x="1045536" y="90355"/>
                  <a:pt x="1049073" y="91414"/>
                  <a:pt x="1053731" y="91414"/>
                </a:cubicBezTo>
                <a:cubicBezTo>
                  <a:pt x="1058343" y="91414"/>
                  <a:pt x="1062446" y="90408"/>
                  <a:pt x="1066039" y="88397"/>
                </a:cubicBezTo>
                <a:cubicBezTo>
                  <a:pt x="1069632" y="86384"/>
                  <a:pt x="1072271" y="83635"/>
                  <a:pt x="1073956" y="80149"/>
                </a:cubicBezTo>
                <a:cubicBezTo>
                  <a:pt x="1075242" y="77459"/>
                  <a:pt x="1075885" y="73488"/>
                  <a:pt x="1075885" y="68238"/>
                </a:cubicBezTo>
                <a:lnTo>
                  <a:pt x="1075885" y="63870"/>
                </a:lnTo>
                <a:close/>
                <a:moveTo>
                  <a:pt x="1106269" y="99264"/>
                </a:moveTo>
                <a:lnTo>
                  <a:pt x="1106269" y="1730"/>
                </a:lnTo>
                <a:lnTo>
                  <a:pt x="1118245" y="1730"/>
                </a:lnTo>
                <a:lnTo>
                  <a:pt x="1118245" y="99264"/>
                </a:lnTo>
                <a:lnTo>
                  <a:pt x="1106269" y="99264"/>
                </a:lnTo>
                <a:close/>
                <a:moveTo>
                  <a:pt x="1136518" y="99264"/>
                </a:moveTo>
                <a:lnTo>
                  <a:pt x="1136518" y="1730"/>
                </a:lnTo>
                <a:lnTo>
                  <a:pt x="1148494" y="1730"/>
                </a:lnTo>
                <a:lnTo>
                  <a:pt x="1148494" y="99264"/>
                </a:lnTo>
                <a:lnTo>
                  <a:pt x="1136518" y="99264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Text TransformerEncodes">
            <a:extLst xmlns:a="http://schemas.openxmlformats.org/drawingml/2006/main">
              <a:ext uri="{FF2B5EF4-FFF2-40B4-BE49-F238E27FC236}">
                <a16:creationId xmlns:a16="http://schemas.microsoft.com/office/drawing/2014/main" id="{5C6D8B44-3E67-4464-BEB9-2BD9FE35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7034" y="4467043"/>
            <a:ext cx="1295925" cy="100728"/>
          </a:xfrm>
          <a:custGeom xmlns:a="http://schemas.openxmlformats.org/drawingml/2006/main">
            <a:pathLst>
              <a:path w="1295925" h="100728">
                <a:moveTo>
                  <a:pt x="32134" y="99131"/>
                </a:moveTo>
                <a:lnTo>
                  <a:pt x="32134" y="13173"/>
                </a:lnTo>
                <a:lnTo>
                  <a:pt x="0" y="13173"/>
                </a:lnTo>
                <a:lnTo>
                  <a:pt x="0" y="1597"/>
                </a:lnTo>
                <a:lnTo>
                  <a:pt x="77309" y="1597"/>
                </a:lnTo>
                <a:lnTo>
                  <a:pt x="77309" y="13173"/>
                </a:lnTo>
                <a:lnTo>
                  <a:pt x="45042" y="13173"/>
                </a:lnTo>
                <a:lnTo>
                  <a:pt x="45042" y="99131"/>
                </a:lnTo>
                <a:lnTo>
                  <a:pt x="32134" y="99131"/>
                </a:lnTo>
                <a:close/>
                <a:moveTo>
                  <a:pt x="83729" y="99131"/>
                </a:moveTo>
                <a:lnTo>
                  <a:pt x="83729" y="28475"/>
                </a:lnTo>
                <a:lnTo>
                  <a:pt x="94507" y="28475"/>
                </a:lnTo>
                <a:lnTo>
                  <a:pt x="94507" y="39187"/>
                </a:lnTo>
                <a:cubicBezTo>
                  <a:pt x="97257" y="34175"/>
                  <a:pt x="99796" y="30870"/>
                  <a:pt x="102125" y="29274"/>
                </a:cubicBezTo>
                <a:cubicBezTo>
                  <a:pt x="104454" y="27677"/>
                  <a:pt x="107015" y="26879"/>
                  <a:pt x="109809" y="26879"/>
                </a:cubicBezTo>
                <a:cubicBezTo>
                  <a:pt x="113846" y="26879"/>
                  <a:pt x="117948" y="28165"/>
                  <a:pt x="122118" y="30737"/>
                </a:cubicBezTo>
                <a:lnTo>
                  <a:pt x="117993" y="41840"/>
                </a:lnTo>
                <a:cubicBezTo>
                  <a:pt x="115065" y="40115"/>
                  <a:pt x="112138" y="39253"/>
                  <a:pt x="109211" y="39253"/>
                </a:cubicBezTo>
                <a:cubicBezTo>
                  <a:pt x="106594" y="39253"/>
                  <a:pt x="104243" y="40041"/>
                  <a:pt x="102158" y="41615"/>
                </a:cubicBezTo>
                <a:cubicBezTo>
                  <a:pt x="100074" y="43190"/>
                  <a:pt x="98588" y="45374"/>
                  <a:pt x="97701" y="48168"/>
                </a:cubicBezTo>
                <a:cubicBezTo>
                  <a:pt x="96370" y="52426"/>
                  <a:pt x="95705" y="57084"/>
                  <a:pt x="95705" y="62140"/>
                </a:cubicBezTo>
                <a:lnTo>
                  <a:pt x="95705" y="99131"/>
                </a:lnTo>
                <a:lnTo>
                  <a:pt x="83729" y="99131"/>
                </a:lnTo>
                <a:close/>
                <a:moveTo>
                  <a:pt x="175341" y="90216"/>
                </a:moveTo>
                <a:cubicBezTo>
                  <a:pt x="170906" y="94060"/>
                  <a:pt x="166637" y="96773"/>
                  <a:pt x="162534" y="98356"/>
                </a:cubicBezTo>
                <a:cubicBezTo>
                  <a:pt x="158431" y="99937"/>
                  <a:pt x="154029" y="100728"/>
                  <a:pt x="149328" y="100728"/>
                </a:cubicBezTo>
                <a:cubicBezTo>
                  <a:pt x="141566" y="100728"/>
                  <a:pt x="135600" y="98832"/>
                  <a:pt x="131431" y="95040"/>
                </a:cubicBezTo>
                <a:cubicBezTo>
                  <a:pt x="127262" y="91247"/>
                  <a:pt x="125177" y="86402"/>
                  <a:pt x="125177" y="80503"/>
                </a:cubicBezTo>
                <a:cubicBezTo>
                  <a:pt x="125177" y="77043"/>
                  <a:pt x="125964" y="73883"/>
                  <a:pt x="127539" y="71022"/>
                </a:cubicBezTo>
                <a:cubicBezTo>
                  <a:pt x="129113" y="68161"/>
                  <a:pt x="131176" y="65866"/>
                  <a:pt x="133726" y="64136"/>
                </a:cubicBezTo>
                <a:cubicBezTo>
                  <a:pt x="136277" y="62406"/>
                  <a:pt x="139148" y="61098"/>
                  <a:pt x="142342" y="60211"/>
                </a:cubicBezTo>
                <a:cubicBezTo>
                  <a:pt x="144693" y="59590"/>
                  <a:pt x="148241" y="58991"/>
                  <a:pt x="152987" y="58414"/>
                </a:cubicBezTo>
                <a:cubicBezTo>
                  <a:pt x="162656" y="57261"/>
                  <a:pt x="169775" y="55886"/>
                  <a:pt x="174343" y="54289"/>
                </a:cubicBezTo>
                <a:cubicBezTo>
                  <a:pt x="174388" y="52655"/>
                  <a:pt x="174410" y="51617"/>
                  <a:pt x="174410" y="51175"/>
                </a:cubicBezTo>
                <a:cubicBezTo>
                  <a:pt x="174410" y="46314"/>
                  <a:pt x="173279" y="42890"/>
                  <a:pt x="171017" y="40902"/>
                </a:cubicBezTo>
                <a:cubicBezTo>
                  <a:pt x="167956" y="38206"/>
                  <a:pt x="163410" y="36858"/>
                  <a:pt x="157378" y="36858"/>
                </a:cubicBezTo>
                <a:cubicBezTo>
                  <a:pt x="151745" y="36858"/>
                  <a:pt x="147587" y="37845"/>
                  <a:pt x="144903" y="39819"/>
                </a:cubicBezTo>
                <a:cubicBezTo>
                  <a:pt x="142220" y="41793"/>
                  <a:pt x="140235" y="45285"/>
                  <a:pt x="138949" y="50297"/>
                </a:cubicBezTo>
                <a:lnTo>
                  <a:pt x="127239" y="48701"/>
                </a:lnTo>
                <a:cubicBezTo>
                  <a:pt x="128304" y="43673"/>
                  <a:pt x="130056" y="39614"/>
                  <a:pt x="132495" y="36521"/>
                </a:cubicBezTo>
                <a:cubicBezTo>
                  <a:pt x="134935" y="33429"/>
                  <a:pt x="138461" y="31049"/>
                  <a:pt x="143074" y="29382"/>
                </a:cubicBezTo>
                <a:cubicBezTo>
                  <a:pt x="147687" y="27713"/>
                  <a:pt x="153031" y="26879"/>
                  <a:pt x="159108" y="26879"/>
                </a:cubicBezTo>
                <a:cubicBezTo>
                  <a:pt x="165140" y="26879"/>
                  <a:pt x="170041" y="27591"/>
                  <a:pt x="173811" y="29016"/>
                </a:cubicBezTo>
                <a:cubicBezTo>
                  <a:pt x="177581" y="30439"/>
                  <a:pt x="180353" y="32231"/>
                  <a:pt x="182128" y="34390"/>
                </a:cubicBezTo>
                <a:cubicBezTo>
                  <a:pt x="183902" y="36548"/>
                  <a:pt x="185144" y="39275"/>
                  <a:pt x="185853" y="42569"/>
                </a:cubicBezTo>
                <a:cubicBezTo>
                  <a:pt x="186252" y="44617"/>
                  <a:pt x="186452" y="48294"/>
                  <a:pt x="186452" y="53601"/>
                </a:cubicBezTo>
                <a:lnTo>
                  <a:pt x="186452" y="69523"/>
                </a:lnTo>
                <a:cubicBezTo>
                  <a:pt x="186452" y="80624"/>
                  <a:pt x="186707" y="87655"/>
                  <a:pt x="187217" y="90615"/>
                </a:cubicBezTo>
                <a:cubicBezTo>
                  <a:pt x="187727" y="93576"/>
                  <a:pt x="188736" y="96415"/>
                  <a:pt x="190244" y="99131"/>
                </a:cubicBezTo>
                <a:lnTo>
                  <a:pt x="177736" y="99131"/>
                </a:lnTo>
                <a:cubicBezTo>
                  <a:pt x="176495" y="96591"/>
                  <a:pt x="175696" y="93619"/>
                  <a:pt x="175341" y="90216"/>
                </a:cubicBezTo>
                <a:moveTo>
                  <a:pt x="174343" y="63737"/>
                </a:moveTo>
                <a:cubicBezTo>
                  <a:pt x="169997" y="65503"/>
                  <a:pt x="163477" y="67004"/>
                  <a:pt x="154783" y="68240"/>
                </a:cubicBezTo>
                <a:cubicBezTo>
                  <a:pt x="149860" y="68946"/>
                  <a:pt x="146378" y="69740"/>
                  <a:pt x="144338" y="70623"/>
                </a:cubicBezTo>
                <a:cubicBezTo>
                  <a:pt x="142298" y="71506"/>
                  <a:pt x="140723" y="72797"/>
                  <a:pt x="139614" y="74496"/>
                </a:cubicBezTo>
                <a:cubicBezTo>
                  <a:pt x="138505" y="76195"/>
                  <a:pt x="137951" y="78082"/>
                  <a:pt x="137951" y="80157"/>
                </a:cubicBezTo>
                <a:cubicBezTo>
                  <a:pt x="137951" y="83336"/>
                  <a:pt x="139160" y="85984"/>
                  <a:pt x="141577" y="88104"/>
                </a:cubicBezTo>
                <a:cubicBezTo>
                  <a:pt x="143994" y="90222"/>
                  <a:pt x="147531" y="91281"/>
                  <a:pt x="152189" y="91281"/>
                </a:cubicBezTo>
                <a:cubicBezTo>
                  <a:pt x="156801" y="91281"/>
                  <a:pt x="160904" y="90275"/>
                  <a:pt x="164497" y="88264"/>
                </a:cubicBezTo>
                <a:cubicBezTo>
                  <a:pt x="168089" y="86251"/>
                  <a:pt x="170729" y="83502"/>
                  <a:pt x="172414" y="80016"/>
                </a:cubicBezTo>
                <a:cubicBezTo>
                  <a:pt x="173700" y="77326"/>
                  <a:pt x="174343" y="73355"/>
                  <a:pt x="174343" y="68105"/>
                </a:cubicBezTo>
                <a:lnTo>
                  <a:pt x="174343" y="63737"/>
                </a:lnTo>
                <a:close/>
                <a:moveTo>
                  <a:pt x="204994" y="99131"/>
                </a:moveTo>
                <a:lnTo>
                  <a:pt x="204994" y="28475"/>
                </a:lnTo>
                <a:lnTo>
                  <a:pt x="215772" y="28475"/>
                </a:lnTo>
                <a:lnTo>
                  <a:pt x="215772" y="38521"/>
                </a:lnTo>
                <a:cubicBezTo>
                  <a:pt x="220961" y="30760"/>
                  <a:pt x="228457" y="26879"/>
                  <a:pt x="238259" y="26879"/>
                </a:cubicBezTo>
                <a:cubicBezTo>
                  <a:pt x="242517" y="26879"/>
                  <a:pt x="246432" y="27644"/>
                  <a:pt x="250002" y="29174"/>
                </a:cubicBezTo>
                <a:cubicBezTo>
                  <a:pt x="253573" y="30704"/>
                  <a:pt x="256245" y="32711"/>
                  <a:pt x="258019" y="35195"/>
                </a:cubicBezTo>
                <a:cubicBezTo>
                  <a:pt x="259793" y="37679"/>
                  <a:pt x="261035" y="40628"/>
                  <a:pt x="261745" y="44044"/>
                </a:cubicBezTo>
                <a:cubicBezTo>
                  <a:pt x="262188" y="46261"/>
                  <a:pt x="262410" y="50142"/>
                  <a:pt x="262410" y="55686"/>
                </a:cubicBezTo>
                <a:lnTo>
                  <a:pt x="262410" y="99131"/>
                </a:lnTo>
                <a:lnTo>
                  <a:pt x="250435" y="99131"/>
                </a:lnTo>
                <a:lnTo>
                  <a:pt x="250435" y="56152"/>
                </a:lnTo>
                <a:cubicBezTo>
                  <a:pt x="250435" y="51273"/>
                  <a:pt x="249969" y="47625"/>
                  <a:pt x="249037" y="45208"/>
                </a:cubicBezTo>
                <a:cubicBezTo>
                  <a:pt x="248106" y="42791"/>
                  <a:pt x="246454" y="40861"/>
                  <a:pt x="244081" y="39420"/>
                </a:cubicBezTo>
                <a:cubicBezTo>
                  <a:pt x="241708" y="37978"/>
                  <a:pt x="238925" y="37257"/>
                  <a:pt x="235731" y="37257"/>
                </a:cubicBezTo>
                <a:cubicBezTo>
                  <a:pt x="230631" y="37257"/>
                  <a:pt x="226228" y="38876"/>
                  <a:pt x="222525" y="42114"/>
                </a:cubicBezTo>
                <a:cubicBezTo>
                  <a:pt x="218821" y="45352"/>
                  <a:pt x="216970" y="51495"/>
                  <a:pt x="216970" y="60543"/>
                </a:cubicBezTo>
                <a:lnTo>
                  <a:pt x="216970" y="99131"/>
                </a:lnTo>
                <a:lnTo>
                  <a:pt x="204994" y="99131"/>
                </a:lnTo>
                <a:close/>
                <a:moveTo>
                  <a:pt x="275962" y="77974"/>
                </a:moveTo>
                <a:lnTo>
                  <a:pt x="287804" y="76111"/>
                </a:lnTo>
                <a:cubicBezTo>
                  <a:pt x="288470" y="80878"/>
                  <a:pt x="290321" y="84532"/>
                  <a:pt x="293360" y="87072"/>
                </a:cubicBezTo>
                <a:cubicBezTo>
                  <a:pt x="296398" y="89612"/>
                  <a:pt x="300645" y="90881"/>
                  <a:pt x="306100" y="90881"/>
                </a:cubicBezTo>
                <a:cubicBezTo>
                  <a:pt x="311600" y="90881"/>
                  <a:pt x="315681" y="89761"/>
                  <a:pt x="318342" y="87522"/>
                </a:cubicBezTo>
                <a:cubicBezTo>
                  <a:pt x="321003" y="85282"/>
                  <a:pt x="322334" y="82654"/>
                  <a:pt x="322334" y="79638"/>
                </a:cubicBezTo>
                <a:cubicBezTo>
                  <a:pt x="322334" y="76932"/>
                  <a:pt x="321159" y="74803"/>
                  <a:pt x="318808" y="73251"/>
                </a:cubicBezTo>
                <a:cubicBezTo>
                  <a:pt x="317167" y="72186"/>
                  <a:pt x="313086" y="70833"/>
                  <a:pt x="306566" y="69192"/>
                </a:cubicBezTo>
                <a:cubicBezTo>
                  <a:pt x="297784" y="66975"/>
                  <a:pt x="291696" y="65056"/>
                  <a:pt x="288303" y="63437"/>
                </a:cubicBezTo>
                <a:cubicBezTo>
                  <a:pt x="284910" y="61818"/>
                  <a:pt x="282338" y="59579"/>
                  <a:pt x="280586" y="56718"/>
                </a:cubicBezTo>
                <a:cubicBezTo>
                  <a:pt x="278834" y="53857"/>
                  <a:pt x="277958" y="50697"/>
                  <a:pt x="277958" y="47237"/>
                </a:cubicBezTo>
                <a:cubicBezTo>
                  <a:pt x="277958" y="44088"/>
                  <a:pt x="278678" y="41172"/>
                  <a:pt x="280120" y="38488"/>
                </a:cubicBezTo>
                <a:cubicBezTo>
                  <a:pt x="281561" y="35805"/>
                  <a:pt x="283524" y="33576"/>
                  <a:pt x="286008" y="31802"/>
                </a:cubicBezTo>
                <a:cubicBezTo>
                  <a:pt x="287871" y="30427"/>
                  <a:pt x="290410" y="29263"/>
                  <a:pt x="293626" y="28309"/>
                </a:cubicBezTo>
                <a:cubicBezTo>
                  <a:pt x="296841" y="27355"/>
                  <a:pt x="300290" y="26879"/>
                  <a:pt x="303971" y="26879"/>
                </a:cubicBezTo>
                <a:cubicBezTo>
                  <a:pt x="309516" y="26879"/>
                  <a:pt x="314383" y="27677"/>
                  <a:pt x="318575" y="29274"/>
                </a:cubicBezTo>
                <a:cubicBezTo>
                  <a:pt x="322766" y="30870"/>
                  <a:pt x="325860" y="33033"/>
                  <a:pt x="327856" y="35760"/>
                </a:cubicBezTo>
                <a:cubicBezTo>
                  <a:pt x="329852" y="38488"/>
                  <a:pt x="331227" y="42136"/>
                  <a:pt x="331981" y="46705"/>
                </a:cubicBezTo>
                <a:lnTo>
                  <a:pt x="320271" y="48302"/>
                </a:lnTo>
                <a:cubicBezTo>
                  <a:pt x="319739" y="44664"/>
                  <a:pt x="318198" y="41826"/>
                  <a:pt x="315648" y="39786"/>
                </a:cubicBezTo>
                <a:cubicBezTo>
                  <a:pt x="313097" y="37745"/>
                  <a:pt x="309493" y="36725"/>
                  <a:pt x="304836" y="36725"/>
                </a:cubicBezTo>
                <a:cubicBezTo>
                  <a:pt x="299336" y="36725"/>
                  <a:pt x="295411" y="37634"/>
                  <a:pt x="293060" y="39453"/>
                </a:cubicBezTo>
                <a:cubicBezTo>
                  <a:pt x="290709" y="41271"/>
                  <a:pt x="289534" y="43400"/>
                  <a:pt x="289534" y="45840"/>
                </a:cubicBezTo>
                <a:cubicBezTo>
                  <a:pt x="289534" y="47392"/>
                  <a:pt x="290022" y="48789"/>
                  <a:pt x="290998" y="50031"/>
                </a:cubicBezTo>
                <a:cubicBezTo>
                  <a:pt x="291974" y="51318"/>
                  <a:pt x="293504" y="52382"/>
                  <a:pt x="295588" y="53225"/>
                </a:cubicBezTo>
                <a:cubicBezTo>
                  <a:pt x="296786" y="53668"/>
                  <a:pt x="300312" y="54689"/>
                  <a:pt x="306167" y="56285"/>
                </a:cubicBezTo>
                <a:cubicBezTo>
                  <a:pt x="314638" y="58547"/>
                  <a:pt x="320549" y="60399"/>
                  <a:pt x="323897" y="61841"/>
                </a:cubicBezTo>
                <a:cubicBezTo>
                  <a:pt x="327246" y="63282"/>
                  <a:pt x="329874" y="65378"/>
                  <a:pt x="331781" y="68128"/>
                </a:cubicBezTo>
                <a:cubicBezTo>
                  <a:pt x="333689" y="70878"/>
                  <a:pt x="334642" y="74293"/>
                  <a:pt x="334642" y="78374"/>
                </a:cubicBezTo>
                <a:cubicBezTo>
                  <a:pt x="334642" y="82365"/>
                  <a:pt x="333478" y="86124"/>
                  <a:pt x="331149" y="89651"/>
                </a:cubicBezTo>
                <a:cubicBezTo>
                  <a:pt x="328821" y="93177"/>
                  <a:pt x="325461" y="95904"/>
                  <a:pt x="321070" y="97834"/>
                </a:cubicBezTo>
                <a:cubicBezTo>
                  <a:pt x="316679" y="99763"/>
                  <a:pt x="311711" y="100728"/>
                  <a:pt x="306167" y="100728"/>
                </a:cubicBezTo>
                <a:cubicBezTo>
                  <a:pt x="296986" y="100728"/>
                  <a:pt x="289989" y="98815"/>
                  <a:pt x="285176" y="94990"/>
                </a:cubicBezTo>
                <a:cubicBezTo>
                  <a:pt x="280364" y="91164"/>
                  <a:pt x="277292" y="85492"/>
                  <a:pt x="275962" y="77974"/>
                </a:cubicBezTo>
                <a:close/>
                <a:moveTo>
                  <a:pt x="351740" y="99131"/>
                </a:moveTo>
                <a:lnTo>
                  <a:pt x="351740" y="37790"/>
                </a:lnTo>
                <a:lnTo>
                  <a:pt x="341162" y="37790"/>
                </a:lnTo>
                <a:lnTo>
                  <a:pt x="341162" y="28475"/>
                </a:lnTo>
                <a:lnTo>
                  <a:pt x="351740" y="28475"/>
                </a:lnTo>
                <a:lnTo>
                  <a:pt x="351740" y="20974"/>
                </a:lnTo>
                <a:cubicBezTo>
                  <a:pt x="351740" y="16239"/>
                  <a:pt x="352162" y="12721"/>
                  <a:pt x="353005" y="10420"/>
                </a:cubicBezTo>
                <a:cubicBezTo>
                  <a:pt x="354158" y="7324"/>
                  <a:pt x="356187" y="4813"/>
                  <a:pt x="359092" y="2888"/>
                </a:cubicBezTo>
                <a:cubicBezTo>
                  <a:pt x="361997" y="963"/>
                  <a:pt x="366067" y="0"/>
                  <a:pt x="371301" y="0"/>
                </a:cubicBezTo>
                <a:cubicBezTo>
                  <a:pt x="374672" y="0"/>
                  <a:pt x="378397" y="401"/>
                  <a:pt x="382478" y="1204"/>
                </a:cubicBezTo>
                <a:lnTo>
                  <a:pt x="380681" y="11705"/>
                </a:lnTo>
                <a:cubicBezTo>
                  <a:pt x="378198" y="11265"/>
                  <a:pt x="375847" y="11044"/>
                  <a:pt x="373629" y="11044"/>
                </a:cubicBezTo>
                <a:cubicBezTo>
                  <a:pt x="369992" y="11044"/>
                  <a:pt x="367420" y="11815"/>
                  <a:pt x="365912" y="13356"/>
                </a:cubicBezTo>
                <a:cubicBezTo>
                  <a:pt x="364404" y="14896"/>
                  <a:pt x="363650" y="17779"/>
                  <a:pt x="363650" y="22005"/>
                </a:cubicBezTo>
                <a:lnTo>
                  <a:pt x="363650" y="28475"/>
                </a:lnTo>
                <a:lnTo>
                  <a:pt x="377421" y="28475"/>
                </a:lnTo>
                <a:lnTo>
                  <a:pt x="377421" y="37790"/>
                </a:lnTo>
                <a:lnTo>
                  <a:pt x="363650" y="37790"/>
                </a:lnTo>
                <a:lnTo>
                  <a:pt x="363650" y="99131"/>
                </a:lnTo>
                <a:lnTo>
                  <a:pt x="351740" y="99131"/>
                </a:lnTo>
                <a:close/>
                <a:moveTo>
                  <a:pt x="382165" y="63803"/>
                </a:moveTo>
                <a:cubicBezTo>
                  <a:pt x="382165" y="50719"/>
                  <a:pt x="385802" y="41027"/>
                  <a:pt x="393076" y="34729"/>
                </a:cubicBezTo>
                <a:cubicBezTo>
                  <a:pt x="399152" y="29495"/>
                  <a:pt x="406559" y="26879"/>
                  <a:pt x="415297" y="26879"/>
                </a:cubicBezTo>
                <a:cubicBezTo>
                  <a:pt x="425011" y="26879"/>
                  <a:pt x="432950" y="30061"/>
                  <a:pt x="439115" y="36426"/>
                </a:cubicBezTo>
                <a:cubicBezTo>
                  <a:pt x="445281" y="42791"/>
                  <a:pt x="448363" y="51584"/>
                  <a:pt x="448363" y="62805"/>
                </a:cubicBezTo>
                <a:cubicBezTo>
                  <a:pt x="448363" y="71898"/>
                  <a:pt x="446999" y="79050"/>
                  <a:pt x="444272" y="84262"/>
                </a:cubicBezTo>
                <a:cubicBezTo>
                  <a:pt x="441544" y="89473"/>
                  <a:pt x="437574" y="93520"/>
                  <a:pt x="432362" y="96403"/>
                </a:cubicBezTo>
                <a:cubicBezTo>
                  <a:pt x="427151" y="99286"/>
                  <a:pt x="421462" y="100728"/>
                  <a:pt x="415297" y="100728"/>
                </a:cubicBezTo>
                <a:cubicBezTo>
                  <a:pt x="405406" y="100728"/>
                  <a:pt x="397411" y="97557"/>
                  <a:pt x="391313" y="91214"/>
                </a:cubicBezTo>
                <a:cubicBezTo>
                  <a:pt x="385214" y="84871"/>
                  <a:pt x="382165" y="75734"/>
                  <a:pt x="382165" y="63803"/>
                </a:cubicBezTo>
                <a:moveTo>
                  <a:pt x="394473" y="63837"/>
                </a:moveTo>
                <a:cubicBezTo>
                  <a:pt x="394473" y="72874"/>
                  <a:pt x="396447" y="79640"/>
                  <a:pt x="400394" y="84137"/>
                </a:cubicBezTo>
                <a:cubicBezTo>
                  <a:pt x="404342" y="88633"/>
                  <a:pt x="409309" y="90881"/>
                  <a:pt x="415297" y="90881"/>
                </a:cubicBezTo>
                <a:cubicBezTo>
                  <a:pt x="421241" y="90881"/>
                  <a:pt x="426186" y="88622"/>
                  <a:pt x="430134" y="84104"/>
                </a:cubicBezTo>
                <a:cubicBezTo>
                  <a:pt x="434081" y="79585"/>
                  <a:pt x="436055" y="72696"/>
                  <a:pt x="436055" y="63437"/>
                </a:cubicBezTo>
                <a:cubicBezTo>
                  <a:pt x="436055" y="54711"/>
                  <a:pt x="434070" y="48099"/>
                  <a:pt x="430100" y="43603"/>
                </a:cubicBezTo>
                <a:cubicBezTo>
                  <a:pt x="426131" y="39106"/>
                  <a:pt x="421196" y="36858"/>
                  <a:pt x="415297" y="36858"/>
                </a:cubicBezTo>
                <a:cubicBezTo>
                  <a:pt x="409309" y="36858"/>
                  <a:pt x="404342" y="39095"/>
                  <a:pt x="400394" y="43570"/>
                </a:cubicBezTo>
                <a:cubicBezTo>
                  <a:pt x="396447" y="48044"/>
                  <a:pt x="394473" y="54799"/>
                  <a:pt x="394473" y="63837"/>
                </a:cubicBezTo>
                <a:close/>
                <a:moveTo>
                  <a:pt x="462247" y="99131"/>
                </a:moveTo>
                <a:lnTo>
                  <a:pt x="462247" y="28475"/>
                </a:lnTo>
                <a:lnTo>
                  <a:pt x="473025" y="28475"/>
                </a:lnTo>
                <a:lnTo>
                  <a:pt x="473025" y="39187"/>
                </a:lnTo>
                <a:cubicBezTo>
                  <a:pt x="475775" y="34175"/>
                  <a:pt x="478315" y="30870"/>
                  <a:pt x="480643" y="29274"/>
                </a:cubicBezTo>
                <a:cubicBezTo>
                  <a:pt x="482972" y="27677"/>
                  <a:pt x="485533" y="26879"/>
                  <a:pt x="488328" y="26879"/>
                </a:cubicBezTo>
                <a:cubicBezTo>
                  <a:pt x="492364" y="26879"/>
                  <a:pt x="496466" y="28165"/>
                  <a:pt x="500636" y="30737"/>
                </a:cubicBezTo>
                <a:lnTo>
                  <a:pt x="496511" y="41840"/>
                </a:lnTo>
                <a:cubicBezTo>
                  <a:pt x="493583" y="40115"/>
                  <a:pt x="490656" y="39253"/>
                  <a:pt x="487729" y="39253"/>
                </a:cubicBezTo>
                <a:cubicBezTo>
                  <a:pt x="485112" y="39253"/>
                  <a:pt x="482761" y="40041"/>
                  <a:pt x="480676" y="41615"/>
                </a:cubicBezTo>
                <a:cubicBezTo>
                  <a:pt x="478592" y="43190"/>
                  <a:pt x="477106" y="45374"/>
                  <a:pt x="476219" y="48168"/>
                </a:cubicBezTo>
                <a:cubicBezTo>
                  <a:pt x="474888" y="52426"/>
                  <a:pt x="474223" y="57084"/>
                  <a:pt x="474223" y="62140"/>
                </a:cubicBezTo>
                <a:lnTo>
                  <a:pt x="474223" y="99131"/>
                </a:lnTo>
                <a:lnTo>
                  <a:pt x="462247" y="99131"/>
                </a:lnTo>
                <a:close/>
                <a:moveTo>
                  <a:pt x="507754" y="99131"/>
                </a:moveTo>
                <a:lnTo>
                  <a:pt x="507754" y="28475"/>
                </a:lnTo>
                <a:lnTo>
                  <a:pt x="518465" y="28475"/>
                </a:lnTo>
                <a:lnTo>
                  <a:pt x="518465" y="38388"/>
                </a:lnTo>
                <a:cubicBezTo>
                  <a:pt x="520683" y="34929"/>
                  <a:pt x="523632" y="32146"/>
                  <a:pt x="527314" y="30039"/>
                </a:cubicBezTo>
                <a:cubicBezTo>
                  <a:pt x="530995" y="27932"/>
                  <a:pt x="535186" y="26879"/>
                  <a:pt x="539888" y="26879"/>
                </a:cubicBezTo>
                <a:cubicBezTo>
                  <a:pt x="545122" y="26879"/>
                  <a:pt x="549413" y="27965"/>
                  <a:pt x="552762" y="30139"/>
                </a:cubicBezTo>
                <a:cubicBezTo>
                  <a:pt x="556110" y="32312"/>
                  <a:pt x="558472" y="35350"/>
                  <a:pt x="559847" y="39253"/>
                </a:cubicBezTo>
                <a:cubicBezTo>
                  <a:pt x="565436" y="31003"/>
                  <a:pt x="572710" y="26879"/>
                  <a:pt x="581669" y="26879"/>
                </a:cubicBezTo>
                <a:cubicBezTo>
                  <a:pt x="588677" y="26879"/>
                  <a:pt x="594066" y="28819"/>
                  <a:pt x="597837" y="32700"/>
                </a:cubicBezTo>
                <a:cubicBezTo>
                  <a:pt x="601607" y="36581"/>
                  <a:pt x="603492" y="42558"/>
                  <a:pt x="603492" y="50630"/>
                </a:cubicBezTo>
                <a:lnTo>
                  <a:pt x="603492" y="99131"/>
                </a:lnTo>
                <a:lnTo>
                  <a:pt x="591583" y="99131"/>
                </a:lnTo>
                <a:lnTo>
                  <a:pt x="591583" y="54622"/>
                </a:lnTo>
                <a:cubicBezTo>
                  <a:pt x="591583" y="49832"/>
                  <a:pt x="591195" y="46383"/>
                  <a:pt x="590418" y="44276"/>
                </a:cubicBezTo>
                <a:cubicBezTo>
                  <a:pt x="589642" y="42170"/>
                  <a:pt x="588234" y="40473"/>
                  <a:pt x="586194" y="39187"/>
                </a:cubicBezTo>
                <a:cubicBezTo>
                  <a:pt x="584153" y="37901"/>
                  <a:pt x="581758" y="37257"/>
                  <a:pt x="579008" y="37257"/>
                </a:cubicBezTo>
                <a:cubicBezTo>
                  <a:pt x="574041" y="37257"/>
                  <a:pt x="569916" y="38910"/>
                  <a:pt x="566633" y="42214"/>
                </a:cubicBezTo>
                <a:cubicBezTo>
                  <a:pt x="563351" y="45518"/>
                  <a:pt x="561710" y="50808"/>
                  <a:pt x="561710" y="58082"/>
                </a:cubicBezTo>
                <a:lnTo>
                  <a:pt x="561710" y="99131"/>
                </a:lnTo>
                <a:lnTo>
                  <a:pt x="549735" y="99131"/>
                </a:lnTo>
                <a:lnTo>
                  <a:pt x="549735" y="53225"/>
                </a:lnTo>
                <a:cubicBezTo>
                  <a:pt x="549735" y="47902"/>
                  <a:pt x="548759" y="43910"/>
                  <a:pt x="546807" y="41249"/>
                </a:cubicBezTo>
                <a:cubicBezTo>
                  <a:pt x="544856" y="38588"/>
                  <a:pt x="541662" y="37257"/>
                  <a:pt x="537227" y="37257"/>
                </a:cubicBezTo>
                <a:cubicBezTo>
                  <a:pt x="533856" y="37257"/>
                  <a:pt x="530740" y="38144"/>
                  <a:pt x="527879" y="39919"/>
                </a:cubicBezTo>
                <a:cubicBezTo>
                  <a:pt x="525018" y="41693"/>
                  <a:pt x="522945" y="44287"/>
                  <a:pt x="521658" y="47703"/>
                </a:cubicBezTo>
                <a:cubicBezTo>
                  <a:pt x="520372" y="51118"/>
                  <a:pt x="519729" y="56041"/>
                  <a:pt x="519729" y="62473"/>
                </a:cubicBezTo>
                <a:lnTo>
                  <a:pt x="519729" y="99131"/>
                </a:lnTo>
                <a:lnTo>
                  <a:pt x="507754" y="99131"/>
                </a:lnTo>
                <a:close/>
                <a:moveTo>
                  <a:pt x="669622" y="76245"/>
                </a:moveTo>
                <a:lnTo>
                  <a:pt x="681997" y="77841"/>
                </a:lnTo>
                <a:cubicBezTo>
                  <a:pt x="680046" y="85092"/>
                  <a:pt x="676431" y="90719"/>
                  <a:pt x="671153" y="94724"/>
                </a:cubicBezTo>
                <a:cubicBezTo>
                  <a:pt x="665874" y="98727"/>
                  <a:pt x="659133" y="100728"/>
                  <a:pt x="650927" y="100728"/>
                </a:cubicBezTo>
                <a:cubicBezTo>
                  <a:pt x="640593" y="100728"/>
                  <a:pt x="632398" y="97546"/>
                  <a:pt x="626344" y="91181"/>
                </a:cubicBezTo>
                <a:cubicBezTo>
                  <a:pt x="620290" y="84816"/>
                  <a:pt x="617262" y="75890"/>
                  <a:pt x="617262" y="64402"/>
                </a:cubicBezTo>
                <a:cubicBezTo>
                  <a:pt x="617262" y="52515"/>
                  <a:pt x="620323" y="43290"/>
                  <a:pt x="626444" y="36725"/>
                </a:cubicBezTo>
                <a:cubicBezTo>
                  <a:pt x="632565" y="30161"/>
                  <a:pt x="640504" y="26879"/>
                  <a:pt x="650262" y="26879"/>
                </a:cubicBezTo>
                <a:cubicBezTo>
                  <a:pt x="659709" y="26879"/>
                  <a:pt x="667427" y="30089"/>
                  <a:pt x="673415" y="36511"/>
                </a:cubicBezTo>
                <a:cubicBezTo>
                  <a:pt x="679402" y="42931"/>
                  <a:pt x="682396" y="51964"/>
                  <a:pt x="682396" y="63610"/>
                </a:cubicBezTo>
                <a:cubicBezTo>
                  <a:pt x="682396" y="64318"/>
                  <a:pt x="682374" y="65381"/>
                  <a:pt x="682330" y="66797"/>
                </a:cubicBezTo>
                <a:lnTo>
                  <a:pt x="629637" y="66797"/>
                </a:lnTo>
                <a:cubicBezTo>
                  <a:pt x="630081" y="74581"/>
                  <a:pt x="632276" y="80541"/>
                  <a:pt x="636224" y="84677"/>
                </a:cubicBezTo>
                <a:cubicBezTo>
                  <a:pt x="640171" y="88813"/>
                  <a:pt x="645095" y="90881"/>
                  <a:pt x="650994" y="90881"/>
                </a:cubicBezTo>
                <a:cubicBezTo>
                  <a:pt x="655385" y="90881"/>
                  <a:pt x="659133" y="89718"/>
                  <a:pt x="662237" y="87391"/>
                </a:cubicBezTo>
                <a:cubicBezTo>
                  <a:pt x="665342" y="85062"/>
                  <a:pt x="667804" y="81347"/>
                  <a:pt x="669622" y="76245"/>
                </a:cubicBezTo>
                <a:moveTo>
                  <a:pt x="630302" y="56951"/>
                </a:moveTo>
                <a:lnTo>
                  <a:pt x="669755" y="56951"/>
                </a:lnTo>
                <a:cubicBezTo>
                  <a:pt x="669223" y="51027"/>
                  <a:pt x="667715" y="46584"/>
                  <a:pt x="665231" y="43621"/>
                </a:cubicBezTo>
                <a:cubicBezTo>
                  <a:pt x="661417" y="39024"/>
                  <a:pt x="656471" y="36725"/>
                  <a:pt x="650395" y="36725"/>
                </a:cubicBezTo>
                <a:cubicBezTo>
                  <a:pt x="644895" y="36725"/>
                  <a:pt x="640271" y="38560"/>
                  <a:pt x="636523" y="42231"/>
                </a:cubicBezTo>
                <a:cubicBezTo>
                  <a:pt x="632775" y="45899"/>
                  <a:pt x="630702" y="50806"/>
                  <a:pt x="630302" y="56951"/>
                </a:cubicBezTo>
                <a:close/>
                <a:moveTo>
                  <a:pt x="696880" y="99131"/>
                </a:moveTo>
                <a:lnTo>
                  <a:pt x="696880" y="28475"/>
                </a:lnTo>
                <a:lnTo>
                  <a:pt x="707658" y="28475"/>
                </a:lnTo>
                <a:lnTo>
                  <a:pt x="707658" y="39187"/>
                </a:lnTo>
                <a:cubicBezTo>
                  <a:pt x="710408" y="34175"/>
                  <a:pt x="712947" y="30870"/>
                  <a:pt x="715275" y="29274"/>
                </a:cubicBezTo>
                <a:cubicBezTo>
                  <a:pt x="717604" y="27677"/>
                  <a:pt x="720165" y="26879"/>
                  <a:pt x="722960" y="26879"/>
                </a:cubicBezTo>
                <a:cubicBezTo>
                  <a:pt x="726996" y="26879"/>
                  <a:pt x="731099" y="28165"/>
                  <a:pt x="735268" y="30737"/>
                </a:cubicBezTo>
                <a:lnTo>
                  <a:pt x="731143" y="41840"/>
                </a:lnTo>
                <a:cubicBezTo>
                  <a:pt x="728216" y="40115"/>
                  <a:pt x="725288" y="39253"/>
                  <a:pt x="722361" y="39253"/>
                </a:cubicBezTo>
                <a:cubicBezTo>
                  <a:pt x="719744" y="39253"/>
                  <a:pt x="717393" y="40041"/>
                  <a:pt x="715309" y="41615"/>
                </a:cubicBezTo>
                <a:cubicBezTo>
                  <a:pt x="713224" y="43190"/>
                  <a:pt x="711738" y="45374"/>
                  <a:pt x="710851" y="48168"/>
                </a:cubicBezTo>
                <a:cubicBezTo>
                  <a:pt x="709520" y="52426"/>
                  <a:pt x="708855" y="57084"/>
                  <a:pt x="708855" y="62140"/>
                </a:cubicBezTo>
                <a:lnTo>
                  <a:pt x="708855" y="99131"/>
                </a:lnTo>
                <a:lnTo>
                  <a:pt x="696880" y="99131"/>
                </a:lnTo>
                <a:close/>
                <a:moveTo>
                  <a:pt x="781925" y="99131"/>
                </a:moveTo>
                <a:lnTo>
                  <a:pt x="781925" y="1597"/>
                </a:lnTo>
                <a:lnTo>
                  <a:pt x="852448" y="1597"/>
                </a:lnTo>
                <a:lnTo>
                  <a:pt x="852448" y="13173"/>
                </a:lnTo>
                <a:lnTo>
                  <a:pt x="794832" y="13173"/>
                </a:lnTo>
                <a:lnTo>
                  <a:pt x="794832" y="42846"/>
                </a:lnTo>
                <a:lnTo>
                  <a:pt x="848788" y="42846"/>
                </a:lnTo>
                <a:lnTo>
                  <a:pt x="848788" y="54422"/>
                </a:lnTo>
                <a:lnTo>
                  <a:pt x="794832" y="54422"/>
                </a:lnTo>
                <a:lnTo>
                  <a:pt x="794832" y="87555"/>
                </a:lnTo>
                <a:lnTo>
                  <a:pt x="854710" y="87555"/>
                </a:lnTo>
                <a:lnTo>
                  <a:pt x="854710" y="99131"/>
                </a:lnTo>
                <a:lnTo>
                  <a:pt x="781925" y="99131"/>
                </a:lnTo>
                <a:close/>
                <a:moveTo>
                  <a:pt x="870875" y="99131"/>
                </a:moveTo>
                <a:lnTo>
                  <a:pt x="870875" y="28475"/>
                </a:lnTo>
                <a:lnTo>
                  <a:pt x="881653" y="28475"/>
                </a:lnTo>
                <a:lnTo>
                  <a:pt x="881653" y="38521"/>
                </a:lnTo>
                <a:cubicBezTo>
                  <a:pt x="886842" y="30760"/>
                  <a:pt x="894338" y="26879"/>
                  <a:pt x="904140" y="26879"/>
                </a:cubicBezTo>
                <a:cubicBezTo>
                  <a:pt x="908398" y="26879"/>
                  <a:pt x="912312" y="27644"/>
                  <a:pt x="915883" y="29174"/>
                </a:cubicBezTo>
                <a:cubicBezTo>
                  <a:pt x="919453" y="30704"/>
                  <a:pt x="922126" y="32711"/>
                  <a:pt x="923900" y="35195"/>
                </a:cubicBezTo>
                <a:cubicBezTo>
                  <a:pt x="925674" y="37679"/>
                  <a:pt x="926916" y="40628"/>
                  <a:pt x="927626" y="44044"/>
                </a:cubicBezTo>
                <a:cubicBezTo>
                  <a:pt x="928069" y="46261"/>
                  <a:pt x="928291" y="50142"/>
                  <a:pt x="928291" y="55686"/>
                </a:cubicBezTo>
                <a:lnTo>
                  <a:pt x="928291" y="99131"/>
                </a:lnTo>
                <a:lnTo>
                  <a:pt x="916315" y="99131"/>
                </a:lnTo>
                <a:lnTo>
                  <a:pt x="916315" y="56152"/>
                </a:lnTo>
                <a:cubicBezTo>
                  <a:pt x="916315" y="51273"/>
                  <a:pt x="915850" y="47625"/>
                  <a:pt x="914918" y="45208"/>
                </a:cubicBezTo>
                <a:cubicBezTo>
                  <a:pt x="913987" y="42791"/>
                  <a:pt x="912335" y="40861"/>
                  <a:pt x="909962" y="39420"/>
                </a:cubicBezTo>
                <a:cubicBezTo>
                  <a:pt x="907589" y="37978"/>
                  <a:pt x="904805" y="37257"/>
                  <a:pt x="901612" y="37257"/>
                </a:cubicBezTo>
                <a:cubicBezTo>
                  <a:pt x="896511" y="37257"/>
                  <a:pt x="892109" y="38876"/>
                  <a:pt x="888406" y="42114"/>
                </a:cubicBezTo>
                <a:cubicBezTo>
                  <a:pt x="884702" y="45352"/>
                  <a:pt x="882850" y="51495"/>
                  <a:pt x="882850" y="60543"/>
                </a:cubicBezTo>
                <a:lnTo>
                  <a:pt x="882850" y="99131"/>
                </a:lnTo>
                <a:lnTo>
                  <a:pt x="870875" y="99131"/>
                </a:lnTo>
                <a:close/>
                <a:moveTo>
                  <a:pt x="992739" y="73184"/>
                </a:moveTo>
                <a:lnTo>
                  <a:pt x="1004515" y="74781"/>
                </a:lnTo>
                <a:cubicBezTo>
                  <a:pt x="1003228" y="82898"/>
                  <a:pt x="999935" y="89251"/>
                  <a:pt x="994635" y="93842"/>
                </a:cubicBezTo>
                <a:cubicBezTo>
                  <a:pt x="989334" y="98433"/>
                  <a:pt x="982826" y="100728"/>
                  <a:pt x="975108" y="100728"/>
                </a:cubicBezTo>
                <a:cubicBezTo>
                  <a:pt x="965439" y="100728"/>
                  <a:pt x="957666" y="97568"/>
                  <a:pt x="951789" y="91247"/>
                </a:cubicBezTo>
                <a:cubicBezTo>
                  <a:pt x="945912" y="84927"/>
                  <a:pt x="942973" y="75868"/>
                  <a:pt x="942973" y="64069"/>
                </a:cubicBezTo>
                <a:cubicBezTo>
                  <a:pt x="942973" y="56440"/>
                  <a:pt x="944238" y="49765"/>
                  <a:pt x="946766" y="44044"/>
                </a:cubicBezTo>
                <a:cubicBezTo>
                  <a:pt x="949294" y="38322"/>
                  <a:pt x="953142" y="34031"/>
                  <a:pt x="958309" y="31170"/>
                </a:cubicBezTo>
                <a:cubicBezTo>
                  <a:pt x="963476" y="28309"/>
                  <a:pt x="969098" y="26879"/>
                  <a:pt x="975174" y="26879"/>
                </a:cubicBezTo>
                <a:cubicBezTo>
                  <a:pt x="982848" y="26879"/>
                  <a:pt x="989124" y="28808"/>
                  <a:pt x="994003" y="32667"/>
                </a:cubicBezTo>
                <a:cubicBezTo>
                  <a:pt x="998882" y="36524"/>
                  <a:pt x="1002009" y="42002"/>
                  <a:pt x="1003384" y="49100"/>
                </a:cubicBezTo>
                <a:lnTo>
                  <a:pt x="991741" y="50963"/>
                </a:lnTo>
                <a:cubicBezTo>
                  <a:pt x="990632" y="46239"/>
                  <a:pt x="988669" y="42685"/>
                  <a:pt x="985853" y="40301"/>
                </a:cubicBezTo>
                <a:cubicBezTo>
                  <a:pt x="983036" y="37917"/>
                  <a:pt x="979632" y="36725"/>
                  <a:pt x="975640" y="36725"/>
                </a:cubicBezTo>
                <a:cubicBezTo>
                  <a:pt x="969608" y="36725"/>
                  <a:pt x="964707" y="38887"/>
                  <a:pt x="960937" y="43212"/>
                </a:cubicBezTo>
                <a:cubicBezTo>
                  <a:pt x="957167" y="47536"/>
                  <a:pt x="955282" y="54378"/>
                  <a:pt x="955282" y="63737"/>
                </a:cubicBezTo>
                <a:cubicBezTo>
                  <a:pt x="955282" y="73228"/>
                  <a:pt x="957100" y="80126"/>
                  <a:pt x="960737" y="84428"/>
                </a:cubicBezTo>
                <a:cubicBezTo>
                  <a:pt x="964374" y="88730"/>
                  <a:pt x="969120" y="90881"/>
                  <a:pt x="974975" y="90881"/>
                </a:cubicBezTo>
                <a:cubicBezTo>
                  <a:pt x="979676" y="90881"/>
                  <a:pt x="983602" y="89434"/>
                  <a:pt x="986751" y="86540"/>
                </a:cubicBezTo>
                <a:cubicBezTo>
                  <a:pt x="989900" y="83646"/>
                  <a:pt x="991896" y="79194"/>
                  <a:pt x="992739" y="73184"/>
                </a:cubicBezTo>
                <a:close/>
                <a:moveTo>
                  <a:pt x="1010303" y="63803"/>
                </a:moveTo>
                <a:cubicBezTo>
                  <a:pt x="1010303" y="50719"/>
                  <a:pt x="1013940" y="41027"/>
                  <a:pt x="1021214" y="34729"/>
                </a:cubicBezTo>
                <a:cubicBezTo>
                  <a:pt x="1027290" y="29495"/>
                  <a:pt x="1034697" y="26879"/>
                  <a:pt x="1043435" y="26879"/>
                </a:cubicBezTo>
                <a:cubicBezTo>
                  <a:pt x="1053149" y="26879"/>
                  <a:pt x="1061088" y="30061"/>
                  <a:pt x="1067253" y="36426"/>
                </a:cubicBezTo>
                <a:cubicBezTo>
                  <a:pt x="1073418" y="42791"/>
                  <a:pt x="1076501" y="51584"/>
                  <a:pt x="1076501" y="62805"/>
                </a:cubicBezTo>
                <a:cubicBezTo>
                  <a:pt x="1076501" y="71898"/>
                  <a:pt x="1075137" y="79050"/>
                  <a:pt x="1072409" y="84262"/>
                </a:cubicBezTo>
                <a:cubicBezTo>
                  <a:pt x="1069682" y="89473"/>
                  <a:pt x="1065712" y="93520"/>
                  <a:pt x="1060500" y="96403"/>
                </a:cubicBezTo>
                <a:cubicBezTo>
                  <a:pt x="1055289" y="99286"/>
                  <a:pt x="1049600" y="100728"/>
                  <a:pt x="1043435" y="100728"/>
                </a:cubicBezTo>
                <a:cubicBezTo>
                  <a:pt x="1033544" y="100728"/>
                  <a:pt x="1025549" y="97557"/>
                  <a:pt x="1019451" y="91214"/>
                </a:cubicBezTo>
                <a:cubicBezTo>
                  <a:pt x="1013352" y="84871"/>
                  <a:pt x="1010303" y="75734"/>
                  <a:pt x="1010303" y="63803"/>
                </a:cubicBezTo>
                <a:moveTo>
                  <a:pt x="1022611" y="63837"/>
                </a:moveTo>
                <a:cubicBezTo>
                  <a:pt x="1022611" y="72874"/>
                  <a:pt x="1024585" y="79640"/>
                  <a:pt x="1028532" y="84137"/>
                </a:cubicBezTo>
                <a:cubicBezTo>
                  <a:pt x="1032480" y="88633"/>
                  <a:pt x="1037447" y="90881"/>
                  <a:pt x="1043435" y="90881"/>
                </a:cubicBezTo>
                <a:cubicBezTo>
                  <a:pt x="1049379" y="90881"/>
                  <a:pt x="1054324" y="88622"/>
                  <a:pt x="1058272" y="84104"/>
                </a:cubicBezTo>
                <a:cubicBezTo>
                  <a:pt x="1062219" y="79585"/>
                  <a:pt x="1064193" y="72696"/>
                  <a:pt x="1064193" y="63437"/>
                </a:cubicBezTo>
                <a:cubicBezTo>
                  <a:pt x="1064193" y="54711"/>
                  <a:pt x="1062208" y="48099"/>
                  <a:pt x="1058238" y="43603"/>
                </a:cubicBezTo>
                <a:cubicBezTo>
                  <a:pt x="1054269" y="39106"/>
                  <a:pt x="1049334" y="36858"/>
                  <a:pt x="1043435" y="36858"/>
                </a:cubicBezTo>
                <a:cubicBezTo>
                  <a:pt x="1037447" y="36858"/>
                  <a:pt x="1032480" y="39095"/>
                  <a:pt x="1028532" y="43570"/>
                </a:cubicBezTo>
                <a:cubicBezTo>
                  <a:pt x="1024585" y="48044"/>
                  <a:pt x="1022611" y="54799"/>
                  <a:pt x="1022611" y="63837"/>
                </a:cubicBezTo>
                <a:close/>
                <a:moveTo>
                  <a:pt x="1136358" y="99131"/>
                </a:moveTo>
                <a:lnTo>
                  <a:pt x="1136358" y="90216"/>
                </a:lnTo>
                <a:cubicBezTo>
                  <a:pt x="1131878" y="97224"/>
                  <a:pt x="1125292" y="100728"/>
                  <a:pt x="1116599" y="100728"/>
                </a:cubicBezTo>
                <a:cubicBezTo>
                  <a:pt x="1110966" y="100728"/>
                  <a:pt x="1105787" y="99176"/>
                  <a:pt x="1101064" y="96071"/>
                </a:cubicBezTo>
                <a:cubicBezTo>
                  <a:pt x="1096340" y="92966"/>
                  <a:pt x="1092681" y="88630"/>
                  <a:pt x="1090086" y="83064"/>
                </a:cubicBezTo>
                <a:cubicBezTo>
                  <a:pt x="1087491" y="77498"/>
                  <a:pt x="1086194" y="71099"/>
                  <a:pt x="1086194" y="63870"/>
                </a:cubicBezTo>
                <a:cubicBezTo>
                  <a:pt x="1086194" y="56818"/>
                  <a:pt x="1087369" y="50419"/>
                  <a:pt x="1089720" y="44676"/>
                </a:cubicBezTo>
                <a:cubicBezTo>
                  <a:pt x="1092071" y="38932"/>
                  <a:pt x="1095597" y="34530"/>
                  <a:pt x="1100298" y="31469"/>
                </a:cubicBezTo>
                <a:cubicBezTo>
                  <a:pt x="1105000" y="28409"/>
                  <a:pt x="1110256" y="26879"/>
                  <a:pt x="1116066" y="26879"/>
                </a:cubicBezTo>
                <a:cubicBezTo>
                  <a:pt x="1120324" y="26879"/>
                  <a:pt x="1124117" y="27783"/>
                  <a:pt x="1127443" y="29592"/>
                </a:cubicBezTo>
                <a:cubicBezTo>
                  <a:pt x="1130770" y="31399"/>
                  <a:pt x="1133475" y="33754"/>
                  <a:pt x="1135560" y="36657"/>
                </a:cubicBezTo>
                <a:lnTo>
                  <a:pt x="1135560" y="1597"/>
                </a:lnTo>
                <a:lnTo>
                  <a:pt x="1147469" y="1597"/>
                </a:lnTo>
                <a:lnTo>
                  <a:pt x="1147469" y="99131"/>
                </a:lnTo>
                <a:lnTo>
                  <a:pt x="1136358" y="99131"/>
                </a:lnTo>
                <a:moveTo>
                  <a:pt x="1098502" y="63903"/>
                </a:moveTo>
                <a:cubicBezTo>
                  <a:pt x="1098502" y="72940"/>
                  <a:pt x="1100409" y="79696"/>
                  <a:pt x="1104224" y="84170"/>
                </a:cubicBezTo>
                <a:cubicBezTo>
                  <a:pt x="1108038" y="88644"/>
                  <a:pt x="1112540" y="90881"/>
                  <a:pt x="1117730" y="90881"/>
                </a:cubicBezTo>
                <a:cubicBezTo>
                  <a:pt x="1122963" y="90881"/>
                  <a:pt x="1127410" y="88744"/>
                  <a:pt x="1131069" y="84469"/>
                </a:cubicBezTo>
                <a:cubicBezTo>
                  <a:pt x="1134728" y="80195"/>
                  <a:pt x="1136558" y="73671"/>
                  <a:pt x="1136558" y="64899"/>
                </a:cubicBezTo>
                <a:cubicBezTo>
                  <a:pt x="1136558" y="55242"/>
                  <a:pt x="1134695" y="48155"/>
                  <a:pt x="1130969" y="43636"/>
                </a:cubicBezTo>
                <a:cubicBezTo>
                  <a:pt x="1127243" y="39117"/>
                  <a:pt x="1122653" y="36858"/>
                  <a:pt x="1117197" y="36858"/>
                </a:cubicBezTo>
                <a:cubicBezTo>
                  <a:pt x="1111875" y="36858"/>
                  <a:pt x="1107428" y="39029"/>
                  <a:pt x="1103858" y="43370"/>
                </a:cubicBezTo>
                <a:cubicBezTo>
                  <a:pt x="1100287" y="47711"/>
                  <a:pt x="1098502" y="54555"/>
                  <a:pt x="1098502" y="63903"/>
                </a:cubicBezTo>
                <a:close/>
                <a:moveTo>
                  <a:pt x="1214644" y="76245"/>
                </a:moveTo>
                <a:lnTo>
                  <a:pt x="1227019" y="77841"/>
                </a:lnTo>
                <a:cubicBezTo>
                  <a:pt x="1225068" y="85092"/>
                  <a:pt x="1221453" y="90719"/>
                  <a:pt x="1216175" y="94724"/>
                </a:cubicBezTo>
                <a:cubicBezTo>
                  <a:pt x="1210897" y="98727"/>
                  <a:pt x="1204155" y="100728"/>
                  <a:pt x="1195949" y="100728"/>
                </a:cubicBezTo>
                <a:cubicBezTo>
                  <a:pt x="1185615" y="100728"/>
                  <a:pt x="1177420" y="97546"/>
                  <a:pt x="1171366" y="91181"/>
                </a:cubicBezTo>
                <a:cubicBezTo>
                  <a:pt x="1165312" y="84816"/>
                  <a:pt x="1162285" y="75890"/>
                  <a:pt x="1162285" y="64402"/>
                </a:cubicBezTo>
                <a:cubicBezTo>
                  <a:pt x="1162285" y="52515"/>
                  <a:pt x="1165345" y="43290"/>
                  <a:pt x="1171466" y="36725"/>
                </a:cubicBezTo>
                <a:cubicBezTo>
                  <a:pt x="1177587" y="30161"/>
                  <a:pt x="1185526" y="26879"/>
                  <a:pt x="1195284" y="26879"/>
                </a:cubicBezTo>
                <a:cubicBezTo>
                  <a:pt x="1204731" y="26879"/>
                  <a:pt x="1212449" y="30089"/>
                  <a:pt x="1218437" y="36511"/>
                </a:cubicBezTo>
                <a:cubicBezTo>
                  <a:pt x="1224425" y="42931"/>
                  <a:pt x="1227418" y="51964"/>
                  <a:pt x="1227418" y="63610"/>
                </a:cubicBezTo>
                <a:cubicBezTo>
                  <a:pt x="1227418" y="64318"/>
                  <a:pt x="1227396" y="65381"/>
                  <a:pt x="1227352" y="66797"/>
                </a:cubicBezTo>
                <a:lnTo>
                  <a:pt x="1174659" y="66797"/>
                </a:lnTo>
                <a:cubicBezTo>
                  <a:pt x="1175103" y="74581"/>
                  <a:pt x="1177298" y="80541"/>
                  <a:pt x="1181246" y="84677"/>
                </a:cubicBezTo>
                <a:cubicBezTo>
                  <a:pt x="1185193" y="88813"/>
                  <a:pt x="1190117" y="90881"/>
                  <a:pt x="1196016" y="90881"/>
                </a:cubicBezTo>
                <a:cubicBezTo>
                  <a:pt x="1200407" y="90881"/>
                  <a:pt x="1204155" y="89718"/>
                  <a:pt x="1207259" y="87391"/>
                </a:cubicBezTo>
                <a:cubicBezTo>
                  <a:pt x="1210364" y="85062"/>
                  <a:pt x="1212826" y="81347"/>
                  <a:pt x="1214644" y="76245"/>
                </a:cubicBezTo>
                <a:moveTo>
                  <a:pt x="1175325" y="56951"/>
                </a:moveTo>
                <a:lnTo>
                  <a:pt x="1214778" y="56951"/>
                </a:lnTo>
                <a:cubicBezTo>
                  <a:pt x="1214245" y="51027"/>
                  <a:pt x="1212737" y="46584"/>
                  <a:pt x="1210253" y="43621"/>
                </a:cubicBezTo>
                <a:cubicBezTo>
                  <a:pt x="1206439" y="39024"/>
                  <a:pt x="1201493" y="36725"/>
                  <a:pt x="1195417" y="36725"/>
                </a:cubicBezTo>
                <a:cubicBezTo>
                  <a:pt x="1189917" y="36725"/>
                  <a:pt x="1185293" y="38560"/>
                  <a:pt x="1181545" y="42231"/>
                </a:cubicBezTo>
                <a:cubicBezTo>
                  <a:pt x="1177797" y="45899"/>
                  <a:pt x="1175724" y="50806"/>
                  <a:pt x="1175325" y="56951"/>
                </a:cubicBezTo>
                <a:close/>
                <a:moveTo>
                  <a:pt x="1237244" y="77974"/>
                </a:moveTo>
                <a:lnTo>
                  <a:pt x="1249087" y="76111"/>
                </a:lnTo>
                <a:cubicBezTo>
                  <a:pt x="1249752" y="80878"/>
                  <a:pt x="1251604" y="84532"/>
                  <a:pt x="1254642" y="87072"/>
                </a:cubicBezTo>
                <a:cubicBezTo>
                  <a:pt x="1257680" y="89612"/>
                  <a:pt x="1261927" y="90881"/>
                  <a:pt x="1267383" y="90881"/>
                </a:cubicBezTo>
                <a:cubicBezTo>
                  <a:pt x="1272883" y="90881"/>
                  <a:pt x="1276963" y="89761"/>
                  <a:pt x="1279624" y="87522"/>
                </a:cubicBezTo>
                <a:cubicBezTo>
                  <a:pt x="1282286" y="85282"/>
                  <a:pt x="1283616" y="82654"/>
                  <a:pt x="1283616" y="79638"/>
                </a:cubicBezTo>
                <a:cubicBezTo>
                  <a:pt x="1283616" y="76932"/>
                  <a:pt x="1282441" y="74803"/>
                  <a:pt x="1280090" y="73251"/>
                </a:cubicBezTo>
                <a:cubicBezTo>
                  <a:pt x="1278449" y="72186"/>
                  <a:pt x="1274369" y="70833"/>
                  <a:pt x="1267848" y="69192"/>
                </a:cubicBezTo>
                <a:cubicBezTo>
                  <a:pt x="1259066" y="66975"/>
                  <a:pt x="1252979" y="65056"/>
                  <a:pt x="1249586" y="63437"/>
                </a:cubicBezTo>
                <a:cubicBezTo>
                  <a:pt x="1246193" y="61818"/>
                  <a:pt x="1243620" y="59579"/>
                  <a:pt x="1241868" y="56718"/>
                </a:cubicBezTo>
                <a:cubicBezTo>
                  <a:pt x="1240116" y="53857"/>
                  <a:pt x="1239240" y="50697"/>
                  <a:pt x="1239240" y="47237"/>
                </a:cubicBezTo>
                <a:cubicBezTo>
                  <a:pt x="1239240" y="44088"/>
                  <a:pt x="1239961" y="41172"/>
                  <a:pt x="1241402" y="38488"/>
                </a:cubicBezTo>
                <a:cubicBezTo>
                  <a:pt x="1242844" y="35805"/>
                  <a:pt x="1244807" y="33576"/>
                  <a:pt x="1247290" y="31802"/>
                </a:cubicBezTo>
                <a:cubicBezTo>
                  <a:pt x="1249153" y="30427"/>
                  <a:pt x="1251693" y="29263"/>
                  <a:pt x="1254908" y="28309"/>
                </a:cubicBezTo>
                <a:cubicBezTo>
                  <a:pt x="1258124" y="27355"/>
                  <a:pt x="1261572" y="26879"/>
                  <a:pt x="1265254" y="26879"/>
                </a:cubicBezTo>
                <a:cubicBezTo>
                  <a:pt x="1270798" y="26879"/>
                  <a:pt x="1275666" y="27677"/>
                  <a:pt x="1279857" y="29274"/>
                </a:cubicBezTo>
                <a:cubicBezTo>
                  <a:pt x="1284049" y="30870"/>
                  <a:pt x="1287142" y="33033"/>
                  <a:pt x="1289138" y="35760"/>
                </a:cubicBezTo>
                <a:cubicBezTo>
                  <a:pt x="1291134" y="38488"/>
                  <a:pt x="1292509" y="42136"/>
                  <a:pt x="1293263" y="46705"/>
                </a:cubicBezTo>
                <a:lnTo>
                  <a:pt x="1281554" y="48302"/>
                </a:lnTo>
                <a:cubicBezTo>
                  <a:pt x="1281022" y="44664"/>
                  <a:pt x="1279480" y="41826"/>
                  <a:pt x="1276930" y="39786"/>
                </a:cubicBezTo>
                <a:cubicBezTo>
                  <a:pt x="1274380" y="37745"/>
                  <a:pt x="1270776" y="36725"/>
                  <a:pt x="1266119" y="36725"/>
                </a:cubicBezTo>
                <a:cubicBezTo>
                  <a:pt x="1260619" y="36725"/>
                  <a:pt x="1256693" y="37634"/>
                  <a:pt x="1254343" y="39453"/>
                </a:cubicBezTo>
                <a:cubicBezTo>
                  <a:pt x="1251992" y="41271"/>
                  <a:pt x="1250817" y="43400"/>
                  <a:pt x="1250817" y="45840"/>
                </a:cubicBezTo>
                <a:cubicBezTo>
                  <a:pt x="1250817" y="47392"/>
                  <a:pt x="1251304" y="48789"/>
                  <a:pt x="1252280" y="50031"/>
                </a:cubicBezTo>
                <a:cubicBezTo>
                  <a:pt x="1253256" y="51318"/>
                  <a:pt x="1254786" y="52382"/>
                  <a:pt x="1256871" y="53225"/>
                </a:cubicBezTo>
                <a:cubicBezTo>
                  <a:pt x="1258068" y="53668"/>
                  <a:pt x="1261595" y="54689"/>
                  <a:pt x="1267449" y="56285"/>
                </a:cubicBezTo>
                <a:cubicBezTo>
                  <a:pt x="1275921" y="58547"/>
                  <a:pt x="1281831" y="60399"/>
                  <a:pt x="1285180" y="61841"/>
                </a:cubicBezTo>
                <a:cubicBezTo>
                  <a:pt x="1288529" y="63282"/>
                  <a:pt x="1291157" y="65378"/>
                  <a:pt x="1293064" y="68128"/>
                </a:cubicBezTo>
                <a:cubicBezTo>
                  <a:pt x="1294971" y="70878"/>
                  <a:pt x="1295925" y="74293"/>
                  <a:pt x="1295925" y="78374"/>
                </a:cubicBezTo>
                <a:cubicBezTo>
                  <a:pt x="1295925" y="82365"/>
                  <a:pt x="1294760" y="86124"/>
                  <a:pt x="1292432" y="89651"/>
                </a:cubicBezTo>
                <a:cubicBezTo>
                  <a:pt x="1290103" y="93177"/>
                  <a:pt x="1286743" y="95904"/>
                  <a:pt x="1282352" y="97834"/>
                </a:cubicBezTo>
                <a:cubicBezTo>
                  <a:pt x="1277961" y="99763"/>
                  <a:pt x="1272994" y="100728"/>
                  <a:pt x="1267449" y="100728"/>
                </a:cubicBezTo>
                <a:cubicBezTo>
                  <a:pt x="1258268" y="100728"/>
                  <a:pt x="1251271" y="98815"/>
                  <a:pt x="1246459" y="94990"/>
                </a:cubicBezTo>
                <a:cubicBezTo>
                  <a:pt x="1241646" y="91164"/>
                  <a:pt x="1238575" y="85492"/>
                  <a:pt x="1237244" y="77974"/>
                </a:cubicBez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Text ByteStream">
            <a:extLst xmlns:a="http://schemas.openxmlformats.org/drawingml/2006/main">
              <a:ext uri="{FF2B5EF4-FFF2-40B4-BE49-F238E27FC236}">
                <a16:creationId xmlns:a16="http://schemas.microsoft.com/office/drawing/2014/main" id="{E6B884DC-083E-467F-9873-A928E747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3820" y="4625874"/>
            <a:ext cx="775972" cy="128006"/>
          </a:xfrm>
          <a:custGeom xmlns:a="http://schemas.openxmlformats.org/drawingml/2006/main">
            <a:pathLst>
              <a:path w="775972" h="128006">
                <a:moveTo>
                  <a:pt x="0" y="1730"/>
                </a:moveTo>
                <a:lnTo>
                  <a:pt x="38987" y="1730"/>
                </a:lnTo>
                <a:cubicBezTo>
                  <a:pt x="46705" y="1730"/>
                  <a:pt x="52460" y="2051"/>
                  <a:pt x="56252" y="2694"/>
                </a:cubicBezTo>
                <a:cubicBezTo>
                  <a:pt x="60044" y="3336"/>
                  <a:pt x="63437" y="4676"/>
                  <a:pt x="66431" y="6713"/>
                </a:cubicBezTo>
                <a:cubicBezTo>
                  <a:pt x="69425" y="8750"/>
                  <a:pt x="71920" y="11462"/>
                  <a:pt x="73916" y="14851"/>
                </a:cubicBezTo>
                <a:cubicBezTo>
                  <a:pt x="75912" y="18239"/>
                  <a:pt x="76910" y="22036"/>
                  <a:pt x="76910" y="26244"/>
                </a:cubicBezTo>
                <a:cubicBezTo>
                  <a:pt x="76910" y="30806"/>
                  <a:pt x="75679" y="34991"/>
                  <a:pt x="73217" y="38800"/>
                </a:cubicBezTo>
                <a:cubicBezTo>
                  <a:pt x="70756" y="42609"/>
                  <a:pt x="67418" y="45466"/>
                  <a:pt x="63204" y="47370"/>
                </a:cubicBezTo>
                <a:cubicBezTo>
                  <a:pt x="69148" y="49103"/>
                  <a:pt x="73716" y="52056"/>
                  <a:pt x="76910" y="56231"/>
                </a:cubicBezTo>
                <a:cubicBezTo>
                  <a:pt x="80103" y="60405"/>
                  <a:pt x="81700" y="65312"/>
                  <a:pt x="81700" y="70953"/>
                </a:cubicBezTo>
                <a:cubicBezTo>
                  <a:pt x="81700" y="75394"/>
                  <a:pt x="80669" y="79713"/>
                  <a:pt x="78606" y="83910"/>
                </a:cubicBezTo>
                <a:cubicBezTo>
                  <a:pt x="76544" y="88106"/>
                  <a:pt x="73727" y="91459"/>
                  <a:pt x="70157" y="93969"/>
                </a:cubicBezTo>
                <a:cubicBezTo>
                  <a:pt x="66586" y="96478"/>
                  <a:pt x="62184" y="98021"/>
                  <a:pt x="56951" y="98599"/>
                </a:cubicBezTo>
                <a:cubicBezTo>
                  <a:pt x="53668" y="98954"/>
                  <a:pt x="45751" y="99176"/>
                  <a:pt x="33199" y="99264"/>
                </a:cubicBezTo>
                <a:lnTo>
                  <a:pt x="0" y="99264"/>
                </a:lnTo>
                <a:lnTo>
                  <a:pt x="0" y="1730"/>
                </a:lnTo>
                <a:moveTo>
                  <a:pt x="19693" y="17963"/>
                </a:moveTo>
                <a:lnTo>
                  <a:pt x="19693" y="40451"/>
                </a:lnTo>
                <a:lnTo>
                  <a:pt x="32600" y="40451"/>
                </a:lnTo>
                <a:cubicBezTo>
                  <a:pt x="40273" y="40451"/>
                  <a:pt x="45042" y="40340"/>
                  <a:pt x="46904" y="40118"/>
                </a:cubicBezTo>
                <a:cubicBezTo>
                  <a:pt x="50275" y="39720"/>
                  <a:pt x="52925" y="38560"/>
                  <a:pt x="54855" y="36638"/>
                </a:cubicBezTo>
                <a:cubicBezTo>
                  <a:pt x="56784" y="34714"/>
                  <a:pt x="57749" y="32182"/>
                  <a:pt x="57749" y="29041"/>
                </a:cubicBezTo>
                <a:cubicBezTo>
                  <a:pt x="57749" y="26034"/>
                  <a:pt x="56917" y="23591"/>
                  <a:pt x="55254" y="21712"/>
                </a:cubicBezTo>
                <a:cubicBezTo>
                  <a:pt x="53591" y="19832"/>
                  <a:pt x="51118" y="18694"/>
                  <a:pt x="47836" y="18296"/>
                </a:cubicBezTo>
                <a:cubicBezTo>
                  <a:pt x="45884" y="18074"/>
                  <a:pt x="40273" y="17963"/>
                  <a:pt x="31003" y="17963"/>
                </a:cubicBezTo>
                <a:lnTo>
                  <a:pt x="19693" y="17963"/>
                </a:lnTo>
                <a:moveTo>
                  <a:pt x="19693" y="56684"/>
                </a:moveTo>
                <a:lnTo>
                  <a:pt x="19693" y="82765"/>
                </a:lnTo>
                <a:lnTo>
                  <a:pt x="37923" y="82765"/>
                </a:lnTo>
                <a:cubicBezTo>
                  <a:pt x="45019" y="82765"/>
                  <a:pt x="49521" y="82565"/>
                  <a:pt x="51428" y="82166"/>
                </a:cubicBezTo>
                <a:cubicBezTo>
                  <a:pt x="54356" y="81634"/>
                  <a:pt x="56740" y="80336"/>
                  <a:pt x="58581" y="78274"/>
                </a:cubicBezTo>
                <a:cubicBezTo>
                  <a:pt x="60421" y="76211"/>
                  <a:pt x="61342" y="73450"/>
                  <a:pt x="61342" y="69991"/>
                </a:cubicBezTo>
                <a:cubicBezTo>
                  <a:pt x="61342" y="67063"/>
                  <a:pt x="60632" y="64579"/>
                  <a:pt x="59213" y="62539"/>
                </a:cubicBezTo>
                <a:cubicBezTo>
                  <a:pt x="57793" y="60499"/>
                  <a:pt x="55742" y="59013"/>
                  <a:pt x="53058" y="58082"/>
                </a:cubicBezTo>
                <a:cubicBezTo>
                  <a:pt x="50375" y="57150"/>
                  <a:pt x="44554" y="56684"/>
                  <a:pt x="35594" y="56684"/>
                </a:cubicBezTo>
                <a:lnTo>
                  <a:pt x="19693" y="56684"/>
                </a:lnTo>
                <a:close/>
                <a:moveTo>
                  <a:pt x="89328" y="28608"/>
                </a:moveTo>
                <a:lnTo>
                  <a:pt x="109221" y="28608"/>
                </a:lnTo>
                <a:lnTo>
                  <a:pt x="126120" y="78821"/>
                </a:lnTo>
                <a:lnTo>
                  <a:pt x="142620" y="28608"/>
                </a:lnTo>
                <a:lnTo>
                  <a:pt x="161980" y="28608"/>
                </a:lnTo>
                <a:lnTo>
                  <a:pt x="137031" y="96626"/>
                </a:lnTo>
                <a:lnTo>
                  <a:pt x="132574" y="108978"/>
                </a:lnTo>
                <a:cubicBezTo>
                  <a:pt x="130932" y="113103"/>
                  <a:pt x="129369" y="116252"/>
                  <a:pt x="127883" y="118425"/>
                </a:cubicBezTo>
                <a:cubicBezTo>
                  <a:pt x="126397" y="120599"/>
                  <a:pt x="124690" y="122362"/>
                  <a:pt x="122760" y="123714"/>
                </a:cubicBezTo>
                <a:cubicBezTo>
                  <a:pt x="120831" y="125067"/>
                  <a:pt x="118458" y="126121"/>
                  <a:pt x="115641" y="126875"/>
                </a:cubicBezTo>
                <a:cubicBezTo>
                  <a:pt x="112825" y="127629"/>
                  <a:pt x="109643" y="128006"/>
                  <a:pt x="106094" y="128006"/>
                </a:cubicBezTo>
                <a:cubicBezTo>
                  <a:pt x="102502" y="128006"/>
                  <a:pt x="98975" y="127629"/>
                  <a:pt x="95516" y="126875"/>
                </a:cubicBezTo>
                <a:lnTo>
                  <a:pt x="93852" y="112238"/>
                </a:lnTo>
                <a:cubicBezTo>
                  <a:pt x="96780" y="112814"/>
                  <a:pt x="99419" y="113103"/>
                  <a:pt x="101770" y="113103"/>
                </a:cubicBezTo>
                <a:cubicBezTo>
                  <a:pt x="106116" y="113103"/>
                  <a:pt x="109332" y="111828"/>
                  <a:pt x="111417" y="109277"/>
                </a:cubicBezTo>
                <a:cubicBezTo>
                  <a:pt x="113501" y="106727"/>
                  <a:pt x="115098" y="103478"/>
                  <a:pt x="116207" y="99530"/>
                </a:cubicBezTo>
                <a:lnTo>
                  <a:pt x="89328" y="28608"/>
                </a:lnTo>
                <a:close/>
                <a:moveTo>
                  <a:pt x="206336" y="28608"/>
                </a:moveTo>
                <a:lnTo>
                  <a:pt x="206336" y="43511"/>
                </a:lnTo>
                <a:lnTo>
                  <a:pt x="193562" y="43511"/>
                </a:lnTo>
                <a:lnTo>
                  <a:pt x="193562" y="71941"/>
                </a:lnTo>
                <a:cubicBezTo>
                  <a:pt x="193562" y="77699"/>
                  <a:pt x="193684" y="81053"/>
                  <a:pt x="193928" y="82006"/>
                </a:cubicBezTo>
                <a:cubicBezTo>
                  <a:pt x="194172" y="82957"/>
                  <a:pt x="194726" y="83742"/>
                  <a:pt x="195591" y="84363"/>
                </a:cubicBezTo>
                <a:cubicBezTo>
                  <a:pt x="196456" y="84983"/>
                  <a:pt x="197509" y="85293"/>
                  <a:pt x="198751" y="85293"/>
                </a:cubicBezTo>
                <a:cubicBezTo>
                  <a:pt x="200481" y="85293"/>
                  <a:pt x="202987" y="84694"/>
                  <a:pt x="206269" y="83496"/>
                </a:cubicBezTo>
                <a:lnTo>
                  <a:pt x="207866" y="98054"/>
                </a:lnTo>
                <a:cubicBezTo>
                  <a:pt x="203519" y="99925"/>
                  <a:pt x="198596" y="100861"/>
                  <a:pt x="193096" y="100861"/>
                </a:cubicBezTo>
                <a:cubicBezTo>
                  <a:pt x="189725" y="100861"/>
                  <a:pt x="186687" y="100296"/>
                  <a:pt x="183981" y="99164"/>
                </a:cubicBezTo>
                <a:cubicBezTo>
                  <a:pt x="181276" y="98033"/>
                  <a:pt x="179291" y="96570"/>
                  <a:pt x="178027" y="94773"/>
                </a:cubicBezTo>
                <a:cubicBezTo>
                  <a:pt x="176763" y="92977"/>
                  <a:pt x="175887" y="90549"/>
                  <a:pt x="175399" y="87488"/>
                </a:cubicBezTo>
                <a:cubicBezTo>
                  <a:pt x="175000" y="85315"/>
                  <a:pt x="174800" y="80924"/>
                  <a:pt x="174800" y="74315"/>
                </a:cubicBezTo>
                <a:lnTo>
                  <a:pt x="174800" y="43511"/>
                </a:lnTo>
                <a:lnTo>
                  <a:pt x="166217" y="43511"/>
                </a:lnTo>
                <a:lnTo>
                  <a:pt x="166217" y="28608"/>
                </a:lnTo>
                <a:lnTo>
                  <a:pt x="174800" y="28608"/>
                </a:lnTo>
                <a:lnTo>
                  <a:pt x="174800" y="14504"/>
                </a:lnTo>
                <a:lnTo>
                  <a:pt x="193562" y="3460"/>
                </a:lnTo>
                <a:lnTo>
                  <a:pt x="193562" y="28608"/>
                </a:lnTo>
                <a:lnTo>
                  <a:pt x="206336" y="28608"/>
                </a:lnTo>
                <a:close/>
                <a:moveTo>
                  <a:pt x="260225" y="76777"/>
                </a:moveTo>
                <a:lnTo>
                  <a:pt x="278853" y="79970"/>
                </a:lnTo>
                <a:cubicBezTo>
                  <a:pt x="276458" y="86779"/>
                  <a:pt x="272677" y="91963"/>
                  <a:pt x="267510" y="95522"/>
                </a:cubicBezTo>
                <a:cubicBezTo>
                  <a:pt x="262343" y="99081"/>
                  <a:pt x="255878" y="100861"/>
                  <a:pt x="248116" y="100861"/>
                </a:cubicBezTo>
                <a:cubicBezTo>
                  <a:pt x="235830" y="100861"/>
                  <a:pt x="226737" y="96847"/>
                  <a:pt x="220838" y="88819"/>
                </a:cubicBezTo>
                <a:cubicBezTo>
                  <a:pt x="216181" y="82388"/>
                  <a:pt x="213853" y="74271"/>
                  <a:pt x="213853" y="64469"/>
                </a:cubicBezTo>
                <a:cubicBezTo>
                  <a:pt x="213853" y="52759"/>
                  <a:pt x="216913" y="43589"/>
                  <a:pt x="223034" y="36958"/>
                </a:cubicBezTo>
                <a:cubicBezTo>
                  <a:pt x="229155" y="30327"/>
                  <a:pt x="236894" y="27012"/>
                  <a:pt x="246253" y="27012"/>
                </a:cubicBezTo>
                <a:cubicBezTo>
                  <a:pt x="256765" y="27012"/>
                  <a:pt x="265059" y="30482"/>
                  <a:pt x="271136" y="37424"/>
                </a:cubicBezTo>
                <a:cubicBezTo>
                  <a:pt x="277212" y="44365"/>
                  <a:pt x="280117" y="54999"/>
                  <a:pt x="279851" y="69325"/>
                </a:cubicBezTo>
                <a:lnTo>
                  <a:pt x="233014" y="69325"/>
                </a:lnTo>
                <a:cubicBezTo>
                  <a:pt x="233147" y="74870"/>
                  <a:pt x="234655" y="79183"/>
                  <a:pt x="237538" y="82266"/>
                </a:cubicBezTo>
                <a:cubicBezTo>
                  <a:pt x="240421" y="85348"/>
                  <a:pt x="244013" y="86890"/>
                  <a:pt x="248316" y="86890"/>
                </a:cubicBezTo>
                <a:cubicBezTo>
                  <a:pt x="251243" y="86890"/>
                  <a:pt x="253705" y="86091"/>
                  <a:pt x="255701" y="84494"/>
                </a:cubicBezTo>
                <a:cubicBezTo>
                  <a:pt x="257697" y="82898"/>
                  <a:pt x="259205" y="80325"/>
                  <a:pt x="260225" y="76777"/>
                </a:cubicBezTo>
                <a:moveTo>
                  <a:pt x="261289" y="57882"/>
                </a:moveTo>
                <a:cubicBezTo>
                  <a:pt x="261156" y="52493"/>
                  <a:pt x="259759" y="48396"/>
                  <a:pt x="257098" y="45590"/>
                </a:cubicBezTo>
                <a:cubicBezTo>
                  <a:pt x="254437" y="42785"/>
                  <a:pt x="251199" y="41382"/>
                  <a:pt x="247384" y="41382"/>
                </a:cubicBezTo>
                <a:cubicBezTo>
                  <a:pt x="243304" y="41382"/>
                  <a:pt x="239933" y="42862"/>
                  <a:pt x="237272" y="45821"/>
                </a:cubicBezTo>
                <a:cubicBezTo>
                  <a:pt x="234610" y="48782"/>
                  <a:pt x="233302" y="52802"/>
                  <a:pt x="233346" y="57882"/>
                </a:cubicBezTo>
                <a:lnTo>
                  <a:pt x="261289" y="57882"/>
                </a:lnTo>
                <a:close/>
                <a:moveTo>
                  <a:pt x="327952" y="67596"/>
                </a:moveTo>
                <a:lnTo>
                  <a:pt x="347113" y="65733"/>
                </a:lnTo>
                <a:cubicBezTo>
                  <a:pt x="348266" y="72188"/>
                  <a:pt x="350606" y="76929"/>
                  <a:pt x="354132" y="79956"/>
                </a:cubicBezTo>
                <a:cubicBezTo>
                  <a:pt x="357658" y="82982"/>
                  <a:pt x="362415" y="84494"/>
                  <a:pt x="368403" y="84494"/>
                </a:cubicBezTo>
                <a:cubicBezTo>
                  <a:pt x="374746" y="84494"/>
                  <a:pt x="379525" y="83149"/>
                  <a:pt x="382740" y="80457"/>
                </a:cubicBezTo>
                <a:cubicBezTo>
                  <a:pt x="385956" y="77765"/>
                  <a:pt x="387564" y="74617"/>
                  <a:pt x="387564" y="71011"/>
                </a:cubicBezTo>
                <a:cubicBezTo>
                  <a:pt x="387564" y="68698"/>
                  <a:pt x="386888" y="66730"/>
                  <a:pt x="385535" y="65107"/>
                </a:cubicBezTo>
                <a:cubicBezTo>
                  <a:pt x="384182" y="63482"/>
                  <a:pt x="381820" y="62069"/>
                  <a:pt x="378449" y="60868"/>
                </a:cubicBezTo>
                <a:cubicBezTo>
                  <a:pt x="376143" y="60068"/>
                  <a:pt x="370887" y="58646"/>
                  <a:pt x="362681" y="56601"/>
                </a:cubicBezTo>
                <a:cubicBezTo>
                  <a:pt x="352125" y="53979"/>
                  <a:pt x="344718" y="50756"/>
                  <a:pt x="340460" y="46933"/>
                </a:cubicBezTo>
                <a:cubicBezTo>
                  <a:pt x="334472" y="41556"/>
                  <a:pt x="331478" y="35000"/>
                  <a:pt x="331478" y="27267"/>
                </a:cubicBezTo>
                <a:cubicBezTo>
                  <a:pt x="331478" y="22290"/>
                  <a:pt x="332887" y="17635"/>
                  <a:pt x="335703" y="13302"/>
                </a:cubicBezTo>
                <a:cubicBezTo>
                  <a:pt x="338519" y="8968"/>
                  <a:pt x="342578" y="5668"/>
                  <a:pt x="347878" y="3401"/>
                </a:cubicBezTo>
                <a:cubicBezTo>
                  <a:pt x="353178" y="1134"/>
                  <a:pt x="359577" y="0"/>
                  <a:pt x="367072" y="0"/>
                </a:cubicBezTo>
                <a:cubicBezTo>
                  <a:pt x="379314" y="0"/>
                  <a:pt x="388529" y="2696"/>
                  <a:pt x="394716" y="8088"/>
                </a:cubicBezTo>
                <a:cubicBezTo>
                  <a:pt x="400903" y="13478"/>
                  <a:pt x="404152" y="20673"/>
                  <a:pt x="404463" y="29673"/>
                </a:cubicBezTo>
                <a:lnTo>
                  <a:pt x="384770" y="30471"/>
                </a:lnTo>
                <a:cubicBezTo>
                  <a:pt x="383927" y="25459"/>
                  <a:pt x="382119" y="21855"/>
                  <a:pt x="379347" y="19660"/>
                </a:cubicBezTo>
                <a:cubicBezTo>
                  <a:pt x="376575" y="17464"/>
                  <a:pt x="372417" y="16367"/>
                  <a:pt x="366873" y="16367"/>
                </a:cubicBezTo>
                <a:cubicBezTo>
                  <a:pt x="361151" y="16367"/>
                  <a:pt x="356671" y="17543"/>
                  <a:pt x="353434" y="19895"/>
                </a:cubicBezTo>
                <a:cubicBezTo>
                  <a:pt x="351349" y="21403"/>
                  <a:pt x="350307" y="23422"/>
                  <a:pt x="350307" y="25951"/>
                </a:cubicBezTo>
                <a:cubicBezTo>
                  <a:pt x="350307" y="28259"/>
                  <a:pt x="351282" y="30233"/>
                  <a:pt x="353234" y="31875"/>
                </a:cubicBezTo>
                <a:cubicBezTo>
                  <a:pt x="355718" y="33961"/>
                  <a:pt x="361750" y="36137"/>
                  <a:pt x="371330" y="38403"/>
                </a:cubicBezTo>
                <a:cubicBezTo>
                  <a:pt x="380911" y="40669"/>
                  <a:pt x="387996" y="43014"/>
                  <a:pt x="392587" y="45437"/>
                </a:cubicBezTo>
                <a:cubicBezTo>
                  <a:pt x="397178" y="47858"/>
                  <a:pt x="400770" y="51169"/>
                  <a:pt x="403365" y="55368"/>
                </a:cubicBezTo>
                <a:cubicBezTo>
                  <a:pt x="405960" y="59567"/>
                  <a:pt x="407257" y="64755"/>
                  <a:pt x="407257" y="70932"/>
                </a:cubicBezTo>
                <a:cubicBezTo>
                  <a:pt x="407257" y="76531"/>
                  <a:pt x="405705" y="81774"/>
                  <a:pt x="402600" y="86663"/>
                </a:cubicBezTo>
                <a:cubicBezTo>
                  <a:pt x="399495" y="91552"/>
                  <a:pt x="395104" y="95184"/>
                  <a:pt x="389427" y="97562"/>
                </a:cubicBezTo>
                <a:cubicBezTo>
                  <a:pt x="383749" y="99939"/>
                  <a:pt x="376675" y="101127"/>
                  <a:pt x="368203" y="101127"/>
                </a:cubicBezTo>
                <a:cubicBezTo>
                  <a:pt x="355873" y="101127"/>
                  <a:pt x="346403" y="98272"/>
                  <a:pt x="339795" y="92561"/>
                </a:cubicBezTo>
                <a:cubicBezTo>
                  <a:pt x="333186" y="86851"/>
                  <a:pt x="329238" y="78529"/>
                  <a:pt x="327952" y="67596"/>
                </a:cubicBezTo>
                <a:close/>
                <a:moveTo>
                  <a:pt x="455956" y="28608"/>
                </a:moveTo>
                <a:lnTo>
                  <a:pt x="455956" y="43511"/>
                </a:lnTo>
                <a:lnTo>
                  <a:pt x="443182" y="43511"/>
                </a:lnTo>
                <a:lnTo>
                  <a:pt x="443182" y="71941"/>
                </a:lnTo>
                <a:cubicBezTo>
                  <a:pt x="443182" y="77699"/>
                  <a:pt x="443304" y="81053"/>
                  <a:pt x="443548" y="82006"/>
                </a:cubicBezTo>
                <a:cubicBezTo>
                  <a:pt x="443792" y="82957"/>
                  <a:pt x="444346" y="83742"/>
                  <a:pt x="445211" y="84363"/>
                </a:cubicBezTo>
                <a:cubicBezTo>
                  <a:pt x="446076" y="84983"/>
                  <a:pt x="447129" y="85293"/>
                  <a:pt x="448371" y="85293"/>
                </a:cubicBezTo>
                <a:cubicBezTo>
                  <a:pt x="450101" y="85293"/>
                  <a:pt x="452607" y="84694"/>
                  <a:pt x="455889" y="83496"/>
                </a:cubicBezTo>
                <a:lnTo>
                  <a:pt x="457486" y="98054"/>
                </a:lnTo>
                <a:cubicBezTo>
                  <a:pt x="453139" y="99925"/>
                  <a:pt x="448216" y="100861"/>
                  <a:pt x="442716" y="100861"/>
                </a:cubicBezTo>
                <a:cubicBezTo>
                  <a:pt x="439345" y="100861"/>
                  <a:pt x="436307" y="100296"/>
                  <a:pt x="433601" y="99164"/>
                </a:cubicBezTo>
                <a:cubicBezTo>
                  <a:pt x="430896" y="98033"/>
                  <a:pt x="428911" y="96570"/>
                  <a:pt x="427647" y="94773"/>
                </a:cubicBezTo>
                <a:cubicBezTo>
                  <a:pt x="426383" y="92977"/>
                  <a:pt x="425507" y="90549"/>
                  <a:pt x="425019" y="87488"/>
                </a:cubicBezTo>
                <a:cubicBezTo>
                  <a:pt x="424620" y="85315"/>
                  <a:pt x="424420" y="80924"/>
                  <a:pt x="424420" y="74315"/>
                </a:cubicBezTo>
                <a:lnTo>
                  <a:pt x="424420" y="43511"/>
                </a:lnTo>
                <a:lnTo>
                  <a:pt x="415837" y="43511"/>
                </a:lnTo>
                <a:lnTo>
                  <a:pt x="415837" y="28608"/>
                </a:lnTo>
                <a:lnTo>
                  <a:pt x="424420" y="28608"/>
                </a:lnTo>
                <a:lnTo>
                  <a:pt x="424420" y="14504"/>
                </a:lnTo>
                <a:lnTo>
                  <a:pt x="443182" y="3460"/>
                </a:lnTo>
                <a:lnTo>
                  <a:pt x="443182" y="28608"/>
                </a:lnTo>
                <a:lnTo>
                  <a:pt x="455956" y="28608"/>
                </a:lnTo>
                <a:close/>
                <a:moveTo>
                  <a:pt x="486825" y="99264"/>
                </a:moveTo>
                <a:lnTo>
                  <a:pt x="468130" y="99264"/>
                </a:lnTo>
                <a:lnTo>
                  <a:pt x="468130" y="28608"/>
                </a:lnTo>
                <a:lnTo>
                  <a:pt x="485494" y="28608"/>
                </a:lnTo>
                <a:lnTo>
                  <a:pt x="485494" y="38655"/>
                </a:lnTo>
                <a:cubicBezTo>
                  <a:pt x="488466" y="33909"/>
                  <a:pt x="491138" y="30782"/>
                  <a:pt x="493511" y="29274"/>
                </a:cubicBezTo>
                <a:cubicBezTo>
                  <a:pt x="495884" y="27766"/>
                  <a:pt x="498579" y="27012"/>
                  <a:pt x="501595" y="27012"/>
                </a:cubicBezTo>
                <a:cubicBezTo>
                  <a:pt x="505853" y="27012"/>
                  <a:pt x="509956" y="28187"/>
                  <a:pt x="513903" y="30538"/>
                </a:cubicBezTo>
                <a:lnTo>
                  <a:pt x="508115" y="46838"/>
                </a:lnTo>
                <a:cubicBezTo>
                  <a:pt x="504966" y="44798"/>
                  <a:pt x="502038" y="43777"/>
                  <a:pt x="499333" y="43777"/>
                </a:cubicBezTo>
                <a:cubicBezTo>
                  <a:pt x="496716" y="43777"/>
                  <a:pt x="494498" y="44498"/>
                  <a:pt x="492680" y="45940"/>
                </a:cubicBezTo>
                <a:cubicBezTo>
                  <a:pt x="490861" y="47381"/>
                  <a:pt x="489431" y="49987"/>
                  <a:pt x="488389" y="53757"/>
                </a:cubicBezTo>
                <a:cubicBezTo>
                  <a:pt x="487346" y="57527"/>
                  <a:pt x="486825" y="65422"/>
                  <a:pt x="486825" y="77442"/>
                </a:cubicBezTo>
                <a:lnTo>
                  <a:pt x="486825" y="99264"/>
                </a:lnTo>
                <a:close/>
                <a:moveTo>
                  <a:pt x="562848" y="76777"/>
                </a:moveTo>
                <a:lnTo>
                  <a:pt x="581477" y="79970"/>
                </a:lnTo>
                <a:cubicBezTo>
                  <a:pt x="579082" y="86779"/>
                  <a:pt x="575301" y="91963"/>
                  <a:pt x="570133" y="95522"/>
                </a:cubicBezTo>
                <a:cubicBezTo>
                  <a:pt x="564966" y="99081"/>
                  <a:pt x="558502" y="100861"/>
                  <a:pt x="550740" y="100861"/>
                </a:cubicBezTo>
                <a:cubicBezTo>
                  <a:pt x="538454" y="100861"/>
                  <a:pt x="529361" y="96847"/>
                  <a:pt x="523462" y="88819"/>
                </a:cubicBezTo>
                <a:cubicBezTo>
                  <a:pt x="518805" y="82388"/>
                  <a:pt x="516476" y="74271"/>
                  <a:pt x="516476" y="64469"/>
                </a:cubicBezTo>
                <a:cubicBezTo>
                  <a:pt x="516476" y="52759"/>
                  <a:pt x="519537" y="43589"/>
                  <a:pt x="525657" y="36958"/>
                </a:cubicBezTo>
                <a:cubicBezTo>
                  <a:pt x="531778" y="30327"/>
                  <a:pt x="539518" y="27012"/>
                  <a:pt x="548877" y="27012"/>
                </a:cubicBezTo>
                <a:cubicBezTo>
                  <a:pt x="559389" y="27012"/>
                  <a:pt x="567683" y="30482"/>
                  <a:pt x="573759" y="37424"/>
                </a:cubicBezTo>
                <a:cubicBezTo>
                  <a:pt x="579836" y="44365"/>
                  <a:pt x="582741" y="54999"/>
                  <a:pt x="582475" y="69325"/>
                </a:cubicBezTo>
                <a:lnTo>
                  <a:pt x="535637" y="69325"/>
                </a:lnTo>
                <a:cubicBezTo>
                  <a:pt x="535770" y="74870"/>
                  <a:pt x="537278" y="79183"/>
                  <a:pt x="540161" y="82266"/>
                </a:cubicBezTo>
                <a:cubicBezTo>
                  <a:pt x="543044" y="85348"/>
                  <a:pt x="546637" y="86890"/>
                  <a:pt x="550939" y="86890"/>
                </a:cubicBezTo>
                <a:cubicBezTo>
                  <a:pt x="553867" y="86890"/>
                  <a:pt x="556328" y="86091"/>
                  <a:pt x="558324" y="84494"/>
                </a:cubicBezTo>
                <a:cubicBezTo>
                  <a:pt x="560320" y="82898"/>
                  <a:pt x="561828" y="80325"/>
                  <a:pt x="562848" y="76777"/>
                </a:cubicBezTo>
                <a:moveTo>
                  <a:pt x="563913" y="57882"/>
                </a:moveTo>
                <a:cubicBezTo>
                  <a:pt x="563780" y="52493"/>
                  <a:pt x="562383" y="48396"/>
                  <a:pt x="559721" y="45590"/>
                </a:cubicBezTo>
                <a:cubicBezTo>
                  <a:pt x="557060" y="42785"/>
                  <a:pt x="553822" y="41382"/>
                  <a:pt x="550008" y="41382"/>
                </a:cubicBezTo>
                <a:cubicBezTo>
                  <a:pt x="545927" y="41382"/>
                  <a:pt x="542556" y="42862"/>
                  <a:pt x="539895" y="45821"/>
                </a:cubicBezTo>
                <a:cubicBezTo>
                  <a:pt x="537234" y="48782"/>
                  <a:pt x="535925" y="52802"/>
                  <a:pt x="535970" y="57882"/>
                </a:cubicBezTo>
                <a:lnTo>
                  <a:pt x="563913" y="57882"/>
                </a:lnTo>
                <a:close/>
                <a:moveTo>
                  <a:pt x="611661" y="50431"/>
                </a:moveTo>
                <a:lnTo>
                  <a:pt x="594696" y="47370"/>
                </a:lnTo>
                <a:cubicBezTo>
                  <a:pt x="596603" y="40449"/>
                  <a:pt x="599885" y="35327"/>
                  <a:pt x="604542" y="32001"/>
                </a:cubicBezTo>
                <a:cubicBezTo>
                  <a:pt x="609200" y="28675"/>
                  <a:pt x="616119" y="27012"/>
                  <a:pt x="625300" y="27012"/>
                </a:cubicBezTo>
                <a:cubicBezTo>
                  <a:pt x="633639" y="27012"/>
                  <a:pt x="639848" y="27998"/>
                  <a:pt x="643929" y="29972"/>
                </a:cubicBezTo>
                <a:cubicBezTo>
                  <a:pt x="648009" y="31946"/>
                  <a:pt x="650881" y="34452"/>
                  <a:pt x="652545" y="37490"/>
                </a:cubicBezTo>
                <a:cubicBezTo>
                  <a:pt x="654208" y="40528"/>
                  <a:pt x="655039" y="46106"/>
                  <a:pt x="655039" y="54223"/>
                </a:cubicBezTo>
                <a:lnTo>
                  <a:pt x="654840" y="76045"/>
                </a:lnTo>
                <a:cubicBezTo>
                  <a:pt x="654840" y="82255"/>
                  <a:pt x="655139" y="86834"/>
                  <a:pt x="655738" y="89784"/>
                </a:cubicBezTo>
                <a:cubicBezTo>
                  <a:pt x="656337" y="92733"/>
                  <a:pt x="657457" y="95893"/>
                  <a:pt x="659098" y="99264"/>
                </a:cubicBezTo>
                <a:lnTo>
                  <a:pt x="640602" y="99264"/>
                </a:lnTo>
                <a:cubicBezTo>
                  <a:pt x="640114" y="98022"/>
                  <a:pt x="639516" y="96182"/>
                  <a:pt x="638806" y="93742"/>
                </a:cubicBezTo>
                <a:cubicBezTo>
                  <a:pt x="638495" y="92633"/>
                  <a:pt x="638274" y="91902"/>
                  <a:pt x="638141" y="91547"/>
                </a:cubicBezTo>
                <a:cubicBezTo>
                  <a:pt x="634947" y="94651"/>
                  <a:pt x="631532" y="96980"/>
                  <a:pt x="627895" y="98532"/>
                </a:cubicBezTo>
                <a:cubicBezTo>
                  <a:pt x="624258" y="100085"/>
                  <a:pt x="620377" y="100861"/>
                  <a:pt x="616252" y="100861"/>
                </a:cubicBezTo>
                <a:cubicBezTo>
                  <a:pt x="608978" y="100861"/>
                  <a:pt x="603245" y="98896"/>
                  <a:pt x="599054" y="94965"/>
                </a:cubicBezTo>
                <a:cubicBezTo>
                  <a:pt x="594862" y="91034"/>
                  <a:pt x="592766" y="86065"/>
                  <a:pt x="592766" y="80058"/>
                </a:cubicBezTo>
                <a:cubicBezTo>
                  <a:pt x="592766" y="76082"/>
                  <a:pt x="593720" y="72538"/>
                  <a:pt x="595627" y="69425"/>
                </a:cubicBezTo>
                <a:cubicBezTo>
                  <a:pt x="597534" y="66311"/>
                  <a:pt x="600207" y="63925"/>
                  <a:pt x="603644" y="62269"/>
                </a:cubicBezTo>
                <a:cubicBezTo>
                  <a:pt x="607082" y="60613"/>
                  <a:pt x="612038" y="59166"/>
                  <a:pt x="618514" y="57930"/>
                </a:cubicBezTo>
                <a:cubicBezTo>
                  <a:pt x="627252" y="56296"/>
                  <a:pt x="633306" y="54772"/>
                  <a:pt x="636677" y="53358"/>
                </a:cubicBezTo>
                <a:lnTo>
                  <a:pt x="636677" y="51474"/>
                </a:lnTo>
                <a:cubicBezTo>
                  <a:pt x="636677" y="47841"/>
                  <a:pt x="635790" y="45251"/>
                  <a:pt x="634016" y="43705"/>
                </a:cubicBezTo>
                <a:cubicBezTo>
                  <a:pt x="632241" y="42156"/>
                  <a:pt x="628893" y="41382"/>
                  <a:pt x="623969" y="41382"/>
                </a:cubicBezTo>
                <a:cubicBezTo>
                  <a:pt x="620643" y="41382"/>
                  <a:pt x="618048" y="42052"/>
                  <a:pt x="616185" y="43391"/>
                </a:cubicBezTo>
                <a:cubicBezTo>
                  <a:pt x="614322" y="44728"/>
                  <a:pt x="612814" y="47075"/>
                  <a:pt x="611661" y="50431"/>
                </a:cubicBezTo>
                <a:moveTo>
                  <a:pt x="636677" y="65600"/>
                </a:moveTo>
                <a:cubicBezTo>
                  <a:pt x="634282" y="66388"/>
                  <a:pt x="630490" y="67331"/>
                  <a:pt x="625300" y="68427"/>
                </a:cubicBezTo>
                <a:cubicBezTo>
                  <a:pt x="620111" y="69522"/>
                  <a:pt x="616718" y="70596"/>
                  <a:pt x="615121" y="71648"/>
                </a:cubicBezTo>
                <a:cubicBezTo>
                  <a:pt x="612681" y="73357"/>
                  <a:pt x="611462" y="75526"/>
                  <a:pt x="611462" y="78155"/>
                </a:cubicBezTo>
                <a:cubicBezTo>
                  <a:pt x="611462" y="80742"/>
                  <a:pt x="612437" y="82977"/>
                  <a:pt x="614389" y="84862"/>
                </a:cubicBezTo>
                <a:cubicBezTo>
                  <a:pt x="616341" y="86746"/>
                  <a:pt x="618824" y="87688"/>
                  <a:pt x="621840" y="87688"/>
                </a:cubicBezTo>
                <a:cubicBezTo>
                  <a:pt x="625211" y="87688"/>
                  <a:pt x="628427" y="86592"/>
                  <a:pt x="631487" y="84401"/>
                </a:cubicBezTo>
                <a:cubicBezTo>
                  <a:pt x="633750" y="82736"/>
                  <a:pt x="635235" y="80698"/>
                  <a:pt x="635945" y="78286"/>
                </a:cubicBezTo>
                <a:cubicBezTo>
                  <a:pt x="636433" y="76709"/>
                  <a:pt x="636677" y="73707"/>
                  <a:pt x="636677" y="69282"/>
                </a:cubicBezTo>
                <a:lnTo>
                  <a:pt x="636677" y="65600"/>
                </a:lnTo>
                <a:close/>
                <a:moveTo>
                  <a:pt x="672050" y="28608"/>
                </a:moveTo>
                <a:lnTo>
                  <a:pt x="689282" y="28608"/>
                </a:lnTo>
                <a:lnTo>
                  <a:pt x="689282" y="38255"/>
                </a:lnTo>
                <a:cubicBezTo>
                  <a:pt x="695447" y="30760"/>
                  <a:pt x="702788" y="27012"/>
                  <a:pt x="711304" y="27012"/>
                </a:cubicBezTo>
                <a:cubicBezTo>
                  <a:pt x="715828" y="27012"/>
                  <a:pt x="719753" y="27947"/>
                  <a:pt x="723080" y="29818"/>
                </a:cubicBezTo>
                <a:cubicBezTo>
                  <a:pt x="726406" y="31690"/>
                  <a:pt x="729134" y="34519"/>
                  <a:pt x="731263" y="38307"/>
                </a:cubicBezTo>
                <a:cubicBezTo>
                  <a:pt x="734368" y="34519"/>
                  <a:pt x="737716" y="31690"/>
                  <a:pt x="741309" y="29818"/>
                </a:cubicBezTo>
                <a:cubicBezTo>
                  <a:pt x="744902" y="27947"/>
                  <a:pt x="748738" y="27012"/>
                  <a:pt x="752819" y="27012"/>
                </a:cubicBezTo>
                <a:cubicBezTo>
                  <a:pt x="758008" y="27012"/>
                  <a:pt x="762399" y="28065"/>
                  <a:pt x="765992" y="30172"/>
                </a:cubicBezTo>
                <a:cubicBezTo>
                  <a:pt x="769585" y="32279"/>
                  <a:pt x="772268" y="35372"/>
                  <a:pt x="774042" y="39453"/>
                </a:cubicBezTo>
                <a:cubicBezTo>
                  <a:pt x="775329" y="42469"/>
                  <a:pt x="775972" y="47348"/>
                  <a:pt x="775972" y="54090"/>
                </a:cubicBezTo>
                <a:lnTo>
                  <a:pt x="775972" y="99264"/>
                </a:lnTo>
                <a:lnTo>
                  <a:pt x="757277" y="99264"/>
                </a:lnTo>
                <a:lnTo>
                  <a:pt x="757277" y="58926"/>
                </a:lnTo>
                <a:cubicBezTo>
                  <a:pt x="757277" y="51926"/>
                  <a:pt x="756633" y="47408"/>
                  <a:pt x="755347" y="45370"/>
                </a:cubicBezTo>
                <a:cubicBezTo>
                  <a:pt x="753617" y="42712"/>
                  <a:pt x="750956" y="41382"/>
                  <a:pt x="747363" y="41382"/>
                </a:cubicBezTo>
                <a:cubicBezTo>
                  <a:pt x="744747" y="41382"/>
                  <a:pt x="742285" y="42180"/>
                  <a:pt x="739978" y="43775"/>
                </a:cubicBezTo>
                <a:cubicBezTo>
                  <a:pt x="737672" y="45369"/>
                  <a:pt x="736009" y="47706"/>
                  <a:pt x="734989" y="50786"/>
                </a:cubicBezTo>
                <a:cubicBezTo>
                  <a:pt x="733969" y="53864"/>
                  <a:pt x="733458" y="58727"/>
                  <a:pt x="733458" y="65373"/>
                </a:cubicBezTo>
                <a:lnTo>
                  <a:pt x="733458" y="99264"/>
                </a:lnTo>
                <a:lnTo>
                  <a:pt x="714763" y="99264"/>
                </a:lnTo>
                <a:lnTo>
                  <a:pt x="714763" y="60587"/>
                </a:lnTo>
                <a:cubicBezTo>
                  <a:pt x="714763" y="53720"/>
                  <a:pt x="714431" y="49290"/>
                  <a:pt x="713765" y="47297"/>
                </a:cubicBezTo>
                <a:cubicBezTo>
                  <a:pt x="713100" y="45303"/>
                  <a:pt x="712069" y="43818"/>
                  <a:pt x="710672" y="42844"/>
                </a:cubicBezTo>
                <a:cubicBezTo>
                  <a:pt x="709274" y="41869"/>
                  <a:pt x="707378" y="41382"/>
                  <a:pt x="704983" y="41382"/>
                </a:cubicBezTo>
                <a:cubicBezTo>
                  <a:pt x="702100" y="41382"/>
                  <a:pt x="699505" y="42158"/>
                  <a:pt x="697199" y="43709"/>
                </a:cubicBezTo>
                <a:cubicBezTo>
                  <a:pt x="694893" y="45258"/>
                  <a:pt x="693240" y="47496"/>
                  <a:pt x="692242" y="50420"/>
                </a:cubicBezTo>
                <a:cubicBezTo>
                  <a:pt x="691245" y="53345"/>
                  <a:pt x="690746" y="58196"/>
                  <a:pt x="690746" y="64974"/>
                </a:cubicBezTo>
                <a:lnTo>
                  <a:pt x="690746" y="99264"/>
                </a:lnTo>
                <a:lnTo>
                  <a:pt x="672050" y="99264"/>
                </a:lnTo>
                <a:lnTo>
                  <a:pt x="672050" y="28608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06CF32-11E1-4777-BB51-961B4A0D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038" y="5111084"/>
            <a:ext cx="279664" cy="104784"/>
          </a:xfrm>
          <a:custGeom xmlns:a="http://schemas.openxmlformats.org/drawingml/2006/main">
            <a:pathLst>
              <a:path w="279664" h="104784">
                <a:moveTo>
                  <a:pt x="0" y="104784"/>
                </a:moveTo>
                <a:lnTo>
                  <a:pt x="279664" y="0"/>
                </a:lnTo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A5852F-882A-400F-B178-AAC4F4E5C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2038" y="5111084"/>
            <a:ext cx="279664" cy="104784"/>
          </a:xfrm>
          <a:custGeom xmlns:a="http://schemas.openxmlformats.org/drawingml/2006/main">
            <a:pathLst>
              <a:path w="279664" h="104784" fill="none">
                <a:moveTo>
                  <a:pt x="0" y="104784"/>
                </a:moveTo>
                <a:lnTo>
                  <a:pt x="279664" y="0"/>
                </a:lnTo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000000"/>
            </a:solidFill>
            <a:round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F5184E-134D-4D4E-A1DB-CB992EAE2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894" y="5103364"/>
            <a:ext cx="16093" cy="8941"/>
          </a:xfrm>
          <a:custGeom xmlns:a="http://schemas.openxmlformats.org/drawingml/2006/main">
            <a:pathLst>
              <a:path w="16093" h="8941">
                <a:moveTo>
                  <a:pt x="0" y="4470"/>
                </a:moveTo>
                <a:lnTo>
                  <a:pt x="0" y="4470"/>
                </a:lnTo>
                <a:cubicBezTo>
                  <a:pt x="0" y="2002"/>
                  <a:pt x="3602" y="0"/>
                  <a:pt x="8047" y="0"/>
                </a:cubicBezTo>
                <a:cubicBezTo>
                  <a:pt x="12490" y="0"/>
                  <a:pt x="16093" y="2002"/>
                  <a:pt x="16093" y="4470"/>
                </a:cubicBezTo>
                <a:cubicBezTo>
                  <a:pt x="16093" y="6939"/>
                  <a:pt x="12490" y="8941"/>
                  <a:pt x="8047" y="8941"/>
                </a:cubicBezTo>
                <a:cubicBezTo>
                  <a:pt x="3602" y="8941"/>
                  <a:pt x="0" y="6939"/>
                  <a:pt x="0" y="4470"/>
                </a:cubicBezTo>
                <a:close/>
              </a:path>
            </a:pathLst>
          </a:custGeom>
          <a:solidFill xmlns:a="http://schemas.openxmlformats.org/drawingml/2006/main">
            <a:srgbClr val="FF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C81C58-E5EA-4851-A3CE-1E2320F6D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7894" y="5103364"/>
            <a:ext cx="16093" cy="8941"/>
          </a:xfrm>
          <a:custGeom xmlns:a="http://schemas.openxmlformats.org/drawingml/2006/main">
            <a:pathLst>
              <a:path w="16093" h="8941" fill="none">
                <a:moveTo>
                  <a:pt x="0" y="4470"/>
                </a:moveTo>
                <a:lnTo>
                  <a:pt x="0" y="4470"/>
                </a:lnTo>
                <a:cubicBezTo>
                  <a:pt x="0" y="2002"/>
                  <a:pt x="3602" y="0"/>
                  <a:pt x="8047" y="0"/>
                </a:cubicBezTo>
                <a:cubicBezTo>
                  <a:pt x="12490" y="0"/>
                  <a:pt x="16093" y="2002"/>
                  <a:pt x="16093" y="4470"/>
                </a:cubicBezTo>
                <a:cubicBezTo>
                  <a:pt x="16093" y="6939"/>
                  <a:pt x="12490" y="8941"/>
                  <a:pt x="8047" y="8941"/>
                </a:cubicBezTo>
                <a:cubicBezTo>
                  <a:pt x="3602" y="8941"/>
                  <a:pt x="0" y="6939"/>
                  <a:pt x="0" y="4470"/>
                </a:cubicBezTo>
                <a:close/>
              </a:path>
            </a:pathLst>
          </a:custGeom>
          <a:noFill xmlns:a="http://schemas.openxmlformats.org/drawingml/2006/main"/>
          <a:ln xmlns:a="http://schemas.openxmlformats.org/drawingml/2006/main" w="11355" cap="flat">
            <a:solidFill>
              <a:srgbClr val="FF0000"/>
            </a:solidFill>
            <a:round/>
          </a:ln>
        </p:spPr>
      </p:sp>
    </p:spTree>
    <p:extLst>
      <p:ext uri="{BB962C8B-B14F-4D97-AF65-F5344CB8AC3E}">
        <p14:creationId xmlns:p14="http://schemas.microsoft.com/office/powerpoint/2010/main" val="18175598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2026-09-05T17:18:00.5260000Z</dcterms:created>
  <dcterms:modified xsi:type="dcterms:W3CDTF">2026-09-05T17:18:00.5260000Z</dcterms:modified>
</coreProperties>
</file>