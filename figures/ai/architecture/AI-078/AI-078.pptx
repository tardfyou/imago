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4a67afd61c484e" /><Relationship Type="http://schemas.openxmlformats.org/officeDocument/2006/relationships/extended-properties" Target="/docProps/app.xml" Id="R00b0d9c47a564b89" /><Relationship Type="http://schemas.openxmlformats.org/officeDocument/2006/relationships/officeDocument" Target="/ppt/presentation.xml" Id="R828d9f572ba84c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05c53d6804466a"/>
  </p:sldMasterIdLst>
  <p:notesMasterIdLst>
    <p:notesMasterId xmlns:r="http://schemas.openxmlformats.org/officeDocument/2006/relationships" r:id="Re33d6be1aa034eff"/>
  </p:notesMasterIdLst>
  <p:sldIdLst>
    <p:sldId xmlns:r="http://schemas.openxmlformats.org/officeDocument/2006/relationships" id="256" r:id="Re678dc11a6944f79"/>
  </p:sldIdLst>
  <p:sldSz cx="14173200" cy="75152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77200414c74076" /><Relationship Type="http://schemas.openxmlformats.org/officeDocument/2006/relationships/slideMaster" Target="/ppt/slideMasters/slideMaster1.xml" Id="R8c05c53d6804466a" /><Relationship Type="http://schemas.openxmlformats.org/officeDocument/2006/relationships/notesMaster" Target="/ppt/notesMasters/notesMaster1.xml" Id="Re33d6be1aa034eff" /><Relationship Type="http://schemas.openxmlformats.org/officeDocument/2006/relationships/presProps" Target="/ppt/presProps.xml" Id="R5d07a28cab214c0a" /><Relationship Type="http://schemas.openxmlformats.org/officeDocument/2006/relationships/tableStyles" Target="/ppt/tableStyles.xml" Id="Ra269b17e9e934b00" /><Relationship Type="http://schemas.openxmlformats.org/officeDocument/2006/relationships/slide" Target="/ppt/slides/slide1.xml" Id="Re678dc11a6944f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7bd14651a149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9bd94367a44f2c" /><Relationship Type="http://schemas.openxmlformats.org/officeDocument/2006/relationships/notesMaster" Target="/ppt/notesMasters/notesMaster1.xml" Id="Rc54452f551114a2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素材ID：AI-078</ns1:t>
            </ns1:r>
          </ns1:p>
          <ns1:p>
            <ns1:r>
              <ns1:t>论文：GxVAEs: Two Joint VAEs Generate Hit Molecules from Gene Expression Profiles</ns1:t>
            </ns1:r>
          </ns1:p>
          <ns1:p>
            <ns1:r>
              <ns1:t>会议：AAAI 2024</ns1:t>
            </ns1:r>
          </ns1:p>
          <ns1:p>
            <ns1:r>
              <ns1:t>奖项：Outstanding Paper</ns1:t>
            </ns1:r>
          </ns1:p>
          <ns1:p>
            <ns1:r>
              <ns1:t>图号：Figure 1，PDF第3页</ns1:t>
            </ns1:r>
          </ns1:p>
          <ns1:p>
            <ns1:r>
              <ns1:t>类型：系统架构</ns1:t>
            </ns1:r>
          </ns1:p>
          <ns1:p>
            <ns1:r>
              <ns1:t>借鉴点：通过基因表达VAE和条件分子VAE连接生物表型与结构生成，分层标记训练与推理阶段。</ns1:t>
            </ns1:r>
          </ns1:p>
          <ns1:p>
            <ns1:r>
              <ns1:t>论文URL：https://ojs.aaai.org/index.php/AAAI/article/view/29248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ac98383294f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7b55eb309b4f53" /><Relationship Type="http://schemas.openxmlformats.org/officeDocument/2006/relationships/slideLayout" Target="/ppt/slideLayouts/slideLayout1.xml" Id="R10c9a01720d54a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c9a01720d54a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1f8f49a2d49c6" /><Relationship Type="http://schemas.openxmlformats.org/officeDocument/2006/relationships/image" Target="/ppt/media/image.png" Id="R9ee2b13ecb4d44e5" /><Relationship Type="http://schemas.openxmlformats.org/officeDocument/2006/relationships/image" Target="/ppt/media/image2.png" Id="R9004d80dd52e4c31" /><Relationship Type="http://schemas.openxmlformats.org/officeDocument/2006/relationships/image" Target="/ppt/media/image3.png" Id="Rf3e38a7423d040ef" /><Relationship Type="http://schemas.openxmlformats.org/officeDocument/2006/relationships/image" Target="/ppt/media/image4.png" Id="Rd850c60026004dcb" /><Relationship Type="http://schemas.openxmlformats.org/officeDocument/2006/relationships/image" Target="/ppt/media/image5.png" Id="Ra22f1cf78f764096" /><Relationship Type="http://schemas.openxmlformats.org/officeDocument/2006/relationships/image" Target="/ppt/media/image6.png" Id="Rfe8a820c35144cf0" /><Relationship Type="http://schemas.openxmlformats.org/officeDocument/2006/relationships/image" Target="/ppt/media/image7.png" Id="R9535af9e692b4038" /><Relationship Type="http://schemas.openxmlformats.org/officeDocument/2006/relationships/notesSlide" Target="/ppt/notesSlides/notesSlide1.xml" Id="R5db4eb11c71843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5" name="AI-078-1">
            <a:extLst xmlns:a="http://schemas.openxmlformats.org/drawingml/2006/main">
              <a:ext uri="{FF2B5EF4-FFF2-40B4-BE49-F238E27FC236}">
                <a16:creationId xmlns:a16="http://schemas.microsoft.com/office/drawing/2014/main" id="{003805CF-8AD2-40AE-8898-FF058EC7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66675"/>
            <a:ext cx="14077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B"/>
          </a:solidFill>
          <a:ln xmlns:a="http://schemas.openxmlformats.org/drawingml/2006/main" w="0">
            <a:noFill/>
          </a:ln>
        </p:spPr>
      </p:sp>
      <p:sp>
        <p:nvSpPr>
          <p:cNvPr id="2" name="AI-078-2">
            <a:extLst xmlns:a="http://schemas.openxmlformats.org/drawingml/2006/main">
              <a:ext uri="{FF2B5EF4-FFF2-40B4-BE49-F238E27FC236}">
                <a16:creationId xmlns:a16="http://schemas.microsoft.com/office/drawing/2014/main" id="{C4258326-C397-4916-AD1A-45F99CD6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2762250"/>
            <a:ext cx="409575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3"/>
          </a:solidFill>
          <a:ln xmlns:a="http://schemas.openxmlformats.org/drawingml/2006/main" w="0">
            <a:noFill/>
          </a:ln>
        </p:spPr>
      </p:sp>
      <p:sp>
        <p:nvSpPr>
          <p:cNvPr id="3" name="AI-078-3">
            <a:extLst xmlns:a="http://schemas.openxmlformats.org/drawingml/2006/main">
              <a:ext uri="{FF2B5EF4-FFF2-40B4-BE49-F238E27FC236}">
                <a16:creationId xmlns:a16="http://schemas.microsoft.com/office/drawing/2014/main" id="{DF4EC455-F81D-4F98-8540-A905BB16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4325" y="2762250"/>
            <a:ext cx="998220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F7"/>
          </a:solidFill>
          <a:ln xmlns:a="http://schemas.openxmlformats.org/drawingml/2006/main" w="0">
            <a:noFill/>
          </a:ln>
        </p:spPr>
      </p:sp>
      <p:sp>
        <p:nvSpPr>
          <p:cNvPr id="4" name="AI-078-4">
            <a:extLst xmlns:a="http://schemas.openxmlformats.org/drawingml/2006/main">
              <a:ext uri="{FF2B5EF4-FFF2-40B4-BE49-F238E27FC236}">
                <a16:creationId xmlns:a16="http://schemas.microsoft.com/office/drawing/2014/main" id="{6E3962BE-9EAD-4DCB-94FE-49C846F0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4325" y="5705475"/>
            <a:ext cx="82010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0">
            <a:noFill/>
          </a:ln>
        </p:spPr>
      </p:sp>
      <p:sp>
        <p:nvSpPr>
          <p:cNvPr id="5" name="AI-078-5">
            <a:extLst xmlns:a="http://schemas.openxmlformats.org/drawingml/2006/main">
              <a:ext uri="{FF2B5EF4-FFF2-40B4-BE49-F238E27FC236}">
                <a16:creationId xmlns:a16="http://schemas.microsoft.com/office/drawing/2014/main" id="{8C79E659-BCCE-4DB5-A075-4F0FA5C7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66675"/>
            <a:ext cx="2476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6" name="AI-078-6">
            <a:extLst xmlns:a="http://schemas.openxmlformats.org/drawingml/2006/main">
              <a:ext uri="{FF2B5EF4-FFF2-40B4-BE49-F238E27FC236}">
                <a16:creationId xmlns:a16="http://schemas.microsoft.com/office/drawing/2014/main" id="{76DCCDC5-F319-4387-9072-1511CE4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85725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(b) ProfileVAE Training</a:t>
            </a:r>
          </a:p>
        </p:txBody>
      </p:sp>
      <p:sp>
        <p:nvSpPr>
          <p:cNvPr id="7" name="AI-078-7">
            <a:extLst xmlns:a="http://schemas.openxmlformats.org/drawingml/2006/main">
              <a:ext uri="{FF2B5EF4-FFF2-40B4-BE49-F238E27FC236}">
                <a16:creationId xmlns:a16="http://schemas.microsoft.com/office/drawing/2014/main" id="{363C03A0-1812-4AF9-900A-5D1E9513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2771775"/>
            <a:ext cx="2447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8" name="AI-078-8">
            <a:extLst xmlns:a="http://schemas.openxmlformats.org/drawingml/2006/main">
              <a:ext uri="{FF2B5EF4-FFF2-40B4-BE49-F238E27FC236}">
                <a16:creationId xmlns:a16="http://schemas.microsoft.com/office/drawing/2014/main" id="{9A26F2AE-51ED-4FA9-965E-87BCDC6D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2790825"/>
            <a:ext cx="2371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(a) Effect of molecules</a:t>
            </a:r>
          </a:p>
        </p:txBody>
      </p:sp>
      <p:sp>
        <p:nvSpPr>
          <p:cNvPr id="9" name="AI-078-9">
            <a:extLst xmlns:a="http://schemas.openxmlformats.org/drawingml/2006/main">
              <a:ext uri="{FF2B5EF4-FFF2-40B4-BE49-F238E27FC236}">
                <a16:creationId xmlns:a16="http://schemas.microsoft.com/office/drawing/2014/main" id="{133471E0-4363-4128-B595-859F7104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4325" y="2771775"/>
            <a:ext cx="21717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10" name="AI-078-10">
            <a:extLst xmlns:a="http://schemas.openxmlformats.org/drawingml/2006/main">
              <a:ext uri="{FF2B5EF4-FFF2-40B4-BE49-F238E27FC236}">
                <a16:creationId xmlns:a16="http://schemas.microsoft.com/office/drawing/2014/main" id="{7D629F65-4437-4182-B7EE-8D673195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27908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(c) MolVAE Training</a:t>
            </a:r>
          </a:p>
        </p:txBody>
      </p:sp>
      <p:sp>
        <p:nvSpPr>
          <p:cNvPr id="11" name="AI-078-11">
            <a:extLst xmlns:a="http://schemas.openxmlformats.org/drawingml/2006/main">
              <a:ext uri="{FF2B5EF4-FFF2-40B4-BE49-F238E27FC236}">
                <a16:creationId xmlns:a16="http://schemas.microsoft.com/office/drawing/2014/main" id="{439FAB89-5C5D-4AE2-978A-7ED07C3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4325" y="5695950"/>
            <a:ext cx="2362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12" name="AI-078-12">
            <a:extLst xmlns:a="http://schemas.openxmlformats.org/drawingml/2006/main">
              <a:ext uri="{FF2B5EF4-FFF2-40B4-BE49-F238E27FC236}">
                <a16:creationId xmlns:a16="http://schemas.microsoft.com/office/drawing/2014/main" id="{B802CE08-FF94-4497-8203-34E26685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5715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(d) Hit-like generation</a:t>
            </a:r>
          </a:p>
        </p:txBody>
      </p:sp>
      <p:sp>
        <p:nvSpPr>
          <p:cNvPr id="13" name="AI-078-13">
            <a:extLst xmlns:a="http://schemas.openxmlformats.org/drawingml/2006/main">
              <a:ext uri="{FF2B5EF4-FFF2-40B4-BE49-F238E27FC236}">
                <a16:creationId xmlns:a16="http://schemas.microsoft.com/office/drawing/2014/main" id="{3C361A09-BBEE-4158-A2CC-6F14ED12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61975"/>
            <a:ext cx="42957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4" name="AI-078-14">
            <a:extLst xmlns:a="http://schemas.openxmlformats.org/drawingml/2006/main">
              <a:ext uri="{FF2B5EF4-FFF2-40B4-BE49-F238E27FC236}">
                <a16:creationId xmlns:a16="http://schemas.microsoft.com/office/drawing/2014/main" id="{BADFC1C6-9A11-45DD-A7B8-974B4FDD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775" y="533400"/>
            <a:ext cx="3905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5" name="AI-078-15">
            <a:extLst xmlns:a="http://schemas.openxmlformats.org/drawingml/2006/main">
              <a:ext uri="{FF2B5EF4-FFF2-40B4-BE49-F238E27FC236}">
                <a16:creationId xmlns:a16="http://schemas.microsoft.com/office/drawing/2014/main" id="{CF5C6DA7-E82F-4DD5-A8F9-52F7E850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16" name="AI-078-16">
            <a:extLst xmlns:a="http://schemas.openxmlformats.org/drawingml/2006/main">
              <a:ext uri="{FF2B5EF4-FFF2-40B4-BE49-F238E27FC236}">
                <a16:creationId xmlns:a16="http://schemas.microsoft.com/office/drawing/2014/main" id="{D53299E3-396A-4547-9EC9-BA6EA176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6CE"/>
          </a:solidFill>
          <a:ln xmlns:a="http://schemas.openxmlformats.org/drawingml/2006/main" w="0">
            <a:noFill/>
          </a:ln>
        </p:spPr>
      </p:sp>
      <p:sp>
        <p:nvSpPr>
          <p:cNvPr id="17" name="AI-078-17">
            <a:extLst xmlns:a="http://schemas.openxmlformats.org/drawingml/2006/main">
              <a:ext uri="{FF2B5EF4-FFF2-40B4-BE49-F238E27FC236}">
                <a16:creationId xmlns:a16="http://schemas.microsoft.com/office/drawing/2014/main" id="{3E09AA3D-E74F-48F7-BF59-13AF9B70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B3A7"/>
          </a:solidFill>
          <a:ln xmlns:a="http://schemas.openxmlformats.org/drawingml/2006/main" w="0">
            <a:noFill/>
          </a:ln>
        </p:spPr>
      </p:sp>
      <p:sp>
        <p:nvSpPr>
          <p:cNvPr id="18" name="AI-078-18">
            <a:extLst xmlns:a="http://schemas.openxmlformats.org/drawingml/2006/main">
              <a:ext uri="{FF2B5EF4-FFF2-40B4-BE49-F238E27FC236}">
                <a16:creationId xmlns:a16="http://schemas.microsoft.com/office/drawing/2014/main" id="{C43BABA4-3E74-4716-A853-EFC41EFE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A798"/>
          </a:solidFill>
          <a:ln xmlns:a="http://schemas.openxmlformats.org/drawingml/2006/main" w="0">
            <a:noFill/>
          </a:ln>
        </p:spPr>
      </p:sp>
      <p:sp>
        <p:nvSpPr>
          <p:cNvPr id="19" name="AI-078-19">
            <a:extLst xmlns:a="http://schemas.openxmlformats.org/drawingml/2006/main">
              <a:ext uri="{FF2B5EF4-FFF2-40B4-BE49-F238E27FC236}">
                <a16:creationId xmlns:a16="http://schemas.microsoft.com/office/drawing/2014/main" id="{74260E75-605A-47F2-8B97-9B70909A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20" name="AI-078-20">
            <a:extLst xmlns:a="http://schemas.openxmlformats.org/drawingml/2006/main">
              <a:ext uri="{FF2B5EF4-FFF2-40B4-BE49-F238E27FC236}">
                <a16:creationId xmlns:a16="http://schemas.microsoft.com/office/drawing/2014/main" id="{64ECE9BA-78F5-4C53-A794-3C828CE8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21" name="AI-078-21">
            <a:extLst xmlns:a="http://schemas.openxmlformats.org/drawingml/2006/main">
              <a:ext uri="{FF2B5EF4-FFF2-40B4-BE49-F238E27FC236}">
                <a16:creationId xmlns:a16="http://schemas.microsoft.com/office/drawing/2014/main" id="{870903A9-B342-4A4F-A428-52AFD0F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22" name="AI-078-22">
            <a:extLst xmlns:a="http://schemas.openxmlformats.org/drawingml/2006/main">
              <a:ext uri="{FF2B5EF4-FFF2-40B4-BE49-F238E27FC236}">
                <a16:creationId xmlns:a16="http://schemas.microsoft.com/office/drawing/2014/main" id="{AA89D0B7-5110-4CFF-AAEB-2D8786BC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23" name="AI-078-23">
            <a:extLst xmlns:a="http://schemas.openxmlformats.org/drawingml/2006/main">
              <a:ext uri="{FF2B5EF4-FFF2-40B4-BE49-F238E27FC236}">
                <a16:creationId xmlns:a16="http://schemas.microsoft.com/office/drawing/2014/main" id="{B32E45F0-68E4-43E6-B5C5-BDA01DFD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BA"/>
          </a:solidFill>
          <a:ln xmlns:a="http://schemas.openxmlformats.org/drawingml/2006/main" w="0">
            <a:noFill/>
          </a:ln>
        </p:spPr>
      </p:sp>
      <p:sp>
        <p:nvSpPr>
          <p:cNvPr id="24" name="AI-078-24">
            <a:extLst xmlns:a="http://schemas.openxmlformats.org/drawingml/2006/main">
              <a:ext uri="{FF2B5EF4-FFF2-40B4-BE49-F238E27FC236}">
                <a16:creationId xmlns:a16="http://schemas.microsoft.com/office/drawing/2014/main" id="{D32E98BC-7925-4A9F-AE32-2387E42B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C5"/>
          </a:solidFill>
          <a:ln xmlns:a="http://schemas.openxmlformats.org/drawingml/2006/main" w="0">
            <a:noFill/>
          </a:ln>
        </p:spPr>
      </p:sp>
      <p:sp>
        <p:nvSpPr>
          <p:cNvPr id="25" name="AI-078-25">
            <a:extLst xmlns:a="http://schemas.openxmlformats.org/drawingml/2006/main">
              <a:ext uri="{FF2B5EF4-FFF2-40B4-BE49-F238E27FC236}">
                <a16:creationId xmlns:a16="http://schemas.microsoft.com/office/drawing/2014/main" id="{CE92E3A8-06BA-4425-A9E2-D5918374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26" name="AI-078-26">
            <a:extLst xmlns:a="http://schemas.openxmlformats.org/drawingml/2006/main">
              <a:ext uri="{FF2B5EF4-FFF2-40B4-BE49-F238E27FC236}">
                <a16:creationId xmlns:a16="http://schemas.microsoft.com/office/drawing/2014/main" id="{9CECE11E-653A-4E37-ADDE-0AEDF29E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27" name="AI-078-27">
            <a:extLst xmlns:a="http://schemas.openxmlformats.org/drawingml/2006/main">
              <a:ext uri="{FF2B5EF4-FFF2-40B4-BE49-F238E27FC236}">
                <a16:creationId xmlns:a16="http://schemas.microsoft.com/office/drawing/2014/main" id="{24C36871-3BEF-4305-A3F8-C11D3F1C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A4A1"/>
          </a:solidFill>
          <a:ln xmlns:a="http://schemas.openxmlformats.org/drawingml/2006/main" w="0">
            <a:noFill/>
          </a:ln>
        </p:spPr>
      </p:sp>
      <p:sp>
        <p:nvSpPr>
          <p:cNvPr id="28" name="AI-078-28">
            <a:extLst xmlns:a="http://schemas.openxmlformats.org/drawingml/2006/main">
              <a:ext uri="{FF2B5EF4-FFF2-40B4-BE49-F238E27FC236}">
                <a16:creationId xmlns:a16="http://schemas.microsoft.com/office/drawing/2014/main" id="{CAD39347-D605-4473-9072-CEFA7812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C5"/>
          </a:solidFill>
          <a:ln xmlns:a="http://schemas.openxmlformats.org/drawingml/2006/main" w="0">
            <a:noFill/>
          </a:ln>
        </p:spPr>
      </p:sp>
      <p:sp>
        <p:nvSpPr>
          <p:cNvPr id="29" name="AI-078-29">
            <a:extLst xmlns:a="http://schemas.openxmlformats.org/drawingml/2006/main">
              <a:ext uri="{FF2B5EF4-FFF2-40B4-BE49-F238E27FC236}">
                <a16:creationId xmlns:a16="http://schemas.microsoft.com/office/drawing/2014/main" id="{24EAE4AB-B45F-4884-987C-67612C6A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BA"/>
          </a:solidFill>
          <a:ln xmlns:a="http://schemas.openxmlformats.org/drawingml/2006/main" w="0">
            <a:noFill/>
          </a:ln>
        </p:spPr>
      </p:sp>
      <p:sp>
        <p:nvSpPr>
          <p:cNvPr id="30" name="AI-078-30">
            <a:extLst xmlns:a="http://schemas.openxmlformats.org/drawingml/2006/main">
              <a:ext uri="{FF2B5EF4-FFF2-40B4-BE49-F238E27FC236}">
                <a16:creationId xmlns:a16="http://schemas.microsoft.com/office/drawing/2014/main" id="{C6479343-466C-422A-BA3A-DE395B6E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31" name="AI-078-31">
            <a:extLst xmlns:a="http://schemas.openxmlformats.org/drawingml/2006/main">
              <a:ext uri="{FF2B5EF4-FFF2-40B4-BE49-F238E27FC236}">
                <a16:creationId xmlns:a16="http://schemas.microsoft.com/office/drawing/2014/main" id="{C723FA3C-30FF-4600-99F3-E2977B96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32" name="AI-078-32">
            <a:extLst xmlns:a="http://schemas.openxmlformats.org/drawingml/2006/main">
              <a:ext uri="{FF2B5EF4-FFF2-40B4-BE49-F238E27FC236}">
                <a16:creationId xmlns:a16="http://schemas.microsoft.com/office/drawing/2014/main" id="{8672AA24-CC1F-4A27-80CD-83702C4E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33" name="AI-078-33">
            <a:extLst xmlns:a="http://schemas.openxmlformats.org/drawingml/2006/main">
              <a:ext uri="{FF2B5EF4-FFF2-40B4-BE49-F238E27FC236}">
                <a16:creationId xmlns:a16="http://schemas.microsoft.com/office/drawing/2014/main" id="{6A02C4A3-7879-4E2F-BAB1-135A9F28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34" name="AI-078-34">
            <a:extLst xmlns:a="http://schemas.openxmlformats.org/drawingml/2006/main">
              <a:ext uri="{FF2B5EF4-FFF2-40B4-BE49-F238E27FC236}">
                <a16:creationId xmlns:a16="http://schemas.microsoft.com/office/drawing/2014/main" id="{2A85B245-F8E3-4F4A-BDC3-B82CFF4C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</a:ln>
        </p:spPr>
      </p:sp>
      <p:sp>
        <p:nvSpPr>
          <p:cNvPr id="35" name="AI-078-35">
            <a:extLst xmlns:a="http://schemas.openxmlformats.org/drawingml/2006/main">
              <a:ext uri="{FF2B5EF4-FFF2-40B4-BE49-F238E27FC236}">
                <a16:creationId xmlns:a16="http://schemas.microsoft.com/office/drawing/2014/main" id="{EE489665-09E1-4A42-AB84-CBCC5908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</a:ln>
        </p:spPr>
      </p:sp>
      <p:sp>
        <p:nvSpPr>
          <p:cNvPr id="36" name="AI-078-36">
            <a:extLst xmlns:a="http://schemas.openxmlformats.org/drawingml/2006/main">
              <a:ext uri="{FF2B5EF4-FFF2-40B4-BE49-F238E27FC236}">
                <a16:creationId xmlns:a16="http://schemas.microsoft.com/office/drawing/2014/main" id="{53543447-A0BF-48B5-A225-D06EB335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D0"/>
          </a:solidFill>
          <a:ln xmlns:a="http://schemas.openxmlformats.org/drawingml/2006/main" w="0">
            <a:noFill/>
          </a:ln>
        </p:spPr>
      </p:sp>
      <p:sp>
        <p:nvSpPr>
          <p:cNvPr id="37" name="AI-078-37">
            <a:extLst xmlns:a="http://schemas.openxmlformats.org/drawingml/2006/main">
              <a:ext uri="{FF2B5EF4-FFF2-40B4-BE49-F238E27FC236}">
                <a16:creationId xmlns:a16="http://schemas.microsoft.com/office/drawing/2014/main" id="{1057ED13-80C0-4D97-B5F4-8EAC331E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C6"/>
          </a:solidFill>
          <a:ln xmlns:a="http://schemas.openxmlformats.org/drawingml/2006/main" w="0">
            <a:noFill/>
          </a:ln>
        </p:spPr>
      </p:sp>
      <p:sp>
        <p:nvSpPr>
          <p:cNvPr id="38" name="AI-078-38">
            <a:extLst xmlns:a="http://schemas.openxmlformats.org/drawingml/2006/main">
              <a:ext uri="{FF2B5EF4-FFF2-40B4-BE49-F238E27FC236}">
                <a16:creationId xmlns:a16="http://schemas.microsoft.com/office/drawing/2014/main" id="{1442DAE5-FEA2-49A6-A4C4-8C796FB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39" name="AI-078-39">
            <a:extLst xmlns:a="http://schemas.openxmlformats.org/drawingml/2006/main">
              <a:ext uri="{FF2B5EF4-FFF2-40B4-BE49-F238E27FC236}">
                <a16:creationId xmlns:a16="http://schemas.microsoft.com/office/drawing/2014/main" id="{B0878CBA-D297-481B-A1B2-0354C1A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40" name="AI-078-40">
            <a:extLst xmlns:a="http://schemas.openxmlformats.org/drawingml/2006/main">
              <a:ext uri="{FF2B5EF4-FFF2-40B4-BE49-F238E27FC236}">
                <a16:creationId xmlns:a16="http://schemas.microsoft.com/office/drawing/2014/main" id="{5DA2FCEE-94F8-42FC-857D-DE4E2A13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41" name="AI-078-41">
            <a:extLst xmlns:a="http://schemas.openxmlformats.org/drawingml/2006/main">
              <a:ext uri="{FF2B5EF4-FFF2-40B4-BE49-F238E27FC236}">
                <a16:creationId xmlns:a16="http://schemas.microsoft.com/office/drawing/2014/main" id="{4105E1F4-39A3-4296-BEBF-EF327266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42" name="AI-078-42">
            <a:extLst xmlns:a="http://schemas.openxmlformats.org/drawingml/2006/main">
              <a:ext uri="{FF2B5EF4-FFF2-40B4-BE49-F238E27FC236}">
                <a16:creationId xmlns:a16="http://schemas.microsoft.com/office/drawing/2014/main" id="{518B240B-E8B3-49E6-BBBF-1AEBAE21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43" name="AI-078-43">
            <a:extLst xmlns:a="http://schemas.openxmlformats.org/drawingml/2006/main">
              <a:ext uri="{FF2B5EF4-FFF2-40B4-BE49-F238E27FC236}">
                <a16:creationId xmlns:a16="http://schemas.microsoft.com/office/drawing/2014/main" id="{EBE4949C-61AF-441A-90BA-FCCA3BA1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3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BA"/>
          </a:solidFill>
          <a:ln xmlns:a="http://schemas.openxmlformats.org/drawingml/2006/main" w="0">
            <a:noFill/>
          </a:ln>
        </p:spPr>
      </p:sp>
      <p:sp>
        <p:nvSpPr>
          <p:cNvPr id="44" name="AI-078-44">
            <a:extLst xmlns:a="http://schemas.openxmlformats.org/drawingml/2006/main">
              <a:ext uri="{FF2B5EF4-FFF2-40B4-BE49-F238E27FC236}">
                <a16:creationId xmlns:a16="http://schemas.microsoft.com/office/drawing/2014/main" id="{D9861760-F2ED-4AE7-8894-309A0DAB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5C4"/>
          </a:solidFill>
          <a:ln xmlns:a="http://schemas.openxmlformats.org/drawingml/2006/main" w="0">
            <a:noFill/>
          </a:ln>
        </p:spPr>
      </p:sp>
      <p:sp>
        <p:nvSpPr>
          <p:cNvPr id="45" name="AI-078-45">
            <a:extLst xmlns:a="http://schemas.openxmlformats.org/drawingml/2006/main">
              <a:ext uri="{FF2B5EF4-FFF2-40B4-BE49-F238E27FC236}">
                <a16:creationId xmlns:a16="http://schemas.microsoft.com/office/drawing/2014/main" id="{7EF46F2D-99BC-48DE-9F08-6CEB9039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A5"/>
          </a:solidFill>
          <a:ln xmlns:a="http://schemas.openxmlformats.org/drawingml/2006/main" w="0">
            <a:noFill/>
          </a:ln>
        </p:spPr>
      </p:sp>
      <p:sp>
        <p:nvSpPr>
          <p:cNvPr id="46" name="AI-078-46">
            <a:extLst xmlns:a="http://schemas.openxmlformats.org/drawingml/2006/main">
              <a:ext uri="{FF2B5EF4-FFF2-40B4-BE49-F238E27FC236}">
                <a16:creationId xmlns:a16="http://schemas.microsoft.com/office/drawing/2014/main" id="{1B83E30F-6C17-4736-BE68-C91FEF26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9C"/>
          </a:solidFill>
          <a:ln xmlns:a="http://schemas.openxmlformats.org/drawingml/2006/main" w="0">
            <a:noFill/>
          </a:ln>
        </p:spPr>
      </p:sp>
      <p:sp>
        <p:nvSpPr>
          <p:cNvPr id="47" name="AI-078-47">
            <a:extLst xmlns:a="http://schemas.openxmlformats.org/drawingml/2006/main">
              <a:ext uri="{FF2B5EF4-FFF2-40B4-BE49-F238E27FC236}">
                <a16:creationId xmlns:a16="http://schemas.microsoft.com/office/drawing/2014/main" id="{2D70807C-DFD6-4C52-A34C-1A0EE71E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48" name="AI-078-48">
            <a:extLst xmlns:a="http://schemas.openxmlformats.org/drawingml/2006/main">
              <a:ext uri="{FF2B5EF4-FFF2-40B4-BE49-F238E27FC236}">
                <a16:creationId xmlns:a16="http://schemas.microsoft.com/office/drawing/2014/main" id="{E07094C3-5C52-445F-B30F-38588414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49" name="AI-078-49">
            <a:extLst xmlns:a="http://schemas.openxmlformats.org/drawingml/2006/main">
              <a:ext uri="{FF2B5EF4-FFF2-40B4-BE49-F238E27FC236}">
                <a16:creationId xmlns:a16="http://schemas.microsoft.com/office/drawing/2014/main" id="{E69B98C2-F3B6-4763-AE56-A7B75AFA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50" name="AI-078-50">
            <a:extLst xmlns:a="http://schemas.openxmlformats.org/drawingml/2006/main">
              <a:ext uri="{FF2B5EF4-FFF2-40B4-BE49-F238E27FC236}">
                <a16:creationId xmlns:a16="http://schemas.microsoft.com/office/drawing/2014/main" id="{05E3F787-DC69-4783-B16F-AE1BDABD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51" name="AI-078-51">
            <a:extLst xmlns:a="http://schemas.openxmlformats.org/drawingml/2006/main">
              <a:ext uri="{FF2B5EF4-FFF2-40B4-BE49-F238E27FC236}">
                <a16:creationId xmlns:a16="http://schemas.microsoft.com/office/drawing/2014/main" id="{0AE36639-A7F6-47CF-94C0-F6C0AD7A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52" name="AI-078-52">
            <a:extLst xmlns:a="http://schemas.openxmlformats.org/drawingml/2006/main">
              <a:ext uri="{FF2B5EF4-FFF2-40B4-BE49-F238E27FC236}">
                <a16:creationId xmlns:a16="http://schemas.microsoft.com/office/drawing/2014/main" id="{3201BC54-F79D-482D-BB1A-7B79780C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53" name="AI-078-53">
            <a:extLst xmlns:a="http://schemas.openxmlformats.org/drawingml/2006/main">
              <a:ext uri="{FF2B5EF4-FFF2-40B4-BE49-F238E27FC236}">
                <a16:creationId xmlns:a16="http://schemas.microsoft.com/office/drawing/2014/main" id="{7D55EC81-4150-49E2-9116-3A318970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54" name="AI-078-54">
            <a:extLst xmlns:a="http://schemas.openxmlformats.org/drawingml/2006/main">
              <a:ext uri="{FF2B5EF4-FFF2-40B4-BE49-F238E27FC236}">
                <a16:creationId xmlns:a16="http://schemas.microsoft.com/office/drawing/2014/main" id="{7CCB153A-A478-4043-8469-083D282B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CC1"/>
          </a:solidFill>
          <a:ln xmlns:a="http://schemas.openxmlformats.org/drawingml/2006/main" w="0">
            <a:noFill/>
          </a:ln>
        </p:spPr>
      </p:sp>
      <p:sp>
        <p:nvSpPr>
          <p:cNvPr id="55" name="AI-078-55">
            <a:extLst xmlns:a="http://schemas.openxmlformats.org/drawingml/2006/main">
              <a:ext uri="{FF2B5EF4-FFF2-40B4-BE49-F238E27FC236}">
                <a16:creationId xmlns:a16="http://schemas.microsoft.com/office/drawing/2014/main" id="{F943B11B-087F-47B0-A995-C6E6099C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C0BE"/>
          </a:solidFill>
          <a:ln xmlns:a="http://schemas.openxmlformats.org/drawingml/2006/main" w="0">
            <a:noFill/>
          </a:ln>
        </p:spPr>
      </p:sp>
      <p:sp>
        <p:nvSpPr>
          <p:cNvPr id="56" name="AI-078-56">
            <a:extLst xmlns:a="http://schemas.openxmlformats.org/drawingml/2006/main">
              <a:ext uri="{FF2B5EF4-FFF2-40B4-BE49-F238E27FC236}">
                <a16:creationId xmlns:a16="http://schemas.microsoft.com/office/drawing/2014/main" id="{E309C006-2904-4BFE-96E5-783C8593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5C4"/>
          </a:solidFill>
          <a:ln xmlns:a="http://schemas.openxmlformats.org/drawingml/2006/main" w="0">
            <a:noFill/>
          </a:ln>
        </p:spPr>
      </p:sp>
      <p:sp>
        <p:nvSpPr>
          <p:cNvPr id="57" name="AI-078-57">
            <a:extLst xmlns:a="http://schemas.openxmlformats.org/drawingml/2006/main">
              <a:ext uri="{FF2B5EF4-FFF2-40B4-BE49-F238E27FC236}">
                <a16:creationId xmlns:a16="http://schemas.microsoft.com/office/drawing/2014/main" id="{646D0F05-BDF6-4A81-BCB3-C2FA2ED1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41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58" name="AI-078-58">
            <a:extLst xmlns:a="http://schemas.openxmlformats.org/drawingml/2006/main">
              <a:ext uri="{FF2B5EF4-FFF2-40B4-BE49-F238E27FC236}">
                <a16:creationId xmlns:a16="http://schemas.microsoft.com/office/drawing/2014/main" id="{ED284848-92A2-4279-BE15-D488A452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59" name="AI-078-59">
            <a:extLst xmlns:a="http://schemas.openxmlformats.org/drawingml/2006/main">
              <a:ext uri="{FF2B5EF4-FFF2-40B4-BE49-F238E27FC236}">
                <a16:creationId xmlns:a16="http://schemas.microsoft.com/office/drawing/2014/main" id="{E2FA1A37-2BEA-4326-85A4-B5C344EA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60" name="AI-078-60">
            <a:extLst xmlns:a="http://schemas.openxmlformats.org/drawingml/2006/main">
              <a:ext uri="{FF2B5EF4-FFF2-40B4-BE49-F238E27FC236}">
                <a16:creationId xmlns:a16="http://schemas.microsoft.com/office/drawing/2014/main" id="{16315BE0-F2DC-4C56-B71C-0CE0BE0E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61" name="AI-078-61">
            <a:extLst xmlns:a="http://schemas.openxmlformats.org/drawingml/2006/main">
              <a:ext uri="{FF2B5EF4-FFF2-40B4-BE49-F238E27FC236}">
                <a16:creationId xmlns:a16="http://schemas.microsoft.com/office/drawing/2014/main" id="{FE25AD6A-DC27-4DBA-98F2-F5A4F478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6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62" name="AI-078-62">
            <a:extLst xmlns:a="http://schemas.openxmlformats.org/drawingml/2006/main">
              <a:ext uri="{FF2B5EF4-FFF2-40B4-BE49-F238E27FC236}">
                <a16:creationId xmlns:a16="http://schemas.microsoft.com/office/drawing/2014/main" id="{E21E21B8-9D47-4D74-9CF8-0E507323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63" name="AI-078-63">
            <a:extLst xmlns:a="http://schemas.openxmlformats.org/drawingml/2006/main">
              <a:ext uri="{FF2B5EF4-FFF2-40B4-BE49-F238E27FC236}">
                <a16:creationId xmlns:a16="http://schemas.microsoft.com/office/drawing/2014/main" id="{E97216E7-0995-4EDE-9A55-84B25237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8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2C0"/>
          </a:solidFill>
          <a:ln xmlns:a="http://schemas.openxmlformats.org/drawingml/2006/main" w="0">
            <a:noFill/>
          </a:ln>
        </p:spPr>
      </p:sp>
      <p:sp>
        <p:nvSpPr>
          <p:cNvPr id="64" name="AI-078-64">
            <a:extLst xmlns:a="http://schemas.openxmlformats.org/drawingml/2006/main">
              <a:ext uri="{FF2B5EF4-FFF2-40B4-BE49-F238E27FC236}">
                <a16:creationId xmlns:a16="http://schemas.microsoft.com/office/drawing/2014/main" id="{4453041E-C19B-4CB2-B8F2-DED66F4C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7C3"/>
          </a:solidFill>
          <a:ln xmlns:a="http://schemas.openxmlformats.org/drawingml/2006/main" w="0">
            <a:noFill/>
          </a:ln>
        </p:spPr>
      </p:sp>
      <p:sp>
        <p:nvSpPr>
          <p:cNvPr id="65" name="AI-078-65">
            <a:extLst xmlns:a="http://schemas.openxmlformats.org/drawingml/2006/main">
              <a:ext uri="{FF2B5EF4-FFF2-40B4-BE49-F238E27FC236}">
                <a16:creationId xmlns:a16="http://schemas.microsoft.com/office/drawing/2014/main" id="{9D6A2A20-704C-442E-A4F0-56DF1D9E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CC"/>
          </a:solidFill>
          <a:ln xmlns:a="http://schemas.openxmlformats.org/drawingml/2006/main" w="0">
            <a:noFill/>
          </a:ln>
        </p:spPr>
      </p:sp>
      <p:sp>
        <p:nvSpPr>
          <p:cNvPr id="66" name="AI-078-66">
            <a:extLst xmlns:a="http://schemas.openxmlformats.org/drawingml/2006/main">
              <a:ext uri="{FF2B5EF4-FFF2-40B4-BE49-F238E27FC236}">
                <a16:creationId xmlns:a16="http://schemas.microsoft.com/office/drawing/2014/main" id="{248D5424-02F1-4A7B-B12C-AFE20F9E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BA"/>
          </a:solidFill>
          <a:ln xmlns:a="http://schemas.openxmlformats.org/drawingml/2006/main" w="0">
            <a:noFill/>
          </a:ln>
        </p:spPr>
      </p:sp>
      <p:sp>
        <p:nvSpPr>
          <p:cNvPr id="67" name="AI-078-67">
            <a:extLst xmlns:a="http://schemas.openxmlformats.org/drawingml/2006/main">
              <a:ext uri="{FF2B5EF4-FFF2-40B4-BE49-F238E27FC236}">
                <a16:creationId xmlns:a16="http://schemas.microsoft.com/office/drawing/2014/main" id="{E3F0ECE6-1E5C-4966-9F97-E1271012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C5"/>
          </a:solidFill>
          <a:ln xmlns:a="http://schemas.openxmlformats.org/drawingml/2006/main" w="0">
            <a:noFill/>
          </a:ln>
        </p:spPr>
      </p:sp>
      <p:sp>
        <p:nvSpPr>
          <p:cNvPr id="68" name="AI-078-68">
            <a:extLst xmlns:a="http://schemas.openxmlformats.org/drawingml/2006/main">
              <a:ext uri="{FF2B5EF4-FFF2-40B4-BE49-F238E27FC236}">
                <a16:creationId xmlns:a16="http://schemas.microsoft.com/office/drawing/2014/main" id="{D4352634-7F17-49DD-9412-2D2F1C5D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69" name="AI-078-69">
            <a:extLst xmlns:a="http://schemas.openxmlformats.org/drawingml/2006/main">
              <a:ext uri="{FF2B5EF4-FFF2-40B4-BE49-F238E27FC236}">
                <a16:creationId xmlns:a16="http://schemas.microsoft.com/office/drawing/2014/main" id="{08B59076-1665-4E40-83AB-72ED2D4D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70" name="AI-078-70">
            <a:extLst xmlns:a="http://schemas.openxmlformats.org/drawingml/2006/main">
              <a:ext uri="{FF2B5EF4-FFF2-40B4-BE49-F238E27FC236}">
                <a16:creationId xmlns:a16="http://schemas.microsoft.com/office/drawing/2014/main" id="{80E7E166-FD1C-4FDD-8F66-ED117DC3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C5"/>
          </a:solidFill>
          <a:ln xmlns:a="http://schemas.openxmlformats.org/drawingml/2006/main" w="0">
            <a:noFill/>
          </a:ln>
        </p:spPr>
      </p:sp>
      <p:sp>
        <p:nvSpPr>
          <p:cNvPr id="71" name="AI-078-71">
            <a:extLst xmlns:a="http://schemas.openxmlformats.org/drawingml/2006/main">
              <a:ext uri="{FF2B5EF4-FFF2-40B4-BE49-F238E27FC236}">
                <a16:creationId xmlns:a16="http://schemas.microsoft.com/office/drawing/2014/main" id="{7CD6AC8E-D1F8-42FB-9627-83AEC258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8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BA"/>
          </a:solidFill>
          <a:ln xmlns:a="http://schemas.openxmlformats.org/drawingml/2006/main" w="0">
            <a:noFill/>
          </a:ln>
        </p:spPr>
      </p:sp>
      <p:sp>
        <p:nvSpPr>
          <p:cNvPr id="72" name="AI-078-72">
            <a:extLst xmlns:a="http://schemas.openxmlformats.org/drawingml/2006/main">
              <a:ext uri="{FF2B5EF4-FFF2-40B4-BE49-F238E27FC236}">
                <a16:creationId xmlns:a16="http://schemas.microsoft.com/office/drawing/2014/main" id="{6C4CD654-74FE-4878-BE41-89645920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CB"/>
          </a:solidFill>
          <a:ln xmlns:a="http://schemas.openxmlformats.org/drawingml/2006/main" w="0">
            <a:noFill/>
          </a:ln>
        </p:spPr>
      </p:sp>
      <p:sp>
        <p:nvSpPr>
          <p:cNvPr id="73" name="AI-078-73">
            <a:extLst xmlns:a="http://schemas.openxmlformats.org/drawingml/2006/main">
              <a:ext uri="{FF2B5EF4-FFF2-40B4-BE49-F238E27FC236}">
                <a16:creationId xmlns:a16="http://schemas.microsoft.com/office/drawing/2014/main" id="{C42CFDAE-4179-4E77-B0D3-B962662F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7C4"/>
          </a:solidFill>
          <a:ln xmlns:a="http://schemas.openxmlformats.org/drawingml/2006/main" w="0">
            <a:noFill/>
          </a:ln>
        </p:spPr>
      </p:sp>
      <p:sp>
        <p:nvSpPr>
          <p:cNvPr id="74" name="AI-078-74">
            <a:extLst xmlns:a="http://schemas.openxmlformats.org/drawingml/2006/main">
              <a:ext uri="{FF2B5EF4-FFF2-40B4-BE49-F238E27FC236}">
                <a16:creationId xmlns:a16="http://schemas.microsoft.com/office/drawing/2014/main" id="{85A068C5-74E6-4F0A-BD8A-4832EFC7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75" name="AI-078-75">
            <a:extLst xmlns:a="http://schemas.openxmlformats.org/drawingml/2006/main">
              <a:ext uri="{FF2B5EF4-FFF2-40B4-BE49-F238E27FC236}">
                <a16:creationId xmlns:a16="http://schemas.microsoft.com/office/drawing/2014/main" id="{A674D65B-2BB0-4868-B855-4F1F815E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76" name="AI-078-76">
            <a:extLst xmlns:a="http://schemas.openxmlformats.org/drawingml/2006/main">
              <a:ext uri="{FF2B5EF4-FFF2-40B4-BE49-F238E27FC236}">
                <a16:creationId xmlns:a16="http://schemas.microsoft.com/office/drawing/2014/main" id="{53FA3410-F5F7-4255-932B-DE6AE51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77" name="AI-078-77">
            <a:extLst xmlns:a="http://schemas.openxmlformats.org/drawingml/2006/main">
              <a:ext uri="{FF2B5EF4-FFF2-40B4-BE49-F238E27FC236}">
                <a16:creationId xmlns:a16="http://schemas.microsoft.com/office/drawing/2014/main" id="{6586B621-9920-4CB8-9EC5-6F160DD7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</a:ln>
        </p:spPr>
      </p:sp>
      <p:sp>
        <p:nvSpPr>
          <p:cNvPr id="78" name="AI-078-78">
            <a:extLst xmlns:a="http://schemas.openxmlformats.org/drawingml/2006/main">
              <a:ext uri="{FF2B5EF4-FFF2-40B4-BE49-F238E27FC236}">
                <a16:creationId xmlns:a16="http://schemas.microsoft.com/office/drawing/2014/main" id="{427B86A3-BCCF-46B0-BA8E-35B1B64A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79" name="AI-078-79">
            <a:extLst xmlns:a="http://schemas.openxmlformats.org/drawingml/2006/main">
              <a:ext uri="{FF2B5EF4-FFF2-40B4-BE49-F238E27FC236}">
                <a16:creationId xmlns:a16="http://schemas.microsoft.com/office/drawing/2014/main" id="{3D64884A-454D-4A56-AC2F-382C416F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80" name="AI-078-80">
            <a:extLst xmlns:a="http://schemas.openxmlformats.org/drawingml/2006/main">
              <a:ext uri="{FF2B5EF4-FFF2-40B4-BE49-F238E27FC236}">
                <a16:creationId xmlns:a16="http://schemas.microsoft.com/office/drawing/2014/main" id="{46474BB8-76B0-4421-9622-96BA9FD8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81" name="AI-078-81">
            <a:extLst xmlns:a="http://schemas.openxmlformats.org/drawingml/2006/main">
              <a:ext uri="{FF2B5EF4-FFF2-40B4-BE49-F238E27FC236}">
                <a16:creationId xmlns:a16="http://schemas.microsoft.com/office/drawing/2014/main" id="{5DB7ADC0-1369-4DD0-8A9B-08E5F988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695325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6"/>
          </a:solidFill>
          <a:ln xmlns:a="http://schemas.openxmlformats.org/drawingml/2006/main" w="0">
            <a:noFill/>
          </a:ln>
        </p:spPr>
      </p:sp>
      <p:sp>
        <p:nvSpPr>
          <p:cNvPr id="82" name="AI-078-82">
            <a:extLst xmlns:a="http://schemas.openxmlformats.org/drawingml/2006/main">
              <a:ext uri="{FF2B5EF4-FFF2-40B4-BE49-F238E27FC236}">
                <a16:creationId xmlns:a16="http://schemas.microsoft.com/office/drawing/2014/main" id="{2D48DD39-234C-4A96-9A9B-156E2ACF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8"/>
          </a:solidFill>
          <a:ln xmlns:a="http://schemas.openxmlformats.org/drawingml/2006/main" w="0">
            <a:noFill/>
          </a:ln>
        </p:spPr>
      </p:sp>
      <p:sp>
        <p:nvSpPr>
          <p:cNvPr id="83" name="AI-078-83">
            <a:extLst xmlns:a="http://schemas.openxmlformats.org/drawingml/2006/main">
              <a:ext uri="{FF2B5EF4-FFF2-40B4-BE49-F238E27FC236}">
                <a16:creationId xmlns:a16="http://schemas.microsoft.com/office/drawing/2014/main" id="{00F882C7-1A96-4512-A2A5-3D22653F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89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2"/>
          </a:solidFill>
          <a:ln xmlns:a="http://schemas.openxmlformats.org/drawingml/2006/main" w="0">
            <a:noFill/>
          </a:ln>
        </p:spPr>
      </p:sp>
      <p:sp>
        <p:nvSpPr>
          <p:cNvPr id="84" name="AI-078-84">
            <a:extLst xmlns:a="http://schemas.openxmlformats.org/drawingml/2006/main">
              <a:ext uri="{FF2B5EF4-FFF2-40B4-BE49-F238E27FC236}">
                <a16:creationId xmlns:a16="http://schemas.microsoft.com/office/drawing/2014/main" id="{C2675C31-AD04-4422-BCB5-3B4022A8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85" name="AI-078-85">
            <a:extLst xmlns:a="http://schemas.openxmlformats.org/drawingml/2006/main">
              <a:ext uri="{FF2B5EF4-FFF2-40B4-BE49-F238E27FC236}">
                <a16:creationId xmlns:a16="http://schemas.microsoft.com/office/drawing/2014/main" id="{5F9C5E2E-5E6E-4BF3-81F9-BB59848E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41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86" name="AI-078-86">
            <a:extLst xmlns:a="http://schemas.openxmlformats.org/drawingml/2006/main">
              <a:ext uri="{FF2B5EF4-FFF2-40B4-BE49-F238E27FC236}">
                <a16:creationId xmlns:a16="http://schemas.microsoft.com/office/drawing/2014/main" id="{E891DFE2-EE06-4EBE-88FE-3BCC0153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87" name="AI-078-87">
            <a:extLst xmlns:a="http://schemas.openxmlformats.org/drawingml/2006/main">
              <a:ext uri="{FF2B5EF4-FFF2-40B4-BE49-F238E27FC236}">
                <a16:creationId xmlns:a16="http://schemas.microsoft.com/office/drawing/2014/main" id="{0AC900D3-7A6F-4F8E-B4E1-FA4EAC0E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94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88" name="AI-078-88">
            <a:extLst xmlns:a="http://schemas.openxmlformats.org/drawingml/2006/main">
              <a:ext uri="{FF2B5EF4-FFF2-40B4-BE49-F238E27FC236}">
                <a16:creationId xmlns:a16="http://schemas.microsoft.com/office/drawing/2014/main" id="{35EE8AAB-716E-4203-8E07-3463398B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89" name="AI-078-89">
            <a:extLst xmlns:a="http://schemas.openxmlformats.org/drawingml/2006/main">
              <a:ext uri="{FF2B5EF4-FFF2-40B4-BE49-F238E27FC236}">
                <a16:creationId xmlns:a16="http://schemas.microsoft.com/office/drawing/2014/main" id="{2C5EA988-C7F4-4D66-A73B-18C74C12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90" name="AI-078-90">
            <a:extLst xmlns:a="http://schemas.openxmlformats.org/drawingml/2006/main">
              <a:ext uri="{FF2B5EF4-FFF2-40B4-BE49-F238E27FC236}">
                <a16:creationId xmlns:a16="http://schemas.microsoft.com/office/drawing/2014/main" id="{6937BBDA-FFD6-4F14-B984-4D30047D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23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FBB"/>
          </a:solidFill>
          <a:ln xmlns:a="http://schemas.openxmlformats.org/drawingml/2006/main" w="0">
            <a:noFill/>
          </a:ln>
        </p:spPr>
      </p:sp>
      <p:sp>
        <p:nvSpPr>
          <p:cNvPr id="91" name="AI-078-91">
            <a:extLst xmlns:a="http://schemas.openxmlformats.org/drawingml/2006/main">
              <a:ext uri="{FF2B5EF4-FFF2-40B4-BE49-F238E27FC236}">
                <a16:creationId xmlns:a16="http://schemas.microsoft.com/office/drawing/2014/main" id="{EE22FCA0-B04E-412D-892C-D88650F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99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AC8"/>
          </a:solidFill>
          <a:ln xmlns:a="http://schemas.openxmlformats.org/drawingml/2006/main" w="0">
            <a:noFill/>
          </a:ln>
        </p:spPr>
      </p:sp>
      <p:sp>
        <p:nvSpPr>
          <p:cNvPr id="92" name="AI-078-92">
            <a:extLst xmlns:a="http://schemas.openxmlformats.org/drawingml/2006/main">
              <a:ext uri="{FF2B5EF4-FFF2-40B4-BE49-F238E27FC236}">
                <a16:creationId xmlns:a16="http://schemas.microsoft.com/office/drawing/2014/main" id="{0F44C9C9-6382-4B32-A16E-94C693CE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75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2B0"/>
          </a:solidFill>
          <a:ln xmlns:a="http://schemas.openxmlformats.org/drawingml/2006/main" w="0">
            <a:noFill/>
          </a:ln>
        </p:spPr>
      </p:sp>
      <p:sp>
        <p:nvSpPr>
          <p:cNvPr id="93" name="AI-078-93">
            <a:extLst xmlns:a="http://schemas.openxmlformats.org/drawingml/2006/main">
              <a:ext uri="{FF2B5EF4-FFF2-40B4-BE49-F238E27FC236}">
                <a16:creationId xmlns:a16="http://schemas.microsoft.com/office/drawing/2014/main" id="{9850538D-004B-4454-A520-96F77AFF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94" name="AI-078-94">
            <a:extLst xmlns:a="http://schemas.openxmlformats.org/drawingml/2006/main">
              <a:ext uri="{FF2B5EF4-FFF2-40B4-BE49-F238E27FC236}">
                <a16:creationId xmlns:a16="http://schemas.microsoft.com/office/drawing/2014/main" id="{40515075-4DC1-426E-B965-F8531C04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28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95" name="AI-078-95">
            <a:extLst xmlns:a="http://schemas.openxmlformats.org/drawingml/2006/main">
              <a:ext uri="{FF2B5EF4-FFF2-40B4-BE49-F238E27FC236}">
                <a16:creationId xmlns:a16="http://schemas.microsoft.com/office/drawing/2014/main" id="{89E6B62F-C566-464F-8347-A1B6EB4E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04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7C5"/>
          </a:solidFill>
          <a:ln xmlns:a="http://schemas.openxmlformats.org/drawingml/2006/main" w="0">
            <a:noFill/>
          </a:ln>
        </p:spPr>
      </p:sp>
      <p:sp>
        <p:nvSpPr>
          <p:cNvPr id="96" name="AI-078-96">
            <a:extLst xmlns:a="http://schemas.openxmlformats.org/drawingml/2006/main">
              <a:ext uri="{FF2B5EF4-FFF2-40B4-BE49-F238E27FC236}">
                <a16:creationId xmlns:a16="http://schemas.microsoft.com/office/drawing/2014/main" id="{CB3A3BFE-587B-4AAA-8CFD-DFEE1A98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80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BA"/>
          </a:solidFill>
          <a:ln xmlns:a="http://schemas.openxmlformats.org/drawingml/2006/main" w="0">
            <a:noFill/>
          </a:ln>
        </p:spPr>
      </p:sp>
      <p:sp>
        <p:nvSpPr>
          <p:cNvPr id="97" name="AI-078-97">
            <a:extLst xmlns:a="http://schemas.openxmlformats.org/drawingml/2006/main">
              <a:ext uri="{FF2B5EF4-FFF2-40B4-BE49-F238E27FC236}">
                <a16:creationId xmlns:a16="http://schemas.microsoft.com/office/drawing/2014/main" id="{B2919E7D-4073-4A31-8EF8-D0803D00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56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98" name="AI-078-98">
            <a:extLst xmlns:a="http://schemas.openxmlformats.org/drawingml/2006/main">
              <a:ext uri="{FF2B5EF4-FFF2-40B4-BE49-F238E27FC236}">
                <a16:creationId xmlns:a16="http://schemas.microsoft.com/office/drawing/2014/main" id="{949E872D-CEF0-4C0C-828F-0CDE2801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99" name="AI-078-99">
            <a:extLst xmlns:a="http://schemas.openxmlformats.org/drawingml/2006/main">
              <a:ext uri="{FF2B5EF4-FFF2-40B4-BE49-F238E27FC236}">
                <a16:creationId xmlns:a16="http://schemas.microsoft.com/office/drawing/2014/main" id="{B31858F7-3F61-4591-B53B-8021F7E5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09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100" name="AI-078-100">
            <a:extLst xmlns:a="http://schemas.openxmlformats.org/drawingml/2006/main">
              <a:ext uri="{FF2B5EF4-FFF2-40B4-BE49-F238E27FC236}">
                <a16:creationId xmlns:a16="http://schemas.microsoft.com/office/drawing/2014/main" id="{0A695F0C-3824-4D36-AD54-244C7B72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5D4"/>
          </a:solidFill>
          <a:ln xmlns:a="http://schemas.openxmlformats.org/drawingml/2006/main" w="0">
            <a:noFill/>
          </a:ln>
        </p:spPr>
      </p:sp>
      <p:sp>
        <p:nvSpPr>
          <p:cNvPr id="101" name="AI-078-101">
            <a:extLst xmlns:a="http://schemas.openxmlformats.org/drawingml/2006/main">
              <a:ext uri="{FF2B5EF4-FFF2-40B4-BE49-F238E27FC236}">
                <a16:creationId xmlns:a16="http://schemas.microsoft.com/office/drawing/2014/main" id="{4375E205-4D78-47C3-8F44-41D81FCD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1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0"/>
          </a:solidFill>
          <a:ln xmlns:a="http://schemas.openxmlformats.org/drawingml/2006/main" w="0">
            <a:noFill/>
          </a:ln>
        </p:spPr>
      </p:sp>
      <p:sp>
        <p:nvSpPr>
          <p:cNvPr id="102" name="AI-078-102">
            <a:extLst xmlns:a="http://schemas.openxmlformats.org/drawingml/2006/main">
              <a:ext uri="{FF2B5EF4-FFF2-40B4-BE49-F238E27FC236}">
                <a16:creationId xmlns:a16="http://schemas.microsoft.com/office/drawing/2014/main" id="{5940B381-8B9C-4D9F-95C5-B6B5B01D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38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</a:ln>
        </p:spPr>
      </p:sp>
      <p:sp>
        <p:nvSpPr>
          <p:cNvPr id="103" name="AI-078-103">
            <a:extLst xmlns:a="http://schemas.openxmlformats.org/drawingml/2006/main">
              <a:ext uri="{FF2B5EF4-FFF2-40B4-BE49-F238E27FC236}">
                <a16:creationId xmlns:a16="http://schemas.microsoft.com/office/drawing/2014/main" id="{48DA649B-448A-4303-AD05-53D675B0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14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104" name="AI-078-104">
            <a:extLst xmlns:a="http://schemas.openxmlformats.org/drawingml/2006/main">
              <a:ext uri="{FF2B5EF4-FFF2-40B4-BE49-F238E27FC236}">
                <a16:creationId xmlns:a16="http://schemas.microsoft.com/office/drawing/2014/main" id="{E6C12878-B8EA-448F-9871-B51D0F72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90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105" name="AI-078-105">
            <a:extLst xmlns:a="http://schemas.openxmlformats.org/drawingml/2006/main">
              <a:ext uri="{FF2B5EF4-FFF2-40B4-BE49-F238E27FC236}">
                <a16:creationId xmlns:a16="http://schemas.microsoft.com/office/drawing/2014/main" id="{540CDA73-C97E-4415-8E6D-B6C3B49A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66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106" name="AI-078-106">
            <a:extLst xmlns:a="http://schemas.openxmlformats.org/drawingml/2006/main">
              <a:ext uri="{FF2B5EF4-FFF2-40B4-BE49-F238E27FC236}">
                <a16:creationId xmlns:a16="http://schemas.microsoft.com/office/drawing/2014/main" id="{A26A4AB7-9CC4-429F-9925-4F4EF0C8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43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107" name="AI-078-107">
            <a:extLst xmlns:a="http://schemas.openxmlformats.org/drawingml/2006/main">
              <a:ext uri="{FF2B5EF4-FFF2-40B4-BE49-F238E27FC236}">
                <a16:creationId xmlns:a16="http://schemas.microsoft.com/office/drawing/2014/main" id="{D72EB8F1-DBB0-4771-9AB8-655061C3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108" name="AI-078-108">
            <a:extLst xmlns:a="http://schemas.openxmlformats.org/drawingml/2006/main">
              <a:ext uri="{FF2B5EF4-FFF2-40B4-BE49-F238E27FC236}">
                <a16:creationId xmlns:a16="http://schemas.microsoft.com/office/drawing/2014/main" id="{A6B5C5CA-23BD-4ADF-BC55-341E427D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95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109" name="AI-078-109">
            <a:extLst xmlns:a="http://schemas.openxmlformats.org/drawingml/2006/main">
              <a:ext uri="{FF2B5EF4-FFF2-40B4-BE49-F238E27FC236}">
                <a16:creationId xmlns:a16="http://schemas.microsoft.com/office/drawing/2014/main" id="{80136872-B6E0-48D0-9705-26CCFE04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71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8D0"/>
          </a:solidFill>
          <a:ln xmlns:a="http://schemas.openxmlformats.org/drawingml/2006/main" w="0">
            <a:noFill/>
          </a:ln>
        </p:spPr>
      </p:sp>
      <p:sp>
        <p:nvSpPr>
          <p:cNvPr id="110" name="AI-078-110">
            <a:extLst xmlns:a="http://schemas.openxmlformats.org/drawingml/2006/main">
              <a:ext uri="{FF2B5EF4-FFF2-40B4-BE49-F238E27FC236}">
                <a16:creationId xmlns:a16="http://schemas.microsoft.com/office/drawing/2014/main" id="{0BFC071A-F5A9-44A7-93C3-2F1FA29F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48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CAC3"/>
          </a:solidFill>
          <a:ln xmlns:a="http://schemas.openxmlformats.org/drawingml/2006/main" w="0">
            <a:noFill/>
          </a:ln>
        </p:spPr>
      </p:sp>
      <p:sp>
        <p:nvSpPr>
          <p:cNvPr id="111" name="AI-078-111">
            <a:extLst xmlns:a="http://schemas.openxmlformats.org/drawingml/2006/main">
              <a:ext uri="{FF2B5EF4-FFF2-40B4-BE49-F238E27FC236}">
                <a16:creationId xmlns:a16="http://schemas.microsoft.com/office/drawing/2014/main" id="{4DE1D5DF-2AA4-4A53-B781-5E46E0E3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24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FBC"/>
          </a:solidFill>
          <a:ln xmlns:a="http://schemas.openxmlformats.org/drawingml/2006/main" w="0">
            <a:noFill/>
          </a:ln>
        </p:spPr>
      </p:sp>
      <p:sp>
        <p:nvSpPr>
          <p:cNvPr id="112" name="AI-078-112">
            <a:extLst xmlns:a="http://schemas.openxmlformats.org/drawingml/2006/main">
              <a:ext uri="{FF2B5EF4-FFF2-40B4-BE49-F238E27FC236}">
                <a16:creationId xmlns:a16="http://schemas.microsoft.com/office/drawing/2014/main" id="{0E64496D-1CD7-4BF8-9187-A5A0E5AE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7C5"/>
          </a:solidFill>
          <a:ln xmlns:a="http://schemas.openxmlformats.org/drawingml/2006/main" w="0">
            <a:noFill/>
          </a:ln>
        </p:spPr>
      </p:sp>
      <p:sp>
        <p:nvSpPr>
          <p:cNvPr id="113" name="AI-078-113">
            <a:extLst xmlns:a="http://schemas.openxmlformats.org/drawingml/2006/main">
              <a:ext uri="{FF2B5EF4-FFF2-40B4-BE49-F238E27FC236}">
                <a16:creationId xmlns:a16="http://schemas.microsoft.com/office/drawing/2014/main" id="{815C769B-C3C9-4CDF-9E4A-56C1AEEB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76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114" name="AI-078-114">
            <a:extLst xmlns:a="http://schemas.openxmlformats.org/drawingml/2006/main">
              <a:ext uri="{FF2B5EF4-FFF2-40B4-BE49-F238E27FC236}">
                <a16:creationId xmlns:a16="http://schemas.microsoft.com/office/drawing/2014/main" id="{48F87260-D0E9-4875-A3E5-264EB6ED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115" name="AI-078-115">
            <a:extLst xmlns:a="http://schemas.openxmlformats.org/drawingml/2006/main">
              <a:ext uri="{FF2B5EF4-FFF2-40B4-BE49-F238E27FC236}">
                <a16:creationId xmlns:a16="http://schemas.microsoft.com/office/drawing/2014/main" id="{BCF0FD0A-8E81-4B42-A32B-73203F85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29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116" name="AI-078-116">
            <a:extLst xmlns:a="http://schemas.openxmlformats.org/drawingml/2006/main">
              <a:ext uri="{FF2B5EF4-FFF2-40B4-BE49-F238E27FC236}">
                <a16:creationId xmlns:a16="http://schemas.microsoft.com/office/drawing/2014/main" id="{39F21E78-D53F-44EA-BBBC-8932FAEB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05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117" name="AI-078-117">
            <a:extLst xmlns:a="http://schemas.openxmlformats.org/drawingml/2006/main">
              <a:ext uri="{FF2B5EF4-FFF2-40B4-BE49-F238E27FC236}">
                <a16:creationId xmlns:a16="http://schemas.microsoft.com/office/drawing/2014/main" id="{97F54C5E-D3F0-4D79-AB30-58EEA2A2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81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118" name="AI-078-118">
            <a:extLst xmlns:a="http://schemas.openxmlformats.org/drawingml/2006/main">
              <a:ext uri="{FF2B5EF4-FFF2-40B4-BE49-F238E27FC236}">
                <a16:creationId xmlns:a16="http://schemas.microsoft.com/office/drawing/2014/main" id="{2D1DF192-0705-4A94-B58C-19A1575C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58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noFill/>
          </a:ln>
        </p:spPr>
      </p:sp>
      <p:sp>
        <p:nvSpPr>
          <p:cNvPr id="119" name="AI-078-119">
            <a:extLst xmlns:a="http://schemas.openxmlformats.org/drawingml/2006/main">
              <a:ext uri="{FF2B5EF4-FFF2-40B4-BE49-F238E27FC236}">
                <a16:creationId xmlns:a16="http://schemas.microsoft.com/office/drawing/2014/main" id="{4C8DDC0B-76C2-4F12-99A5-7CA4AC86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34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7C2"/>
          </a:solidFill>
          <a:ln xmlns:a="http://schemas.openxmlformats.org/drawingml/2006/main" w="0">
            <a:noFill/>
          </a:ln>
        </p:spPr>
      </p:sp>
      <p:sp>
        <p:nvSpPr>
          <p:cNvPr id="120" name="AI-078-120">
            <a:extLst xmlns:a="http://schemas.openxmlformats.org/drawingml/2006/main">
              <a:ext uri="{FF2B5EF4-FFF2-40B4-BE49-F238E27FC236}">
                <a16:creationId xmlns:a16="http://schemas.microsoft.com/office/drawing/2014/main" id="{BA7C7DE4-5FC9-47C0-85B0-B8441813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8C2"/>
          </a:solidFill>
          <a:ln xmlns:a="http://schemas.openxmlformats.org/drawingml/2006/main" w="0">
            <a:noFill/>
          </a:ln>
        </p:spPr>
      </p:sp>
      <p:sp>
        <p:nvSpPr>
          <p:cNvPr id="121" name="AI-078-121">
            <a:extLst xmlns:a="http://schemas.openxmlformats.org/drawingml/2006/main">
              <a:ext uri="{FF2B5EF4-FFF2-40B4-BE49-F238E27FC236}">
                <a16:creationId xmlns:a16="http://schemas.microsoft.com/office/drawing/2014/main" id="{BF267F79-A9F3-46B7-AC12-E2828258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86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122" name="AI-078-122">
            <a:extLst xmlns:a="http://schemas.openxmlformats.org/drawingml/2006/main">
              <a:ext uri="{FF2B5EF4-FFF2-40B4-BE49-F238E27FC236}">
                <a16:creationId xmlns:a16="http://schemas.microsoft.com/office/drawing/2014/main" id="{8CB90DF5-BA87-4ECB-98EE-C2773E5C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63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BA"/>
          </a:solidFill>
          <a:ln xmlns:a="http://schemas.openxmlformats.org/drawingml/2006/main" w="0">
            <a:noFill/>
          </a:ln>
        </p:spPr>
      </p:sp>
      <p:sp>
        <p:nvSpPr>
          <p:cNvPr id="123" name="AI-078-123">
            <a:extLst xmlns:a="http://schemas.openxmlformats.org/drawingml/2006/main">
              <a:ext uri="{FF2B5EF4-FFF2-40B4-BE49-F238E27FC236}">
                <a16:creationId xmlns:a16="http://schemas.microsoft.com/office/drawing/2014/main" id="{63A618AC-9324-4241-ADB4-7C1B2C7B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39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7C5"/>
          </a:solidFill>
          <a:ln xmlns:a="http://schemas.openxmlformats.org/drawingml/2006/main" w="0">
            <a:noFill/>
          </a:ln>
        </p:spPr>
      </p:sp>
      <p:sp>
        <p:nvSpPr>
          <p:cNvPr id="124" name="AI-078-124">
            <a:extLst xmlns:a="http://schemas.openxmlformats.org/drawingml/2006/main">
              <a:ext uri="{FF2B5EF4-FFF2-40B4-BE49-F238E27FC236}">
                <a16:creationId xmlns:a16="http://schemas.microsoft.com/office/drawing/2014/main" id="{3DA8BE25-3574-481A-AD69-25136F50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15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125" name="AI-078-125">
            <a:extLst xmlns:a="http://schemas.openxmlformats.org/drawingml/2006/main">
              <a:ext uri="{FF2B5EF4-FFF2-40B4-BE49-F238E27FC236}">
                <a16:creationId xmlns:a16="http://schemas.microsoft.com/office/drawing/2014/main" id="{5E552324-7DB1-412D-9265-9E9C9C16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91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126" name="AI-078-126">
            <a:extLst xmlns:a="http://schemas.openxmlformats.org/drawingml/2006/main">
              <a:ext uri="{FF2B5EF4-FFF2-40B4-BE49-F238E27FC236}">
                <a16:creationId xmlns:a16="http://schemas.microsoft.com/office/drawing/2014/main" id="{AF1DCDB1-FB21-4591-A9CB-6A1D7902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68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127" name="AI-078-127">
            <a:extLst xmlns:a="http://schemas.openxmlformats.org/drawingml/2006/main">
              <a:ext uri="{FF2B5EF4-FFF2-40B4-BE49-F238E27FC236}">
                <a16:creationId xmlns:a16="http://schemas.microsoft.com/office/drawing/2014/main" id="{1CC3C7C0-91E0-45FC-8BD3-60B37450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44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F8B"/>
          </a:solidFill>
          <a:ln xmlns:a="http://schemas.openxmlformats.org/drawingml/2006/main" w="0">
            <a:noFill/>
          </a:ln>
        </p:spPr>
      </p:sp>
      <p:sp>
        <p:nvSpPr>
          <p:cNvPr id="128" name="AI-078-128">
            <a:extLst xmlns:a="http://schemas.openxmlformats.org/drawingml/2006/main">
              <a:ext uri="{FF2B5EF4-FFF2-40B4-BE49-F238E27FC236}">
                <a16:creationId xmlns:a16="http://schemas.microsoft.com/office/drawing/2014/main" id="{0AF589FF-325C-48E6-9C6A-77C3610B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20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0BA"/>
          </a:solidFill>
          <a:ln xmlns:a="http://schemas.openxmlformats.org/drawingml/2006/main" w="0">
            <a:noFill/>
          </a:ln>
        </p:spPr>
      </p:sp>
      <p:sp>
        <p:nvSpPr>
          <p:cNvPr id="129" name="AI-078-129">
            <a:extLst xmlns:a="http://schemas.openxmlformats.org/drawingml/2006/main">
              <a:ext uri="{FF2B5EF4-FFF2-40B4-BE49-F238E27FC236}">
                <a16:creationId xmlns:a16="http://schemas.microsoft.com/office/drawing/2014/main" id="{DB98FC82-6898-4F42-AD4B-E7F9D565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96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EC9"/>
          </a:solidFill>
          <a:ln xmlns:a="http://schemas.openxmlformats.org/drawingml/2006/main" w="0">
            <a:noFill/>
          </a:ln>
        </p:spPr>
      </p:sp>
      <p:sp>
        <p:nvSpPr>
          <p:cNvPr id="130" name="AI-078-130">
            <a:extLst xmlns:a="http://schemas.openxmlformats.org/drawingml/2006/main">
              <a:ext uri="{FF2B5EF4-FFF2-40B4-BE49-F238E27FC236}">
                <a16:creationId xmlns:a16="http://schemas.microsoft.com/office/drawing/2014/main" id="{D2C66116-8BB1-434D-87F4-44206103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73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131" name="AI-078-131">
            <a:extLst xmlns:a="http://schemas.openxmlformats.org/drawingml/2006/main">
              <a:ext uri="{FF2B5EF4-FFF2-40B4-BE49-F238E27FC236}">
                <a16:creationId xmlns:a16="http://schemas.microsoft.com/office/drawing/2014/main" id="{4525C136-09A2-4A75-BD6E-93E64BEB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49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132" name="AI-078-132">
            <a:extLst xmlns:a="http://schemas.openxmlformats.org/drawingml/2006/main">
              <a:ext uri="{FF2B5EF4-FFF2-40B4-BE49-F238E27FC236}">
                <a16:creationId xmlns:a16="http://schemas.microsoft.com/office/drawing/2014/main" id="{FD100622-6227-4CEB-9F19-B5D6498F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25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133" name="AI-078-133">
            <a:extLst xmlns:a="http://schemas.openxmlformats.org/drawingml/2006/main">
              <a:ext uri="{FF2B5EF4-FFF2-40B4-BE49-F238E27FC236}">
                <a16:creationId xmlns:a16="http://schemas.microsoft.com/office/drawing/2014/main" id="{0AA305F4-57E2-416F-BBA1-761CECAF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01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BA"/>
          </a:solidFill>
          <a:ln xmlns:a="http://schemas.openxmlformats.org/drawingml/2006/main" w="0">
            <a:noFill/>
          </a:ln>
        </p:spPr>
      </p:sp>
      <p:sp>
        <p:nvSpPr>
          <p:cNvPr id="134" name="AI-078-134">
            <a:extLst xmlns:a="http://schemas.openxmlformats.org/drawingml/2006/main">
              <a:ext uri="{FF2B5EF4-FFF2-40B4-BE49-F238E27FC236}">
                <a16:creationId xmlns:a16="http://schemas.microsoft.com/office/drawing/2014/main" id="{4C755EF8-A639-4F3C-9C01-87F54E8C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78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7C5"/>
          </a:solidFill>
          <a:ln xmlns:a="http://schemas.openxmlformats.org/drawingml/2006/main" w="0">
            <a:noFill/>
          </a:ln>
        </p:spPr>
      </p:sp>
      <p:sp>
        <p:nvSpPr>
          <p:cNvPr id="135" name="AI-078-135">
            <a:extLst xmlns:a="http://schemas.openxmlformats.org/drawingml/2006/main">
              <a:ext uri="{FF2B5EF4-FFF2-40B4-BE49-F238E27FC236}">
                <a16:creationId xmlns:a16="http://schemas.microsoft.com/office/drawing/2014/main" id="{DBC4C1F8-8D59-4194-9723-A3BC2B9E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54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136" name="AI-078-136">
            <a:extLst xmlns:a="http://schemas.openxmlformats.org/drawingml/2006/main">
              <a:ext uri="{FF2B5EF4-FFF2-40B4-BE49-F238E27FC236}">
                <a16:creationId xmlns:a16="http://schemas.microsoft.com/office/drawing/2014/main" id="{B5FE0391-4E51-46CE-AD37-6859D62F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30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A"/>
          </a:solidFill>
          <a:ln xmlns:a="http://schemas.openxmlformats.org/drawingml/2006/main" w="0">
            <a:noFill/>
          </a:ln>
        </p:spPr>
      </p:sp>
      <p:sp>
        <p:nvSpPr>
          <p:cNvPr id="137" name="AI-078-137">
            <a:extLst xmlns:a="http://schemas.openxmlformats.org/drawingml/2006/main">
              <a:ext uri="{FF2B5EF4-FFF2-40B4-BE49-F238E27FC236}">
                <a16:creationId xmlns:a16="http://schemas.microsoft.com/office/drawing/2014/main" id="{C393AEF8-8433-40E2-8E48-3F33786C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6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C4"/>
          </a:solidFill>
          <a:ln xmlns:a="http://schemas.openxmlformats.org/drawingml/2006/main" w="0">
            <a:noFill/>
          </a:ln>
        </p:spPr>
      </p:sp>
      <p:sp>
        <p:nvSpPr>
          <p:cNvPr id="138" name="AI-078-138">
            <a:extLst xmlns:a="http://schemas.openxmlformats.org/drawingml/2006/main">
              <a:ext uri="{FF2B5EF4-FFF2-40B4-BE49-F238E27FC236}">
                <a16:creationId xmlns:a16="http://schemas.microsoft.com/office/drawing/2014/main" id="{6CDE18E9-5AE7-4313-9587-66C70737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3C0"/>
          </a:solidFill>
          <a:ln xmlns:a="http://schemas.openxmlformats.org/drawingml/2006/main" w="0">
            <a:noFill/>
          </a:ln>
        </p:spPr>
      </p:sp>
      <p:sp>
        <p:nvSpPr>
          <p:cNvPr id="139" name="AI-078-139">
            <a:extLst xmlns:a="http://schemas.openxmlformats.org/drawingml/2006/main">
              <a:ext uri="{FF2B5EF4-FFF2-40B4-BE49-F238E27FC236}">
                <a16:creationId xmlns:a16="http://schemas.microsoft.com/office/drawing/2014/main" id="{0447385B-FAD8-48D0-9711-CD438DAF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0BB"/>
          </a:solidFill>
          <a:ln xmlns:a="http://schemas.openxmlformats.org/drawingml/2006/main" w="0">
            <a:noFill/>
          </a:ln>
        </p:spPr>
      </p:sp>
      <p:sp>
        <p:nvSpPr>
          <p:cNvPr id="140" name="AI-078-140">
            <a:extLst xmlns:a="http://schemas.openxmlformats.org/drawingml/2006/main">
              <a:ext uri="{FF2B5EF4-FFF2-40B4-BE49-F238E27FC236}">
                <a16:creationId xmlns:a16="http://schemas.microsoft.com/office/drawing/2014/main" id="{6427C53B-A6D1-4BD4-8CC7-23C04D08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35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7CE"/>
          </a:solidFill>
          <a:ln xmlns:a="http://schemas.openxmlformats.org/drawingml/2006/main" w="0">
            <a:noFill/>
          </a:ln>
        </p:spPr>
      </p:sp>
      <p:sp>
        <p:nvSpPr>
          <p:cNvPr id="141" name="AI-078-141">
            <a:extLst xmlns:a="http://schemas.openxmlformats.org/drawingml/2006/main">
              <a:ext uri="{FF2B5EF4-FFF2-40B4-BE49-F238E27FC236}">
                <a16:creationId xmlns:a16="http://schemas.microsoft.com/office/drawing/2014/main" id="{66B02F98-4C90-4CAB-9F24-00B4D5DB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1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142" name="AI-078-142">
            <a:extLst xmlns:a="http://schemas.openxmlformats.org/drawingml/2006/main">
              <a:ext uri="{FF2B5EF4-FFF2-40B4-BE49-F238E27FC236}">
                <a16:creationId xmlns:a16="http://schemas.microsoft.com/office/drawing/2014/main" id="{ABAAB15C-D803-4D13-8C84-051BA879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BA"/>
          </a:solidFill>
          <a:ln xmlns:a="http://schemas.openxmlformats.org/drawingml/2006/main" w="0">
            <a:noFill/>
          </a:ln>
        </p:spPr>
      </p:sp>
      <p:sp>
        <p:nvSpPr>
          <p:cNvPr id="143" name="AI-078-143">
            <a:extLst xmlns:a="http://schemas.openxmlformats.org/drawingml/2006/main">
              <a:ext uri="{FF2B5EF4-FFF2-40B4-BE49-F238E27FC236}">
                <a16:creationId xmlns:a16="http://schemas.microsoft.com/office/drawing/2014/main" id="{E333D7AD-8B59-4FFA-95BA-39B6116E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64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144" name="AI-078-144">
            <a:extLst xmlns:a="http://schemas.openxmlformats.org/drawingml/2006/main">
              <a:ext uri="{FF2B5EF4-FFF2-40B4-BE49-F238E27FC236}">
                <a16:creationId xmlns:a16="http://schemas.microsoft.com/office/drawing/2014/main" id="{1606473D-C129-4AEC-B38D-ADAAA3BB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</a:ln>
        </p:spPr>
      </p:sp>
      <p:sp>
        <p:nvSpPr>
          <p:cNvPr id="145" name="AI-078-145">
            <a:extLst xmlns:a="http://schemas.openxmlformats.org/drawingml/2006/main">
              <a:ext uri="{FF2B5EF4-FFF2-40B4-BE49-F238E27FC236}">
                <a16:creationId xmlns:a16="http://schemas.microsoft.com/office/drawing/2014/main" id="{A10BBDAF-25D0-4A1B-9E3E-7A352159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167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</a:ln>
        </p:spPr>
      </p:sp>
      <p:sp>
        <p:nvSpPr>
          <p:cNvPr id="146" name="AI-078-146">
            <a:extLst xmlns:a="http://schemas.openxmlformats.org/drawingml/2006/main">
              <a:ext uri="{FF2B5EF4-FFF2-40B4-BE49-F238E27FC236}">
                <a16:creationId xmlns:a16="http://schemas.microsoft.com/office/drawing/2014/main" id="{BCC1C706-7AF5-4ABE-93B4-63EB6D38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930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D0"/>
          </a:solidFill>
          <a:ln xmlns:a="http://schemas.openxmlformats.org/drawingml/2006/main" w="0">
            <a:noFill/>
          </a:ln>
        </p:spPr>
      </p:sp>
      <p:sp>
        <p:nvSpPr>
          <p:cNvPr id="147" name="AI-078-147">
            <a:extLst xmlns:a="http://schemas.openxmlformats.org/drawingml/2006/main">
              <a:ext uri="{FF2B5EF4-FFF2-40B4-BE49-F238E27FC236}">
                <a16:creationId xmlns:a16="http://schemas.microsoft.com/office/drawing/2014/main" id="{E79A557E-F736-4422-8B9B-31B49647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6925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C97"/>
          </a:solidFill>
          <a:ln xmlns:a="http://schemas.openxmlformats.org/drawingml/2006/main" w="0">
            <a:noFill/>
          </a:ln>
        </p:spPr>
      </p:sp>
      <p:sp>
        <p:nvSpPr>
          <p:cNvPr id="148" name="AI-078-148">
            <a:extLst xmlns:a="http://schemas.openxmlformats.org/drawingml/2006/main">
              <a:ext uri="{FF2B5EF4-FFF2-40B4-BE49-F238E27FC236}">
                <a16:creationId xmlns:a16="http://schemas.microsoft.com/office/drawing/2014/main" id="{476F1821-1769-4FAC-B8A0-2C1FAE9F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666750"/>
            <a:ext cx="47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A5A3"/>
          </a:solidFill>
          <a:ln xmlns:a="http://schemas.openxmlformats.org/drawingml/2006/main" w="0">
            <a:noFill/>
          </a:ln>
        </p:spPr>
      </p:sp>
      <p:sp>
        <p:nvSpPr>
          <p:cNvPr id="149" name="AI-078-149">
            <a:extLst xmlns:a="http://schemas.openxmlformats.org/drawingml/2006/main">
              <a:ext uri="{FF2B5EF4-FFF2-40B4-BE49-F238E27FC236}">
                <a16:creationId xmlns:a16="http://schemas.microsoft.com/office/drawing/2014/main" id="{47647BF9-4DC1-48AE-9C50-FEDE0BD3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695325"/>
            <a:ext cx="171450" cy="123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F9298"/>
              </a:gs>
              <a:gs pos="100000">
                <a:srgbClr val="B9DDB0"/>
              </a:gs>
            </a:gsLst>
            <a:lin ang="5400000"/>
          </a:gradFill>
          <a:ln xmlns:a="http://schemas.openxmlformats.org/drawingml/2006/main" w="9525">
            <a:solidFill>
              <a:srgbClr val="A8A8A8"/>
            </a:solidFill>
          </a:ln>
        </p:spPr>
      </p:sp>
      <p:sp>
        <p:nvSpPr>
          <p:cNvPr id="150" name="line-150">
            <a:extLst xmlns:a="http://schemas.openxmlformats.org/drawingml/2006/main">
              <a:ext uri="{FF2B5EF4-FFF2-40B4-BE49-F238E27FC236}">
                <a16:creationId xmlns:a16="http://schemas.microsoft.com/office/drawing/2014/main" id="{4068E1EE-4350-4B07-817B-F93CD382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04850"/>
            <a:ext cx="10" cy="1219200"/>
          </a:xfrm>
          <a:custGeom xmlns:a="http://schemas.openxmlformats.org/drawingml/2006/main">
            <a:pathLst>
              <a:path w="10"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151" name="path-151">
            <a:extLst xmlns:a="http://schemas.openxmlformats.org/drawingml/2006/main">
              <a:ext uri="{FF2B5EF4-FFF2-40B4-BE49-F238E27FC236}">
                <a16:creationId xmlns:a16="http://schemas.microsoft.com/office/drawing/2014/main" id="{C5243F24-05EA-4EFA-8FD7-94D841EA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4850"/>
            <a:ext cx="57150" cy="66675"/>
          </a:xfrm>
          <a:custGeom xmlns:a="http://schemas.openxmlformats.org/drawingml/2006/main">
            <a:pathLst>
              <a:path w="57150" h="66675">
                <a:moveTo>
                  <a:pt x="0" y="66675"/>
                </a:moveTo>
                <a:lnTo>
                  <a:pt x="28575" y="0"/>
                </a:lnTo>
                <a:lnTo>
                  <a:pt x="5715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22222"/>
            </a:solidFill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0DEEC0B7-EC2C-44D7-A65E-42789584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152525"/>
            <a:ext cx="57150" cy="66675"/>
          </a:xfrm>
          <a:custGeom xmlns:a="http://schemas.openxmlformats.org/drawingml/2006/main">
            <a:pathLst>
              <a:path w="57150" h="66675">
                <a:moveTo>
                  <a:pt x="0" y="0"/>
                </a:moveTo>
                <a:lnTo>
                  <a:pt x="28575" y="66675"/>
                </a:ln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22222"/>
            </a:solidFill>
          </a:ln>
        </p:spPr>
      </p:sp>
      <p:sp>
        <p:nvSpPr>
          <p:cNvPr id="153" name="path-153">
            <a:extLst xmlns:a="http://schemas.openxmlformats.org/drawingml/2006/main">
              <a:ext uri="{FF2B5EF4-FFF2-40B4-BE49-F238E27FC236}">
                <a16:creationId xmlns:a16="http://schemas.microsoft.com/office/drawing/2014/main" id="{CD1DE424-E9C1-40A1-B6F9-DBBDF622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57150" cy="66675"/>
          </a:xfrm>
          <a:custGeom xmlns:a="http://schemas.openxmlformats.org/drawingml/2006/main">
            <a:pathLst>
              <a:path w="57150" h="66675">
                <a:moveTo>
                  <a:pt x="0" y="66675"/>
                </a:moveTo>
                <a:lnTo>
                  <a:pt x="28575" y="0"/>
                </a:lnTo>
                <a:lnTo>
                  <a:pt x="5715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22222"/>
            </a:solidFill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52FD0AEC-35E3-4FBA-9CAE-6D10C9B8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57375"/>
            <a:ext cx="57150" cy="66675"/>
          </a:xfrm>
          <a:custGeom xmlns:a="http://schemas.openxmlformats.org/drawingml/2006/main">
            <a:pathLst>
              <a:path w="57150" h="66675">
                <a:moveTo>
                  <a:pt x="0" y="0"/>
                </a:moveTo>
                <a:lnTo>
                  <a:pt x="28575" y="66675"/>
                </a:ln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22222"/>
            </a:solidFill>
          </a:ln>
        </p:spPr>
      </p:sp>
      <p:sp>
        <p:nvSpPr>
          <p:cNvPr id="155" name="AI-078-155">
            <a:extLst xmlns:a="http://schemas.openxmlformats.org/drawingml/2006/main">
              <a:ext uri="{FF2B5EF4-FFF2-40B4-BE49-F238E27FC236}">
                <a16:creationId xmlns:a16="http://schemas.microsoft.com/office/drawing/2014/main" id="{20D622F8-4D37-4F8B-B20A-06F1B1E4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857250"/>
            <a:ext cx="504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56" name="AI-078-156">
            <a:extLst xmlns:a="http://schemas.openxmlformats.org/drawingml/2006/main">
              <a:ext uri="{FF2B5EF4-FFF2-40B4-BE49-F238E27FC236}">
                <a16:creationId xmlns:a16="http://schemas.microsoft.com/office/drawing/2014/main" id="{32DF53D5-B86C-4E96-AB57-E8EFE3B4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1514475"/>
            <a:ext cx="485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57" name="AI-078-157">
            <a:extLst xmlns:a="http://schemas.openxmlformats.org/drawingml/2006/main">
              <a:ext uri="{FF2B5EF4-FFF2-40B4-BE49-F238E27FC236}">
                <a16:creationId xmlns:a16="http://schemas.microsoft.com/office/drawing/2014/main" id="{3E8472B8-CF20-4880-AC63-EA82C4A3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495425"/>
            <a:ext cx="29241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Low- and high-expressed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 expression profile</a:t>
            </a:r>
          </a:p>
        </p:txBody>
      </p:sp>
      <p:sp>
        <p:nvSpPr>
          <p:cNvPr id="158" name="AI-078-158">
            <a:extLst xmlns:a="http://schemas.openxmlformats.org/drawingml/2006/main">
              <a:ext uri="{FF2B5EF4-FFF2-40B4-BE49-F238E27FC236}">
                <a16:creationId xmlns:a16="http://schemas.microsoft.com/office/drawing/2014/main" id="{90202CFB-3898-466C-B4F1-4C7AEC74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1647825"/>
            <a:ext cx="3800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Reconstructed gene expression profile</a:t>
            </a:r>
          </a:p>
        </p:txBody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4C4272E1-AEC8-4118-92CC-7091E0A9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171575"/>
            <a:ext cx="581025" cy="266700"/>
          </a:xfrm>
          <a:custGeom xmlns:a="http://schemas.openxmlformats.org/drawingml/2006/main">
            <a:pathLst>
              <a:path w="581025" h="266700">
                <a:moveTo>
                  <a:pt x="0" y="171450"/>
                </a:moveTo>
                <a:lnTo>
                  <a:pt x="390525" y="171450"/>
                </a:lnTo>
                <a:lnTo>
                  <a:pt x="390525" y="266700"/>
                </a:lnTo>
                <a:lnTo>
                  <a:pt x="581025" y="133350"/>
                </a:lnTo>
                <a:lnTo>
                  <a:pt x="390525" y="0"/>
                </a:lnTo>
                <a:lnTo>
                  <a:pt x="390525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707070"/>
          </a:solidFill>
          <a:ln xmlns:a="http://schemas.openxmlformats.org/drawingml/2006/main" w="0">
            <a:noFill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5E9BBDF3-2832-4727-9E0C-4A91AEA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33400"/>
            <a:ext cx="1066800" cy="1571625"/>
          </a:xfrm>
          <a:custGeom xmlns:a="http://schemas.openxmlformats.org/drawingml/2006/main">
            <a:pathLst>
              <a:path w="1066800" h="1571625">
                <a:moveTo>
                  <a:pt x="0" y="0"/>
                </a:moveTo>
                <a:lnTo>
                  <a:pt x="1066800" y="466725"/>
                </a:lnTo>
                <a:lnTo>
                  <a:pt x="1066800" y="1095375"/>
                </a:lnTo>
                <a:lnTo>
                  <a:pt x="0" y="1571625"/>
                </a:lnTo>
                <a:close/>
              </a:path>
            </a:pathLst>
          </a:custGeom>
          <a:solidFill xmlns:a="http://schemas.openxmlformats.org/drawingml/2006/main">
            <a:srgbClr val="D4E3F9"/>
          </a:solidFill>
          <a:ln xmlns:a="http://schemas.openxmlformats.org/drawingml/2006/main" w="13335">
            <a:solidFill>
              <a:srgbClr val="929CA7"/>
            </a:solidFill>
          </a:ln>
        </p:spPr>
      </p:sp>
      <p:sp>
        <p:nvSpPr>
          <p:cNvPr id="161" name="AI-078-161">
            <a:extLst xmlns:a="http://schemas.openxmlformats.org/drawingml/2006/main">
              <a:ext uri="{FF2B5EF4-FFF2-40B4-BE49-F238E27FC236}">
                <a16:creationId xmlns:a16="http://schemas.microsoft.com/office/drawing/2014/main" id="{CAACD665-75C1-4E1D-A305-690146D1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1104900"/>
            <a:ext cx="85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62" name="path-162">
            <a:extLst xmlns:a="http://schemas.openxmlformats.org/drawingml/2006/main">
              <a:ext uri="{FF2B5EF4-FFF2-40B4-BE49-F238E27FC236}">
                <a16:creationId xmlns:a16="http://schemas.microsoft.com/office/drawing/2014/main" id="{C6CD3E95-4955-4FD2-947F-6D899674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3400"/>
            <a:ext cx="1066800" cy="1571625"/>
          </a:xfrm>
          <a:custGeom xmlns:a="http://schemas.openxmlformats.org/drawingml/2006/main">
            <a:pathLst>
              <a:path w="1066800" h="1571625">
                <a:moveTo>
                  <a:pt x="0" y="457200"/>
                </a:moveTo>
                <a:lnTo>
                  <a:pt x="1066800" y="0"/>
                </a:lnTo>
                <a:lnTo>
                  <a:pt x="1066800" y="1571625"/>
                </a:lnTo>
                <a:lnTo>
                  <a:pt x="0" y="1104900"/>
                </a:lnTo>
                <a:close/>
              </a:path>
            </a:pathLst>
          </a:custGeom>
          <a:solidFill xmlns:a="http://schemas.openxmlformats.org/drawingml/2006/main">
            <a:srgbClr val="E7F1FA"/>
          </a:solidFill>
          <a:ln xmlns:a="http://schemas.openxmlformats.org/drawingml/2006/main" w="12383">
            <a:solidFill>
              <a:srgbClr val="C8CCD2"/>
            </a:solidFill>
          </a:ln>
        </p:spPr>
      </p:sp>
      <p:sp>
        <p:nvSpPr>
          <p:cNvPr id="163" name="AI-078-163">
            <a:extLst xmlns:a="http://schemas.openxmlformats.org/drawingml/2006/main">
              <a:ext uri="{FF2B5EF4-FFF2-40B4-BE49-F238E27FC236}">
                <a16:creationId xmlns:a16="http://schemas.microsoft.com/office/drawing/2014/main" id="{8E15589E-4B63-4593-86B7-FF731992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3425" y="1104900"/>
            <a:ext cx="95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64" name="path-164">
            <a:extLst xmlns:a="http://schemas.openxmlformats.org/drawingml/2006/main">
              <a:ext uri="{FF2B5EF4-FFF2-40B4-BE49-F238E27FC236}">
                <a16:creationId xmlns:a16="http://schemas.microsoft.com/office/drawing/2014/main" id="{6EE63D06-0E74-4029-9662-FAB4F17F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81100"/>
            <a:ext cx="476250" cy="266700"/>
          </a:xfrm>
          <a:custGeom xmlns:a="http://schemas.openxmlformats.org/drawingml/2006/main">
            <a:pathLst>
              <a:path w="476250" h="266700">
                <a:moveTo>
                  <a:pt x="0" y="171450"/>
                </a:moveTo>
                <a:lnTo>
                  <a:pt x="285750" y="171450"/>
                </a:lnTo>
                <a:lnTo>
                  <a:pt x="285750" y="266700"/>
                </a:lnTo>
                <a:lnTo>
                  <a:pt x="476250" y="133350"/>
                </a:lnTo>
                <a:lnTo>
                  <a:pt x="285750" y="0"/>
                </a:lnTo>
                <a:lnTo>
                  <a:pt x="28575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EF9C9A"/>
          </a:solidFill>
          <a:ln xmlns:a="http://schemas.openxmlformats.org/drawingml/2006/main" w="0">
            <a:noFill/>
          </a:ln>
        </p:spPr>
      </p:sp>
      <p:sp>
        <p:nvSpPr>
          <p:cNvPr id="165" name="AI-078-165">
            <a:extLst xmlns:a="http://schemas.openxmlformats.org/drawingml/2006/main">
              <a:ext uri="{FF2B5EF4-FFF2-40B4-BE49-F238E27FC236}">
                <a16:creationId xmlns:a16="http://schemas.microsoft.com/office/drawing/2014/main" id="{77A0B09F-0EC3-4D53-A8E0-53A01672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161925"/>
            <a:ext cx="2714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Latent space of</a:t>
            </a:r>
          </a:p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 expression profile</a:t>
            </a:r>
          </a:p>
        </p:txBody>
      </p:sp>
      <p:sp>
        <p:nvSpPr>
          <p:cNvPr id="166" name="AI-078-166">
            <a:extLst xmlns:a="http://schemas.openxmlformats.org/drawingml/2006/main">
              <a:ext uri="{FF2B5EF4-FFF2-40B4-BE49-F238E27FC236}">
                <a16:creationId xmlns:a16="http://schemas.microsoft.com/office/drawing/2014/main" id="{1C71A277-759E-4778-9E04-607536F1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175" y="2981325"/>
            <a:ext cx="2581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Latent space of SMILES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representations</a:t>
            </a:r>
          </a:p>
        </p:txBody>
      </p:sp>
      <p:sp>
        <p:nvSpPr>
          <p:cNvPr id="167" name="path-167">
            <a:extLst xmlns:a="http://schemas.openxmlformats.org/drawingml/2006/main">
              <a:ext uri="{FF2B5EF4-FFF2-40B4-BE49-F238E27FC236}">
                <a16:creationId xmlns:a16="http://schemas.microsoft.com/office/drawing/2014/main" id="{401BB0D6-5B4D-4EE3-B6D1-F2F02806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104900"/>
            <a:ext cx="1143000" cy="581025"/>
          </a:xfrm>
          <a:custGeom xmlns:a="http://schemas.openxmlformats.org/drawingml/2006/main">
            <a:pathLst>
              <a:path w="1143000" h="581025">
                <a:moveTo>
                  <a:pt x="0" y="180975"/>
                </a:moveTo>
                <a:lnTo>
                  <a:pt x="142875" y="95250"/>
                </a:lnTo>
                <a:lnTo>
                  <a:pt x="304800" y="85725"/>
                </a:lnTo>
                <a:lnTo>
                  <a:pt x="514350" y="152400"/>
                </a:lnTo>
                <a:lnTo>
                  <a:pt x="704850" y="0"/>
                </a:lnTo>
                <a:lnTo>
                  <a:pt x="981075" y="28575"/>
                </a:lnTo>
                <a:lnTo>
                  <a:pt x="1143000" y="466725"/>
                </a:lnTo>
                <a:lnTo>
                  <a:pt x="1000125" y="447675"/>
                </a:lnTo>
                <a:lnTo>
                  <a:pt x="790575" y="571500"/>
                </a:lnTo>
                <a:lnTo>
                  <a:pt x="638175" y="485775"/>
                </a:lnTo>
                <a:lnTo>
                  <a:pt x="361950" y="533400"/>
                </a:lnTo>
                <a:lnTo>
                  <a:pt x="200025" y="581025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FAFCFC"/>
          </a:solidFill>
          <a:ln xmlns:a="http://schemas.openxmlformats.org/drawingml/2006/main" w="19050">
            <a:solidFill>
              <a:srgbClr val="B8BBBD"/>
            </a:solidFill>
          </a:ln>
        </p:spPr>
      </p:sp>
      <p:sp>
        <p:nvSpPr>
          <p:cNvPr id="168" name="path-168">
            <a:extLst xmlns:a="http://schemas.openxmlformats.org/drawingml/2006/main">
              <a:ext uri="{FF2B5EF4-FFF2-40B4-BE49-F238E27FC236}">
                <a16:creationId xmlns:a16="http://schemas.microsoft.com/office/drawing/2014/main" id="{EB47C5E8-AB97-41B0-A1B5-311726DF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2763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7439E9C7-C26A-4876-8816-D8FD72D3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2763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197ED777-B944-42E8-9909-D3B17995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2763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5F0B839B-3342-4DAD-B0B6-5AC9440D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2763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2D17CA71-AC75-4584-A155-8BAEEE83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2763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8A3EB9CA-D6ED-414C-9822-D2D88525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2763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0E318F3C-7D97-4B0E-8AA5-8922A8CF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38250"/>
            <a:ext cx="876300" cy="47625"/>
          </a:xfrm>
          <a:custGeom xmlns:a="http://schemas.openxmlformats.org/drawingml/2006/main">
            <a:pathLst>
              <a:path w="876300" h="47625">
                <a:moveTo>
                  <a:pt x="0" y="47625"/>
                </a:move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A788BCF5-B196-49F9-B9CC-629F0FD4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33500"/>
            <a:ext cx="876300" cy="47625"/>
          </a:xfrm>
          <a:custGeom xmlns:a="http://schemas.openxmlformats.org/drawingml/2006/main">
            <a:pathLst>
              <a:path w="876300" h="47625">
                <a:moveTo>
                  <a:pt x="0" y="47625"/>
                </a:move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E8EC5E1D-CBB6-41A1-A6C6-6DC3C92D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28750"/>
            <a:ext cx="876300" cy="47625"/>
          </a:xfrm>
          <a:custGeom xmlns:a="http://schemas.openxmlformats.org/drawingml/2006/main">
            <a:pathLst>
              <a:path w="876300" h="47625">
                <a:moveTo>
                  <a:pt x="0" y="47625"/>
                </a:move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77" name="path-177">
            <a:extLst xmlns:a="http://schemas.openxmlformats.org/drawingml/2006/main">
              <a:ext uri="{FF2B5EF4-FFF2-40B4-BE49-F238E27FC236}">
                <a16:creationId xmlns:a16="http://schemas.microsoft.com/office/drawing/2014/main" id="{D07A2892-04CF-499F-BCAB-D08ACE30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524000"/>
            <a:ext cx="876300" cy="47625"/>
          </a:xfrm>
          <a:custGeom xmlns:a="http://schemas.openxmlformats.org/drawingml/2006/main">
            <a:pathLst>
              <a:path w="876300" h="47625">
                <a:moveTo>
                  <a:pt x="0" y="47625"/>
                </a:move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78" name="path-178">
            <a:extLst xmlns:a="http://schemas.openxmlformats.org/drawingml/2006/main">
              <a:ext uri="{FF2B5EF4-FFF2-40B4-BE49-F238E27FC236}">
                <a16:creationId xmlns:a16="http://schemas.microsoft.com/office/drawing/2014/main" id="{373B9F53-B54F-4E7F-8939-E5E4FF46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028700"/>
            <a:ext cx="514350" cy="310241"/>
          </a:xfrm>
          <a:custGeom xmlns:a="http://schemas.openxmlformats.org/drawingml/2006/main">
            <a:pathLst>
              <a:path w="514350" h="310241">
                <a:moveTo>
                  <a:pt x="0" y="310241"/>
                </a:moveTo>
                <a:lnTo>
                  <a:pt x="5715" y="308207"/>
                </a:lnTo>
                <a:lnTo>
                  <a:pt x="11430" y="305925"/>
                </a:lnTo>
                <a:lnTo>
                  <a:pt x="17145" y="303374"/>
                </a:lnTo>
                <a:lnTo>
                  <a:pt x="22860" y="300534"/>
                </a:lnTo>
                <a:lnTo>
                  <a:pt x="28575" y="297382"/>
                </a:lnTo>
                <a:lnTo>
                  <a:pt x="34290" y="293898"/>
                </a:lnTo>
                <a:lnTo>
                  <a:pt x="40005" y="290062"/>
                </a:lnTo>
                <a:lnTo>
                  <a:pt x="45720" y="285853"/>
                </a:lnTo>
                <a:lnTo>
                  <a:pt x="51435" y="281254"/>
                </a:lnTo>
                <a:lnTo>
                  <a:pt x="57150" y="276247"/>
                </a:lnTo>
                <a:lnTo>
                  <a:pt x="62865" y="270818"/>
                </a:lnTo>
                <a:lnTo>
                  <a:pt x="68580" y="264955"/>
                </a:lnTo>
                <a:lnTo>
                  <a:pt x="74295" y="258647"/>
                </a:lnTo>
                <a:lnTo>
                  <a:pt x="80010" y="251890"/>
                </a:lnTo>
                <a:lnTo>
                  <a:pt x="85725" y="244681"/>
                </a:lnTo>
                <a:lnTo>
                  <a:pt x="91440" y="237022"/>
                </a:lnTo>
                <a:lnTo>
                  <a:pt x="97155" y="228919"/>
                </a:lnTo>
                <a:lnTo>
                  <a:pt x="102870" y="220385"/>
                </a:lnTo>
                <a:lnTo>
                  <a:pt x="108585" y="211435"/>
                </a:lnTo>
                <a:lnTo>
                  <a:pt x="114300" y="202094"/>
                </a:lnTo>
                <a:lnTo>
                  <a:pt x="120015" y="192388"/>
                </a:lnTo>
                <a:lnTo>
                  <a:pt x="125730" y="182353"/>
                </a:lnTo>
                <a:lnTo>
                  <a:pt x="131445" y="172027"/>
                </a:lnTo>
                <a:lnTo>
                  <a:pt x="137160" y="161457"/>
                </a:lnTo>
                <a:lnTo>
                  <a:pt x="142875" y="150694"/>
                </a:lnTo>
                <a:lnTo>
                  <a:pt x="148590" y="139795"/>
                </a:lnTo>
                <a:lnTo>
                  <a:pt x="154305" y="128821"/>
                </a:lnTo>
                <a:lnTo>
                  <a:pt x="160020" y="117838"/>
                </a:lnTo>
                <a:lnTo>
                  <a:pt x="165735" y="106918"/>
                </a:lnTo>
                <a:lnTo>
                  <a:pt x="171450" y="96132"/>
                </a:lnTo>
                <a:lnTo>
                  <a:pt x="177165" y="85558"/>
                </a:lnTo>
                <a:lnTo>
                  <a:pt x="182880" y="75271"/>
                </a:lnTo>
                <a:lnTo>
                  <a:pt x="188595" y="65352"/>
                </a:lnTo>
                <a:lnTo>
                  <a:pt x="194310" y="55876"/>
                </a:lnTo>
                <a:lnTo>
                  <a:pt x="200025" y="46922"/>
                </a:lnTo>
                <a:lnTo>
                  <a:pt x="205740" y="38562"/>
                </a:lnTo>
                <a:lnTo>
                  <a:pt x="211455" y="30869"/>
                </a:lnTo>
                <a:lnTo>
                  <a:pt x="217170" y="23909"/>
                </a:lnTo>
                <a:lnTo>
                  <a:pt x="222885" y="17744"/>
                </a:lnTo>
                <a:lnTo>
                  <a:pt x="228600" y="12428"/>
                </a:lnTo>
                <a:lnTo>
                  <a:pt x="234315" y="8010"/>
                </a:lnTo>
                <a:lnTo>
                  <a:pt x="240030" y="4530"/>
                </a:lnTo>
                <a:lnTo>
                  <a:pt x="245745" y="2021"/>
                </a:lnTo>
                <a:lnTo>
                  <a:pt x="251460" y="506"/>
                </a:lnTo>
                <a:lnTo>
                  <a:pt x="257175" y="0"/>
                </a:lnTo>
                <a:lnTo>
                  <a:pt x="262890" y="506"/>
                </a:lnTo>
                <a:lnTo>
                  <a:pt x="268605" y="2021"/>
                </a:lnTo>
                <a:lnTo>
                  <a:pt x="274320" y="4530"/>
                </a:lnTo>
                <a:lnTo>
                  <a:pt x="280035" y="8010"/>
                </a:lnTo>
                <a:lnTo>
                  <a:pt x="285750" y="12428"/>
                </a:lnTo>
                <a:lnTo>
                  <a:pt x="291465" y="17744"/>
                </a:lnTo>
                <a:lnTo>
                  <a:pt x="297180" y="23909"/>
                </a:lnTo>
                <a:lnTo>
                  <a:pt x="302895" y="30869"/>
                </a:lnTo>
                <a:lnTo>
                  <a:pt x="308610" y="38562"/>
                </a:lnTo>
                <a:lnTo>
                  <a:pt x="314325" y="46922"/>
                </a:lnTo>
                <a:lnTo>
                  <a:pt x="320040" y="55876"/>
                </a:lnTo>
                <a:lnTo>
                  <a:pt x="325755" y="65352"/>
                </a:lnTo>
                <a:lnTo>
                  <a:pt x="331470" y="75271"/>
                </a:lnTo>
                <a:lnTo>
                  <a:pt x="337185" y="85558"/>
                </a:lnTo>
                <a:lnTo>
                  <a:pt x="342900" y="96132"/>
                </a:lnTo>
                <a:lnTo>
                  <a:pt x="348615" y="106918"/>
                </a:lnTo>
                <a:lnTo>
                  <a:pt x="354330" y="117838"/>
                </a:lnTo>
                <a:lnTo>
                  <a:pt x="360045" y="128821"/>
                </a:lnTo>
                <a:lnTo>
                  <a:pt x="365760" y="139795"/>
                </a:lnTo>
                <a:lnTo>
                  <a:pt x="371475" y="150694"/>
                </a:lnTo>
                <a:lnTo>
                  <a:pt x="377190" y="161457"/>
                </a:lnTo>
                <a:lnTo>
                  <a:pt x="382905" y="172027"/>
                </a:lnTo>
                <a:lnTo>
                  <a:pt x="388620" y="182353"/>
                </a:lnTo>
                <a:lnTo>
                  <a:pt x="394335" y="192388"/>
                </a:lnTo>
                <a:lnTo>
                  <a:pt x="400050" y="202094"/>
                </a:lnTo>
                <a:lnTo>
                  <a:pt x="405765" y="211435"/>
                </a:lnTo>
                <a:lnTo>
                  <a:pt x="411480" y="220385"/>
                </a:lnTo>
                <a:lnTo>
                  <a:pt x="417195" y="228919"/>
                </a:lnTo>
                <a:lnTo>
                  <a:pt x="422910" y="237022"/>
                </a:lnTo>
                <a:lnTo>
                  <a:pt x="428625" y="244681"/>
                </a:lnTo>
                <a:lnTo>
                  <a:pt x="434340" y="251890"/>
                </a:lnTo>
                <a:lnTo>
                  <a:pt x="440055" y="258647"/>
                </a:lnTo>
                <a:lnTo>
                  <a:pt x="445770" y="264955"/>
                </a:lnTo>
                <a:lnTo>
                  <a:pt x="451485" y="270818"/>
                </a:lnTo>
                <a:lnTo>
                  <a:pt x="457200" y="276247"/>
                </a:lnTo>
                <a:lnTo>
                  <a:pt x="462915" y="281254"/>
                </a:lnTo>
                <a:lnTo>
                  <a:pt x="468630" y="285853"/>
                </a:lnTo>
                <a:lnTo>
                  <a:pt x="474345" y="290062"/>
                </a:lnTo>
                <a:lnTo>
                  <a:pt x="480060" y="293898"/>
                </a:lnTo>
                <a:lnTo>
                  <a:pt x="485775" y="297382"/>
                </a:lnTo>
                <a:lnTo>
                  <a:pt x="491490" y="300534"/>
                </a:lnTo>
                <a:lnTo>
                  <a:pt x="497205" y="303374"/>
                </a:lnTo>
                <a:lnTo>
                  <a:pt x="502920" y="305925"/>
                </a:lnTo>
                <a:lnTo>
                  <a:pt x="508635" y="308207"/>
                </a:lnTo>
                <a:lnTo>
                  <a:pt x="514350" y="310241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C2429"/>
            </a:solidFill>
          </a:ln>
        </p:spPr>
      </p:sp>
      <p:sp>
        <p:nvSpPr>
          <p:cNvPr id="179" name="path-179">
            <a:extLst xmlns:a="http://schemas.openxmlformats.org/drawingml/2006/main">
              <a:ext uri="{FF2B5EF4-FFF2-40B4-BE49-F238E27FC236}">
                <a16:creationId xmlns:a16="http://schemas.microsoft.com/office/drawing/2014/main" id="{130A0E82-977D-4B0B-8F46-FA80934B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52550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  <a:prstDash val="dash"/>
          </a:ln>
        </p:spPr>
      </p:sp>
      <p:sp>
        <p:nvSpPr>
          <p:cNvPr id="180" name="AI-078-180">
            <a:extLst xmlns:a="http://schemas.openxmlformats.org/drawingml/2006/main">
              <a:ext uri="{FF2B5EF4-FFF2-40B4-BE49-F238E27FC236}">
                <a16:creationId xmlns:a16="http://schemas.microsoft.com/office/drawing/2014/main" id="{58794981-FBEB-4D16-985D-D8D499CF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8975" y="1304925"/>
            <a:ext cx="55245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33333"/>
            </a:solidFill>
          </a:ln>
        </p:spPr>
      </p:sp>
      <p:sp>
        <p:nvSpPr>
          <p:cNvPr id="181" name="AI-078-181">
            <a:extLst xmlns:a="http://schemas.openxmlformats.org/drawingml/2006/main">
              <a:ext uri="{FF2B5EF4-FFF2-40B4-BE49-F238E27FC236}">
                <a16:creationId xmlns:a16="http://schemas.microsoft.com/office/drawing/2014/main" id="{1607B466-33A1-4733-8FCB-2304D38A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1390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AC2"/>
          </a:solidFill>
          <a:ln xmlns:a="http://schemas.openxmlformats.org/drawingml/2006/main" w="0">
            <a:noFill/>
          </a:ln>
        </p:spPr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B9058FF2-6704-4368-BA20-F567BEFC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076700"/>
            <a:ext cx="1143000" cy="581025"/>
          </a:xfrm>
          <a:custGeom xmlns:a="http://schemas.openxmlformats.org/drawingml/2006/main">
            <a:pathLst>
              <a:path w="1143000" h="581025">
                <a:moveTo>
                  <a:pt x="0" y="180975"/>
                </a:moveTo>
                <a:lnTo>
                  <a:pt x="142875" y="95250"/>
                </a:lnTo>
                <a:lnTo>
                  <a:pt x="304800" y="85725"/>
                </a:lnTo>
                <a:lnTo>
                  <a:pt x="514350" y="152400"/>
                </a:lnTo>
                <a:lnTo>
                  <a:pt x="704850" y="0"/>
                </a:lnTo>
                <a:lnTo>
                  <a:pt x="981075" y="28575"/>
                </a:lnTo>
                <a:lnTo>
                  <a:pt x="1143000" y="466725"/>
                </a:lnTo>
                <a:lnTo>
                  <a:pt x="1000125" y="447675"/>
                </a:lnTo>
                <a:lnTo>
                  <a:pt x="790575" y="571500"/>
                </a:lnTo>
                <a:lnTo>
                  <a:pt x="638175" y="485775"/>
                </a:lnTo>
                <a:lnTo>
                  <a:pt x="361950" y="533400"/>
                </a:lnTo>
                <a:lnTo>
                  <a:pt x="200025" y="581025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FAFCFC"/>
          </a:solidFill>
          <a:ln xmlns:a="http://schemas.openxmlformats.org/drawingml/2006/main" w="19050">
            <a:solidFill>
              <a:srgbClr val="B8BBBD"/>
            </a:solidFill>
          </a:ln>
        </p:spPr>
      </p:sp>
      <p:sp>
        <p:nvSpPr>
          <p:cNvPr id="183" name="path-183">
            <a:extLst xmlns:a="http://schemas.openxmlformats.org/drawingml/2006/main">
              <a:ext uri="{FF2B5EF4-FFF2-40B4-BE49-F238E27FC236}">
                <a16:creationId xmlns:a16="http://schemas.microsoft.com/office/drawing/2014/main" id="{437AB702-F83B-47F0-BE9C-E3F1C1CD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481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84" name="path-184">
            <a:extLst xmlns:a="http://schemas.openxmlformats.org/drawingml/2006/main">
              <a:ext uri="{FF2B5EF4-FFF2-40B4-BE49-F238E27FC236}">
                <a16:creationId xmlns:a16="http://schemas.microsoft.com/office/drawing/2014/main" id="{D6453F99-B882-4BE2-85F9-BC9A9006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481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85" name="path-185">
            <a:extLst xmlns:a="http://schemas.openxmlformats.org/drawingml/2006/main">
              <a:ext uri="{FF2B5EF4-FFF2-40B4-BE49-F238E27FC236}">
                <a16:creationId xmlns:a16="http://schemas.microsoft.com/office/drawing/2014/main" id="{842A8047-2BCF-48A6-BE87-776EA15D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481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86" name="path-186">
            <a:extLst xmlns:a="http://schemas.openxmlformats.org/drawingml/2006/main">
              <a:ext uri="{FF2B5EF4-FFF2-40B4-BE49-F238E27FC236}">
                <a16:creationId xmlns:a16="http://schemas.microsoft.com/office/drawing/2014/main" id="{49B2FBD3-7C7D-4E4A-B172-65B0F01F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481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87" name="path-187">
            <a:extLst xmlns:a="http://schemas.openxmlformats.org/drawingml/2006/main">
              <a:ext uri="{FF2B5EF4-FFF2-40B4-BE49-F238E27FC236}">
                <a16:creationId xmlns:a16="http://schemas.microsoft.com/office/drawing/2014/main" id="{6C199067-1A88-416B-98E3-88ECBE48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481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88" name="path-188">
            <a:extLst xmlns:a="http://schemas.openxmlformats.org/drawingml/2006/main">
              <a:ext uri="{FF2B5EF4-FFF2-40B4-BE49-F238E27FC236}">
                <a16:creationId xmlns:a16="http://schemas.microsoft.com/office/drawing/2014/main" id="{20447785-8533-4B79-A76E-041BB130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48150"/>
            <a:ext cx="133350" cy="342900"/>
          </a:xfrm>
          <a:custGeom xmlns:a="http://schemas.openxmlformats.org/drawingml/2006/main">
            <a:pathLst>
              <a:path w="133350" h="342900">
                <a:moveTo>
                  <a:pt x="0" y="0"/>
                </a:moveTo>
                <a:lnTo>
                  <a:pt x="1333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89" name="path-189">
            <a:extLst xmlns:a="http://schemas.openxmlformats.org/drawingml/2006/main">
              <a:ext uri="{FF2B5EF4-FFF2-40B4-BE49-F238E27FC236}">
                <a16:creationId xmlns:a16="http://schemas.microsoft.com/office/drawing/2014/main" id="{ECDC83D8-DC36-4A7A-8F3B-372D2514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10050"/>
            <a:ext cx="876300" cy="47625"/>
          </a:xfrm>
          <a:custGeom xmlns:a="http://schemas.openxmlformats.org/drawingml/2006/main">
            <a:pathLst>
              <a:path w="876300" h="47625">
                <a:moveTo>
                  <a:pt x="0" y="47625"/>
                </a:move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90" name="path-190">
            <a:extLst xmlns:a="http://schemas.openxmlformats.org/drawingml/2006/main">
              <a:ext uri="{FF2B5EF4-FFF2-40B4-BE49-F238E27FC236}">
                <a16:creationId xmlns:a16="http://schemas.microsoft.com/office/drawing/2014/main" id="{B4951F7B-95C0-4968-8C0D-21E72077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05300"/>
            <a:ext cx="876300" cy="47625"/>
          </a:xfrm>
          <a:custGeom xmlns:a="http://schemas.openxmlformats.org/drawingml/2006/main">
            <a:pathLst>
              <a:path w="876300" h="47625">
                <a:moveTo>
                  <a:pt x="0" y="47625"/>
                </a:move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91" name="path-191">
            <a:extLst xmlns:a="http://schemas.openxmlformats.org/drawingml/2006/main">
              <a:ext uri="{FF2B5EF4-FFF2-40B4-BE49-F238E27FC236}">
                <a16:creationId xmlns:a16="http://schemas.microsoft.com/office/drawing/2014/main" id="{DE32387D-6AF5-4CA1-A226-CCE6A60E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00550"/>
            <a:ext cx="876300" cy="47625"/>
          </a:xfrm>
          <a:custGeom xmlns:a="http://schemas.openxmlformats.org/drawingml/2006/main">
            <a:pathLst>
              <a:path w="876300" h="47625">
                <a:moveTo>
                  <a:pt x="0" y="47625"/>
                </a:move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92" name="path-192">
            <a:extLst xmlns:a="http://schemas.openxmlformats.org/drawingml/2006/main">
              <a:ext uri="{FF2B5EF4-FFF2-40B4-BE49-F238E27FC236}">
                <a16:creationId xmlns:a16="http://schemas.microsoft.com/office/drawing/2014/main" id="{968A74EB-4866-4DA9-A03E-B1EEC0C0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95800"/>
            <a:ext cx="876300" cy="47625"/>
          </a:xfrm>
          <a:custGeom xmlns:a="http://schemas.openxmlformats.org/drawingml/2006/main">
            <a:pathLst>
              <a:path w="876300" h="47625">
                <a:moveTo>
                  <a:pt x="0" y="47625"/>
                </a:move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FE0"/>
            </a:solidFill>
            <a:prstDash val="dash"/>
          </a:ln>
        </p:spPr>
      </p:sp>
      <p:sp>
        <p:nvSpPr>
          <p:cNvPr id="193" name="path-193">
            <a:extLst xmlns:a="http://schemas.openxmlformats.org/drawingml/2006/main">
              <a:ext uri="{FF2B5EF4-FFF2-40B4-BE49-F238E27FC236}">
                <a16:creationId xmlns:a16="http://schemas.microsoft.com/office/drawing/2014/main" id="{F6C38915-A8CD-49BE-B964-01703B05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514350" cy="310241"/>
          </a:xfrm>
          <a:custGeom xmlns:a="http://schemas.openxmlformats.org/drawingml/2006/main">
            <a:pathLst>
              <a:path w="514350" h="310241">
                <a:moveTo>
                  <a:pt x="0" y="310241"/>
                </a:moveTo>
                <a:lnTo>
                  <a:pt x="5715" y="308207"/>
                </a:lnTo>
                <a:lnTo>
                  <a:pt x="11430" y="305925"/>
                </a:lnTo>
                <a:lnTo>
                  <a:pt x="17145" y="303374"/>
                </a:lnTo>
                <a:lnTo>
                  <a:pt x="22860" y="300534"/>
                </a:lnTo>
                <a:lnTo>
                  <a:pt x="28575" y="297382"/>
                </a:lnTo>
                <a:lnTo>
                  <a:pt x="34290" y="293898"/>
                </a:lnTo>
                <a:lnTo>
                  <a:pt x="40005" y="290062"/>
                </a:lnTo>
                <a:lnTo>
                  <a:pt x="45720" y="285853"/>
                </a:lnTo>
                <a:lnTo>
                  <a:pt x="51435" y="281254"/>
                </a:lnTo>
                <a:lnTo>
                  <a:pt x="57150" y="276247"/>
                </a:lnTo>
                <a:lnTo>
                  <a:pt x="62865" y="270818"/>
                </a:lnTo>
                <a:lnTo>
                  <a:pt x="68580" y="264955"/>
                </a:lnTo>
                <a:lnTo>
                  <a:pt x="74295" y="258647"/>
                </a:lnTo>
                <a:lnTo>
                  <a:pt x="80010" y="251890"/>
                </a:lnTo>
                <a:lnTo>
                  <a:pt x="85725" y="244681"/>
                </a:lnTo>
                <a:lnTo>
                  <a:pt x="91440" y="237022"/>
                </a:lnTo>
                <a:lnTo>
                  <a:pt x="97155" y="228919"/>
                </a:lnTo>
                <a:lnTo>
                  <a:pt x="102870" y="220385"/>
                </a:lnTo>
                <a:lnTo>
                  <a:pt x="108585" y="211435"/>
                </a:lnTo>
                <a:lnTo>
                  <a:pt x="114300" y="202094"/>
                </a:lnTo>
                <a:lnTo>
                  <a:pt x="120015" y="192388"/>
                </a:lnTo>
                <a:lnTo>
                  <a:pt x="125730" y="182353"/>
                </a:lnTo>
                <a:lnTo>
                  <a:pt x="131445" y="172027"/>
                </a:lnTo>
                <a:lnTo>
                  <a:pt x="137160" y="161457"/>
                </a:lnTo>
                <a:lnTo>
                  <a:pt x="142875" y="150694"/>
                </a:lnTo>
                <a:lnTo>
                  <a:pt x="148590" y="139795"/>
                </a:lnTo>
                <a:lnTo>
                  <a:pt x="154305" y="128821"/>
                </a:lnTo>
                <a:lnTo>
                  <a:pt x="160020" y="117838"/>
                </a:lnTo>
                <a:lnTo>
                  <a:pt x="165735" y="106918"/>
                </a:lnTo>
                <a:lnTo>
                  <a:pt x="171450" y="96132"/>
                </a:lnTo>
                <a:lnTo>
                  <a:pt x="177165" y="85558"/>
                </a:lnTo>
                <a:lnTo>
                  <a:pt x="182880" y="75271"/>
                </a:lnTo>
                <a:lnTo>
                  <a:pt x="188595" y="65352"/>
                </a:lnTo>
                <a:lnTo>
                  <a:pt x="194310" y="55876"/>
                </a:lnTo>
                <a:lnTo>
                  <a:pt x="200025" y="46922"/>
                </a:lnTo>
                <a:lnTo>
                  <a:pt x="205740" y="38562"/>
                </a:lnTo>
                <a:lnTo>
                  <a:pt x="211455" y="30869"/>
                </a:lnTo>
                <a:lnTo>
                  <a:pt x="217170" y="23909"/>
                </a:lnTo>
                <a:lnTo>
                  <a:pt x="222885" y="17744"/>
                </a:lnTo>
                <a:lnTo>
                  <a:pt x="228600" y="12428"/>
                </a:lnTo>
                <a:lnTo>
                  <a:pt x="234315" y="8010"/>
                </a:lnTo>
                <a:lnTo>
                  <a:pt x="240030" y="4530"/>
                </a:lnTo>
                <a:lnTo>
                  <a:pt x="245745" y="2021"/>
                </a:lnTo>
                <a:lnTo>
                  <a:pt x="251460" y="506"/>
                </a:lnTo>
                <a:lnTo>
                  <a:pt x="257175" y="0"/>
                </a:lnTo>
                <a:lnTo>
                  <a:pt x="262890" y="506"/>
                </a:lnTo>
                <a:lnTo>
                  <a:pt x="268605" y="2021"/>
                </a:lnTo>
                <a:lnTo>
                  <a:pt x="274320" y="4530"/>
                </a:lnTo>
                <a:lnTo>
                  <a:pt x="280035" y="8010"/>
                </a:lnTo>
                <a:lnTo>
                  <a:pt x="285750" y="12428"/>
                </a:lnTo>
                <a:lnTo>
                  <a:pt x="291465" y="17744"/>
                </a:lnTo>
                <a:lnTo>
                  <a:pt x="297180" y="23909"/>
                </a:lnTo>
                <a:lnTo>
                  <a:pt x="302895" y="30869"/>
                </a:lnTo>
                <a:lnTo>
                  <a:pt x="308610" y="38562"/>
                </a:lnTo>
                <a:lnTo>
                  <a:pt x="314325" y="46922"/>
                </a:lnTo>
                <a:lnTo>
                  <a:pt x="320040" y="55876"/>
                </a:lnTo>
                <a:lnTo>
                  <a:pt x="325755" y="65352"/>
                </a:lnTo>
                <a:lnTo>
                  <a:pt x="331470" y="75271"/>
                </a:lnTo>
                <a:lnTo>
                  <a:pt x="337185" y="85558"/>
                </a:lnTo>
                <a:lnTo>
                  <a:pt x="342900" y="96132"/>
                </a:lnTo>
                <a:lnTo>
                  <a:pt x="348615" y="106918"/>
                </a:lnTo>
                <a:lnTo>
                  <a:pt x="354330" y="117838"/>
                </a:lnTo>
                <a:lnTo>
                  <a:pt x="360045" y="128821"/>
                </a:lnTo>
                <a:lnTo>
                  <a:pt x="365760" y="139795"/>
                </a:lnTo>
                <a:lnTo>
                  <a:pt x="371475" y="150694"/>
                </a:lnTo>
                <a:lnTo>
                  <a:pt x="377190" y="161457"/>
                </a:lnTo>
                <a:lnTo>
                  <a:pt x="382905" y="172027"/>
                </a:lnTo>
                <a:lnTo>
                  <a:pt x="388620" y="182353"/>
                </a:lnTo>
                <a:lnTo>
                  <a:pt x="394335" y="192388"/>
                </a:lnTo>
                <a:lnTo>
                  <a:pt x="400050" y="202094"/>
                </a:lnTo>
                <a:lnTo>
                  <a:pt x="405765" y="211435"/>
                </a:lnTo>
                <a:lnTo>
                  <a:pt x="411480" y="220385"/>
                </a:lnTo>
                <a:lnTo>
                  <a:pt x="417195" y="228919"/>
                </a:lnTo>
                <a:lnTo>
                  <a:pt x="422910" y="237022"/>
                </a:lnTo>
                <a:lnTo>
                  <a:pt x="428625" y="244681"/>
                </a:lnTo>
                <a:lnTo>
                  <a:pt x="434340" y="251890"/>
                </a:lnTo>
                <a:lnTo>
                  <a:pt x="440055" y="258647"/>
                </a:lnTo>
                <a:lnTo>
                  <a:pt x="445770" y="264955"/>
                </a:lnTo>
                <a:lnTo>
                  <a:pt x="451485" y="270818"/>
                </a:lnTo>
                <a:lnTo>
                  <a:pt x="457200" y="276247"/>
                </a:lnTo>
                <a:lnTo>
                  <a:pt x="462915" y="281254"/>
                </a:lnTo>
                <a:lnTo>
                  <a:pt x="468630" y="285853"/>
                </a:lnTo>
                <a:lnTo>
                  <a:pt x="474345" y="290062"/>
                </a:lnTo>
                <a:lnTo>
                  <a:pt x="480060" y="293898"/>
                </a:lnTo>
                <a:lnTo>
                  <a:pt x="485775" y="297382"/>
                </a:lnTo>
                <a:lnTo>
                  <a:pt x="491490" y="300534"/>
                </a:lnTo>
                <a:lnTo>
                  <a:pt x="497205" y="303374"/>
                </a:lnTo>
                <a:lnTo>
                  <a:pt x="502920" y="305925"/>
                </a:lnTo>
                <a:lnTo>
                  <a:pt x="508635" y="308207"/>
                </a:lnTo>
                <a:lnTo>
                  <a:pt x="514350" y="310241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C2429"/>
            </a:solidFill>
          </a:ln>
        </p:spPr>
      </p:sp>
      <p:sp>
        <p:nvSpPr>
          <p:cNvPr id="194" name="path-194">
            <a:extLst xmlns:a="http://schemas.openxmlformats.org/drawingml/2006/main">
              <a:ext uri="{FF2B5EF4-FFF2-40B4-BE49-F238E27FC236}">
                <a16:creationId xmlns:a16="http://schemas.microsoft.com/office/drawing/2014/main" id="{61B328CC-33B5-4703-ACCD-806CB9A5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24350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  <a:prstDash val="dash"/>
          </a:ln>
        </p:spPr>
      </p:sp>
      <p:sp>
        <p:nvSpPr>
          <p:cNvPr id="195" name="AI-078-195">
            <a:extLst xmlns:a="http://schemas.openxmlformats.org/drawingml/2006/main">
              <a:ext uri="{FF2B5EF4-FFF2-40B4-BE49-F238E27FC236}">
                <a16:creationId xmlns:a16="http://schemas.microsoft.com/office/drawing/2014/main" id="{46220D32-59F5-4594-84D1-D65E493D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4276725"/>
            <a:ext cx="55245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33333"/>
            </a:solidFill>
          </a:ln>
        </p:spPr>
      </p:sp>
      <p:sp>
        <p:nvSpPr>
          <p:cNvPr id="196" name="AI-078-196">
            <a:extLst xmlns:a="http://schemas.openxmlformats.org/drawingml/2006/main">
              <a:ext uri="{FF2B5EF4-FFF2-40B4-BE49-F238E27FC236}">
                <a16:creationId xmlns:a16="http://schemas.microsoft.com/office/drawing/2014/main" id="{44E20ADE-2CEE-41C8-B65D-3C08871B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4362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AC2"/>
          </a:solidFill>
          <a:ln xmlns:a="http://schemas.openxmlformats.org/drawingml/2006/main" w="0">
            <a:noFill/>
          </a:ln>
        </p:spPr>
      </p:sp>
      <p:sp>
        <p:nvSpPr>
          <p:cNvPr id="197" name="path-197">
            <a:extLst xmlns:a="http://schemas.openxmlformats.org/drawingml/2006/main">
              <a:ext uri="{FF2B5EF4-FFF2-40B4-BE49-F238E27FC236}">
                <a16:creationId xmlns:a16="http://schemas.microsoft.com/office/drawing/2014/main" id="{CF0AD486-CEED-4D71-98F9-CCCC44BC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093594"/>
            <a:ext cx="1152525" cy="601856"/>
          </a:xfrm>
          <a:custGeom xmlns:a="http://schemas.openxmlformats.org/drawingml/2006/main">
            <a:pathLst>
              <a:path w="1152525" h="601856">
                <a:moveTo>
                  <a:pt x="0" y="116081"/>
                </a:moveTo>
                <a:lnTo>
                  <a:pt x="29413" y="95990"/>
                </a:lnTo>
                <a:lnTo>
                  <a:pt x="58230" y="77971"/>
                </a:lnTo>
                <a:lnTo>
                  <a:pt x="86471" y="61971"/>
                </a:lnTo>
                <a:lnTo>
                  <a:pt x="114159" y="47937"/>
                </a:lnTo>
                <a:lnTo>
                  <a:pt x="141313" y="35814"/>
                </a:lnTo>
                <a:lnTo>
                  <a:pt x="167955" y="25550"/>
                </a:lnTo>
                <a:lnTo>
                  <a:pt x="194106" y="17091"/>
                </a:lnTo>
                <a:lnTo>
                  <a:pt x="219788" y="10384"/>
                </a:lnTo>
                <a:lnTo>
                  <a:pt x="245020" y="5375"/>
                </a:lnTo>
                <a:lnTo>
                  <a:pt x="269824" y="2010"/>
                </a:lnTo>
                <a:lnTo>
                  <a:pt x="294222" y="236"/>
                </a:lnTo>
                <a:lnTo>
                  <a:pt x="318233" y="0"/>
                </a:lnTo>
                <a:lnTo>
                  <a:pt x="341880" y="1248"/>
                </a:lnTo>
                <a:lnTo>
                  <a:pt x="365183" y="3926"/>
                </a:lnTo>
                <a:lnTo>
                  <a:pt x="388163" y="7982"/>
                </a:lnTo>
                <a:lnTo>
                  <a:pt x="410841" y="13361"/>
                </a:lnTo>
                <a:lnTo>
                  <a:pt x="433239" y="20011"/>
                </a:lnTo>
                <a:lnTo>
                  <a:pt x="455377" y="27876"/>
                </a:lnTo>
                <a:lnTo>
                  <a:pt x="477276" y="36905"/>
                </a:lnTo>
                <a:lnTo>
                  <a:pt x="498958" y="47044"/>
                </a:lnTo>
                <a:lnTo>
                  <a:pt x="520443" y="58239"/>
                </a:lnTo>
                <a:lnTo>
                  <a:pt x="541752" y="70436"/>
                </a:lnTo>
                <a:lnTo>
                  <a:pt x="562907" y="83583"/>
                </a:lnTo>
                <a:lnTo>
                  <a:pt x="583929" y="97625"/>
                </a:lnTo>
                <a:lnTo>
                  <a:pt x="604838" y="112509"/>
                </a:lnTo>
                <a:lnTo>
                  <a:pt x="625655" y="128182"/>
                </a:lnTo>
                <a:lnTo>
                  <a:pt x="646402" y="144591"/>
                </a:lnTo>
                <a:lnTo>
                  <a:pt x="667100" y="161681"/>
                </a:lnTo>
                <a:lnTo>
                  <a:pt x="687769" y="179399"/>
                </a:lnTo>
                <a:lnTo>
                  <a:pt x="708431" y="197691"/>
                </a:lnTo>
                <a:lnTo>
                  <a:pt x="729107" y="216505"/>
                </a:lnTo>
                <a:lnTo>
                  <a:pt x="749818" y="235787"/>
                </a:lnTo>
                <a:lnTo>
                  <a:pt x="770584" y="255483"/>
                </a:lnTo>
                <a:lnTo>
                  <a:pt x="791427" y="275540"/>
                </a:lnTo>
                <a:lnTo>
                  <a:pt x="812368" y="295904"/>
                </a:lnTo>
                <a:lnTo>
                  <a:pt x="833428" y="316521"/>
                </a:lnTo>
                <a:lnTo>
                  <a:pt x="854628" y="337339"/>
                </a:lnTo>
                <a:lnTo>
                  <a:pt x="875988" y="358304"/>
                </a:lnTo>
                <a:lnTo>
                  <a:pt x="897531" y="379362"/>
                </a:lnTo>
                <a:lnTo>
                  <a:pt x="919277" y="400460"/>
                </a:lnTo>
                <a:lnTo>
                  <a:pt x="941246" y="421544"/>
                </a:lnTo>
                <a:lnTo>
                  <a:pt x="963461" y="442560"/>
                </a:lnTo>
                <a:lnTo>
                  <a:pt x="985942" y="463457"/>
                </a:lnTo>
                <a:lnTo>
                  <a:pt x="1008710" y="484178"/>
                </a:lnTo>
                <a:lnTo>
                  <a:pt x="1031786" y="504673"/>
                </a:lnTo>
                <a:lnTo>
                  <a:pt x="1055191" y="524886"/>
                </a:lnTo>
                <a:lnTo>
                  <a:pt x="1078947" y="544764"/>
                </a:lnTo>
                <a:lnTo>
                  <a:pt x="1103074" y="564254"/>
                </a:lnTo>
                <a:lnTo>
                  <a:pt x="1127593" y="583303"/>
                </a:lnTo>
                <a:lnTo>
                  <a:pt x="1152525" y="6018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F9C9A"/>
            </a:solidFill>
          </a:ln>
        </p:spPr>
      </p:sp>
      <p:sp>
        <p:nvSpPr>
          <p:cNvPr id="198" name="path-198">
            <a:extLst xmlns:a="http://schemas.openxmlformats.org/drawingml/2006/main">
              <a:ext uri="{FF2B5EF4-FFF2-40B4-BE49-F238E27FC236}">
                <a16:creationId xmlns:a16="http://schemas.microsoft.com/office/drawing/2014/main" id="{EA49329F-56A7-4DBD-B810-9950A15F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14450"/>
            <a:ext cx="752475" cy="431666"/>
          </a:xfrm>
          <a:custGeom xmlns:a="http://schemas.openxmlformats.org/drawingml/2006/main">
            <a:pathLst>
              <a:path w="752475" h="431666">
                <a:moveTo>
                  <a:pt x="0" y="381000"/>
                </a:moveTo>
                <a:lnTo>
                  <a:pt x="17704" y="389712"/>
                </a:lnTo>
                <a:lnTo>
                  <a:pt x="35381" y="397566"/>
                </a:lnTo>
                <a:lnTo>
                  <a:pt x="53024" y="404576"/>
                </a:lnTo>
                <a:lnTo>
                  <a:pt x="70629" y="410753"/>
                </a:lnTo>
                <a:lnTo>
                  <a:pt x="88192" y="416109"/>
                </a:lnTo>
                <a:lnTo>
                  <a:pt x="105706" y="420656"/>
                </a:lnTo>
                <a:lnTo>
                  <a:pt x="123168" y="424405"/>
                </a:lnTo>
                <a:lnTo>
                  <a:pt x="140571" y="427369"/>
                </a:lnTo>
                <a:lnTo>
                  <a:pt x="157912" y="429559"/>
                </a:lnTo>
                <a:lnTo>
                  <a:pt x="175184" y="430987"/>
                </a:lnTo>
                <a:lnTo>
                  <a:pt x="192383" y="431666"/>
                </a:lnTo>
                <a:lnTo>
                  <a:pt x="209504" y="431607"/>
                </a:lnTo>
                <a:lnTo>
                  <a:pt x="226541" y="430821"/>
                </a:lnTo>
                <a:lnTo>
                  <a:pt x="243491" y="429322"/>
                </a:lnTo>
                <a:lnTo>
                  <a:pt x="260347" y="427120"/>
                </a:lnTo>
                <a:lnTo>
                  <a:pt x="277105" y="424228"/>
                </a:lnTo>
                <a:lnTo>
                  <a:pt x="293759" y="420657"/>
                </a:lnTo>
                <a:lnTo>
                  <a:pt x="310305" y="416420"/>
                </a:lnTo>
                <a:lnTo>
                  <a:pt x="326738" y="411528"/>
                </a:lnTo>
                <a:lnTo>
                  <a:pt x="343052" y="405994"/>
                </a:lnTo>
                <a:lnTo>
                  <a:pt x="359243" y="399828"/>
                </a:lnTo>
                <a:lnTo>
                  <a:pt x="375306" y="393043"/>
                </a:lnTo>
                <a:lnTo>
                  <a:pt x="391235" y="385651"/>
                </a:lnTo>
                <a:lnTo>
                  <a:pt x="407025" y="377664"/>
                </a:lnTo>
                <a:lnTo>
                  <a:pt x="422672" y="369094"/>
                </a:lnTo>
                <a:lnTo>
                  <a:pt x="438170" y="359952"/>
                </a:lnTo>
                <a:lnTo>
                  <a:pt x="453515" y="350250"/>
                </a:lnTo>
                <a:lnTo>
                  <a:pt x="468701" y="340001"/>
                </a:lnTo>
                <a:lnTo>
                  <a:pt x="483723" y="329216"/>
                </a:lnTo>
                <a:lnTo>
                  <a:pt x="498577" y="317906"/>
                </a:lnTo>
                <a:lnTo>
                  <a:pt x="513256" y="306085"/>
                </a:lnTo>
                <a:lnTo>
                  <a:pt x="527758" y="293764"/>
                </a:lnTo>
                <a:lnTo>
                  <a:pt x="542075" y="280954"/>
                </a:lnTo>
                <a:lnTo>
                  <a:pt x="556203" y="267668"/>
                </a:lnTo>
                <a:lnTo>
                  <a:pt x="570138" y="253917"/>
                </a:lnTo>
                <a:lnTo>
                  <a:pt x="583874" y="239714"/>
                </a:lnTo>
                <a:lnTo>
                  <a:pt x="597405" y="225070"/>
                </a:lnTo>
                <a:lnTo>
                  <a:pt x="610728" y="209997"/>
                </a:lnTo>
                <a:lnTo>
                  <a:pt x="623837" y="194508"/>
                </a:lnTo>
                <a:lnTo>
                  <a:pt x="636727" y="178613"/>
                </a:lnTo>
                <a:lnTo>
                  <a:pt x="649393" y="162325"/>
                </a:lnTo>
                <a:lnTo>
                  <a:pt x="661830" y="145655"/>
                </a:lnTo>
                <a:lnTo>
                  <a:pt x="674033" y="128617"/>
                </a:lnTo>
                <a:lnTo>
                  <a:pt x="685996" y="111220"/>
                </a:lnTo>
                <a:lnTo>
                  <a:pt x="697716" y="93478"/>
                </a:lnTo>
                <a:lnTo>
                  <a:pt x="709186" y="75403"/>
                </a:lnTo>
                <a:lnTo>
                  <a:pt x="720402" y="57005"/>
                </a:lnTo>
                <a:lnTo>
                  <a:pt x="731359" y="38298"/>
                </a:lnTo>
                <a:lnTo>
                  <a:pt x="742052" y="19292"/>
                </a:ln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F9C9A"/>
            </a:solidFill>
          </a:ln>
        </p:spPr>
      </p:sp>
      <p:sp>
        <p:nvSpPr>
          <p:cNvPr id="199" name="path-199">
            <a:extLst xmlns:a="http://schemas.openxmlformats.org/drawingml/2006/main">
              <a:ext uri="{FF2B5EF4-FFF2-40B4-BE49-F238E27FC236}">
                <a16:creationId xmlns:a16="http://schemas.microsoft.com/office/drawing/2014/main" id="{4615B3F3-815D-44A3-9B59-F2B1636A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04775" cy="123825"/>
          </a:xfrm>
          <a:custGeom xmlns:a="http://schemas.openxmlformats.org/drawingml/2006/main">
            <a:pathLst>
              <a:path w="104775" h="123825">
                <a:moveTo>
                  <a:pt x="0" y="66675"/>
                </a:moveTo>
                <a:lnTo>
                  <a:pt x="104775" y="0"/>
                </a:lnTo>
                <a:lnTo>
                  <a:pt x="76200" y="123825"/>
                </a:lnTo>
                <a:close/>
              </a:path>
            </a:pathLst>
          </a:custGeom>
          <a:solidFill xmlns:a="http://schemas.openxmlformats.org/drawingml/2006/main">
            <a:srgbClr val="EF9C9A"/>
          </a:solidFill>
          <a:ln xmlns:a="http://schemas.openxmlformats.org/drawingml/2006/main" w="13335">
            <a:solidFill>
              <a:srgbClr val="EF9C9A"/>
            </a:solidFill>
          </a:ln>
        </p:spPr>
      </p:sp>
      <p:sp>
        <p:nvSpPr>
          <p:cNvPr id="200" name="path-200">
            <a:extLst xmlns:a="http://schemas.openxmlformats.org/drawingml/2006/main">
              <a:ext uri="{FF2B5EF4-FFF2-40B4-BE49-F238E27FC236}">
                <a16:creationId xmlns:a16="http://schemas.microsoft.com/office/drawing/2014/main" id="{4BE16965-B295-4319-9BC2-7A081988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43075"/>
            <a:ext cx="1314450" cy="2190750"/>
          </a:xfrm>
          <a:custGeom xmlns:a="http://schemas.openxmlformats.org/drawingml/2006/main">
            <a:pathLst>
              <a:path w="1314450" h="2190750">
                <a:moveTo>
                  <a:pt x="0" y="0"/>
                </a:moveTo>
                <a:lnTo>
                  <a:pt x="0" y="1104900"/>
                </a:lnTo>
                <a:lnTo>
                  <a:pt x="1314450" y="1104900"/>
                </a:lnTo>
                <a:lnTo>
                  <a:pt x="131445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707070"/>
            </a:solidFill>
          </a:ln>
        </p:spPr>
      </p:sp>
      <p:sp>
        <p:nvSpPr>
          <p:cNvPr id="201" name="path-201">
            <a:extLst xmlns:a="http://schemas.openxmlformats.org/drawingml/2006/main">
              <a:ext uri="{FF2B5EF4-FFF2-40B4-BE49-F238E27FC236}">
                <a16:creationId xmlns:a16="http://schemas.microsoft.com/office/drawing/2014/main" id="{B6B30CA8-C404-456C-AB44-3F12CC1E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43325"/>
            <a:ext cx="285750" cy="200025"/>
          </a:xfrm>
          <a:custGeom xmlns:a="http://schemas.openxmlformats.org/drawingml/2006/main">
            <a:pathLst>
              <a:path w="285750" h="200025">
                <a:moveTo>
                  <a:pt x="0" y="0"/>
                </a:moveTo>
                <a:lnTo>
                  <a:pt x="142875" y="200025"/>
                </a:lnTo>
                <a:lnTo>
                  <a:pt x="285750" y="0"/>
                </a:lnTo>
                <a:close/>
              </a:path>
            </a:pathLst>
          </a:custGeom>
          <a:solidFill xmlns:a="http://schemas.openxmlformats.org/drawingml/2006/main">
            <a:srgbClr val="707070"/>
          </a:solidFill>
          <a:ln xmlns:a="http://schemas.openxmlformats.org/drawingml/2006/main" w="9525">
            <a:solidFill>
              <a:srgbClr val="707070"/>
            </a:solidFill>
          </a:ln>
        </p:spPr>
      </p:sp>
      <p:sp>
        <p:nvSpPr>
          <p:cNvPr id="202" name="AI-078-202">
            <a:extLst xmlns:a="http://schemas.openxmlformats.org/drawingml/2006/main">
              <a:ext uri="{FF2B5EF4-FFF2-40B4-BE49-F238E27FC236}">
                <a16:creationId xmlns:a16="http://schemas.microsoft.com/office/drawing/2014/main" id="{676CC134-76B0-4D35-89FA-9EFF0A5D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025" y="24098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Extracted gene features as conditions</a:t>
            </a:r>
          </a:p>
        </p:txBody>
      </p:sp>
      <p:sp>
        <p:nvSpPr>
          <p:cNvPr id="203" name="AI-078-203">
            <a:extLst xmlns:a="http://schemas.openxmlformats.org/drawingml/2006/main">
              <a:ext uri="{FF2B5EF4-FFF2-40B4-BE49-F238E27FC236}">
                <a16:creationId xmlns:a16="http://schemas.microsoft.com/office/drawing/2014/main" id="{FDA9D74A-843F-4F1A-A25B-243CA2FC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371725"/>
            <a:ext cx="2066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Molecular-induced</a:t>
            </a:r>
          </a:p>
        </p:txBody>
      </p:sp>
      <p:sp>
        <p:nvSpPr>
          <p:cNvPr id="204" name="path-204">
            <a:extLst xmlns:a="http://schemas.openxmlformats.org/drawingml/2006/main">
              <a:ext uri="{FF2B5EF4-FFF2-40B4-BE49-F238E27FC236}">
                <a16:creationId xmlns:a16="http://schemas.microsoft.com/office/drawing/2014/main" id="{3D0CE909-AC43-4463-B829-73EDC364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266700" cy="447675"/>
          </a:xfrm>
          <a:custGeom xmlns:a="http://schemas.openxmlformats.org/drawingml/2006/main">
            <a:pathLst>
              <a:path w="266700" h="447675">
                <a:moveTo>
                  <a:pt x="176213" y="447675"/>
                </a:moveTo>
                <a:lnTo>
                  <a:pt x="176213" y="190500"/>
                </a:lnTo>
                <a:lnTo>
                  <a:pt x="266700" y="190500"/>
                </a:lnTo>
                <a:lnTo>
                  <a:pt x="133350" y="0"/>
                </a:lnTo>
                <a:lnTo>
                  <a:pt x="0" y="190500"/>
                </a:lnTo>
                <a:lnTo>
                  <a:pt x="90488" y="190500"/>
                </a:lnTo>
                <a:lnTo>
                  <a:pt x="90488" y="447675"/>
                </a:lnTo>
                <a:close/>
              </a:path>
            </a:pathLst>
          </a:custGeom>
          <a:solidFill xmlns:a="http://schemas.openxmlformats.org/drawingml/2006/main">
            <a:srgbClr val="AFC5E9"/>
          </a:solidFill>
          <a:ln xmlns:a="http://schemas.openxmlformats.org/drawingml/2006/main" w="0">
            <a:noFill/>
          </a:ln>
        </p:spPr>
      </p:sp>
      <p:sp>
        <p:nvSpPr>
          <p:cNvPr id="205" name="AI-078-205">
            <a:extLst xmlns:a="http://schemas.openxmlformats.org/drawingml/2006/main">
              <a:ext uri="{FF2B5EF4-FFF2-40B4-BE49-F238E27FC236}">
                <a16:creationId xmlns:a16="http://schemas.microsoft.com/office/drawing/2014/main" id="{87F85DBF-56D5-49EE-8271-E8ACC88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004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Canonical representation</a:t>
            </a:r>
          </a:p>
        </p:txBody>
      </p:sp>
      <p:pic>
        <p:nvPicPr>
          <p:cNvPr id="5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2b13ecb4d44e5"/>
          <a:stretch xmlns:a="http://schemas.openxmlformats.org/drawingml/2006/main"/>
        </p:blipFill>
        <p:spPr>
          <a:xfrm xmlns:a="http://schemas.openxmlformats.org/drawingml/2006/main">
            <a:off x="1238250" y="3638550"/>
            <a:ext cx="1666875" cy="1495425"/>
          </a:xfrm>
          <a:prstGeom xmlns:a="http://schemas.openxmlformats.org/drawingml/2006/main" prst="rect">
            <a:avLst/>
          </a:prstGeom>
        </p:spPr>
      </p:pic>
      <p:sp>
        <p:nvSpPr>
          <p:cNvPr id="207" name="AI-078-206">
            <a:extLst xmlns:a="http://schemas.openxmlformats.org/drawingml/2006/main">
              <a:ext uri="{FF2B5EF4-FFF2-40B4-BE49-F238E27FC236}">
                <a16:creationId xmlns:a16="http://schemas.microsoft.com/office/drawing/2014/main" id="{CEBBE1E3-1293-4609-9B43-809CC6ED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5181600"/>
            <a:ext cx="291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CC(=O)Oc1ccccc1C(=O)O</a:t>
            </a:r>
          </a:p>
        </p:txBody>
      </p:sp>
      <p:sp>
        <p:nvSpPr>
          <p:cNvPr id="208" name="path-207">
            <a:extLst xmlns:a="http://schemas.openxmlformats.org/drawingml/2006/main">
              <a:ext uri="{FF2B5EF4-FFF2-40B4-BE49-F238E27FC236}">
                <a16:creationId xmlns:a16="http://schemas.microsoft.com/office/drawing/2014/main" id="{BEDA8012-C875-4F97-9205-2D245961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81650"/>
            <a:ext cx="266700" cy="428625"/>
          </a:xfrm>
          <a:custGeom xmlns:a="http://schemas.openxmlformats.org/drawingml/2006/main">
            <a:pathLst>
              <a:path w="266700" h="428625">
                <a:moveTo>
                  <a:pt x="176213" y="428625"/>
                </a:moveTo>
                <a:lnTo>
                  <a:pt x="176213" y="190500"/>
                </a:lnTo>
                <a:lnTo>
                  <a:pt x="266700" y="190500"/>
                </a:lnTo>
                <a:lnTo>
                  <a:pt x="133350" y="0"/>
                </a:lnTo>
                <a:lnTo>
                  <a:pt x="0" y="190500"/>
                </a:lnTo>
                <a:lnTo>
                  <a:pt x="90488" y="190500"/>
                </a:lnTo>
                <a:lnTo>
                  <a:pt x="90488" y="428625"/>
                </a:lnTo>
                <a:close/>
              </a:path>
            </a:pathLst>
          </a:custGeom>
          <a:solidFill xmlns:a="http://schemas.openxmlformats.org/drawingml/2006/main">
            <a:srgbClr val="AFC5E9"/>
          </a:solidFill>
          <a:ln xmlns:a="http://schemas.openxmlformats.org/drawingml/2006/main" w="0">
            <a:noFill/>
          </a:ln>
        </p:spPr>
      </p:sp>
      <p:sp>
        <p:nvSpPr>
          <p:cNvPr id="209" name="AI-078-208">
            <a:extLst xmlns:a="http://schemas.openxmlformats.org/drawingml/2006/main">
              <a:ext uri="{FF2B5EF4-FFF2-40B4-BE49-F238E27FC236}">
                <a16:creationId xmlns:a16="http://schemas.microsoft.com/office/drawing/2014/main" id="{DE414D33-BEF3-49F0-A432-5B72634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5638800"/>
            <a:ext cx="2305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Effect of the molecule</a:t>
            </a:r>
          </a:p>
        </p:txBody>
      </p:sp>
      <p:sp>
        <p:nvSpPr>
          <p:cNvPr id="210" name="AI-078-209">
            <a:extLst xmlns:a="http://schemas.openxmlformats.org/drawingml/2006/main">
              <a:ext uri="{FF2B5EF4-FFF2-40B4-BE49-F238E27FC236}">
                <a16:creationId xmlns:a16="http://schemas.microsoft.com/office/drawing/2014/main" id="{3551BC44-7CBD-46C2-B684-B43EDC8A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6019800"/>
            <a:ext cx="37242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211" name="AI-078-210">
            <a:extLst xmlns:a="http://schemas.openxmlformats.org/drawingml/2006/main">
              <a:ext uri="{FF2B5EF4-FFF2-40B4-BE49-F238E27FC236}">
                <a16:creationId xmlns:a16="http://schemas.microsoft.com/office/drawing/2014/main" id="{25D84937-1782-4169-BC10-37110847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12" name="AI-078-211">
            <a:extLst xmlns:a="http://schemas.openxmlformats.org/drawingml/2006/main">
              <a:ext uri="{FF2B5EF4-FFF2-40B4-BE49-F238E27FC236}">
                <a16:creationId xmlns:a16="http://schemas.microsoft.com/office/drawing/2014/main" id="{F44B6AD3-3263-4FF5-A167-89F9E32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39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13" name="AI-078-212">
            <a:extLst xmlns:a="http://schemas.openxmlformats.org/drawingml/2006/main">
              <a:ext uri="{FF2B5EF4-FFF2-40B4-BE49-F238E27FC236}">
                <a16:creationId xmlns:a16="http://schemas.microsoft.com/office/drawing/2014/main" id="{AC7DD924-B74B-4721-BCB9-66E7787B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06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14" name="AI-078-213">
            <a:extLst xmlns:a="http://schemas.openxmlformats.org/drawingml/2006/main">
              <a:ext uri="{FF2B5EF4-FFF2-40B4-BE49-F238E27FC236}">
                <a16:creationId xmlns:a16="http://schemas.microsoft.com/office/drawing/2014/main" id="{91A59BEB-CA36-440A-8C22-44310802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74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15" name="AI-078-214">
            <a:extLst xmlns:a="http://schemas.openxmlformats.org/drawingml/2006/main">
              <a:ext uri="{FF2B5EF4-FFF2-40B4-BE49-F238E27FC236}">
                <a16:creationId xmlns:a16="http://schemas.microsoft.com/office/drawing/2014/main" id="{69CBE4E9-056D-44AA-8CE6-83C981B4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41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16" name="AI-078-215">
            <a:extLst xmlns:a="http://schemas.openxmlformats.org/drawingml/2006/main">
              <a:ext uri="{FF2B5EF4-FFF2-40B4-BE49-F238E27FC236}">
                <a16:creationId xmlns:a16="http://schemas.microsoft.com/office/drawing/2014/main" id="{B0496C56-37DD-4AD5-93B2-21C8BFEE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17" name="AI-078-216">
            <a:extLst xmlns:a="http://schemas.openxmlformats.org/drawingml/2006/main">
              <a:ext uri="{FF2B5EF4-FFF2-40B4-BE49-F238E27FC236}">
                <a16:creationId xmlns:a16="http://schemas.microsoft.com/office/drawing/2014/main" id="{0FD652E1-D2E5-4D1F-A7CD-85D32111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75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18" name="AI-078-217">
            <a:extLst xmlns:a="http://schemas.openxmlformats.org/drawingml/2006/main">
              <a:ext uri="{FF2B5EF4-FFF2-40B4-BE49-F238E27FC236}">
                <a16:creationId xmlns:a16="http://schemas.microsoft.com/office/drawing/2014/main" id="{A1FAA7A8-7AD5-4E10-8F4B-C83F1EB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42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19" name="AI-078-218">
            <a:extLst xmlns:a="http://schemas.openxmlformats.org/drawingml/2006/main">
              <a:ext uri="{FF2B5EF4-FFF2-40B4-BE49-F238E27FC236}">
                <a16:creationId xmlns:a16="http://schemas.microsoft.com/office/drawing/2014/main" id="{390FFDB6-9027-4372-8E80-9726CFB6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10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20" name="AI-078-219">
            <a:extLst xmlns:a="http://schemas.openxmlformats.org/drawingml/2006/main">
              <a:ext uri="{FF2B5EF4-FFF2-40B4-BE49-F238E27FC236}">
                <a16:creationId xmlns:a16="http://schemas.microsoft.com/office/drawing/2014/main" id="{618E16C2-6613-43C7-A693-6E0F093B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77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21" name="AI-078-220">
            <a:extLst xmlns:a="http://schemas.openxmlformats.org/drawingml/2006/main">
              <a:ext uri="{FF2B5EF4-FFF2-40B4-BE49-F238E27FC236}">
                <a16:creationId xmlns:a16="http://schemas.microsoft.com/office/drawing/2014/main" id="{B6C767A6-FDC8-4D5F-94C7-35B16976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22" name="AI-078-221">
            <a:extLst xmlns:a="http://schemas.openxmlformats.org/drawingml/2006/main">
              <a:ext uri="{FF2B5EF4-FFF2-40B4-BE49-F238E27FC236}">
                <a16:creationId xmlns:a16="http://schemas.microsoft.com/office/drawing/2014/main" id="{658082EF-39AF-4991-910B-72E7C0F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11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23" name="AI-078-222">
            <a:extLst xmlns:a="http://schemas.openxmlformats.org/drawingml/2006/main">
              <a:ext uri="{FF2B5EF4-FFF2-40B4-BE49-F238E27FC236}">
                <a16:creationId xmlns:a16="http://schemas.microsoft.com/office/drawing/2014/main" id="{576B5DB5-C4F3-43E9-9DA9-590D48D8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78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24" name="AI-078-223">
            <a:extLst xmlns:a="http://schemas.openxmlformats.org/drawingml/2006/main">
              <a:ext uri="{FF2B5EF4-FFF2-40B4-BE49-F238E27FC236}">
                <a16:creationId xmlns:a16="http://schemas.microsoft.com/office/drawing/2014/main" id="{6508E69A-6761-4FF2-BFE8-017DD128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46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25" name="AI-078-224">
            <a:extLst xmlns:a="http://schemas.openxmlformats.org/drawingml/2006/main">
              <a:ext uri="{FF2B5EF4-FFF2-40B4-BE49-F238E27FC236}">
                <a16:creationId xmlns:a16="http://schemas.microsoft.com/office/drawing/2014/main" id="{E096AD2E-F567-42D8-9929-D5FBD128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13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26" name="AI-078-225">
            <a:extLst xmlns:a="http://schemas.openxmlformats.org/drawingml/2006/main">
              <a:ext uri="{FF2B5EF4-FFF2-40B4-BE49-F238E27FC236}">
                <a16:creationId xmlns:a16="http://schemas.microsoft.com/office/drawing/2014/main" id="{2E6701C7-3EA6-469E-8B5A-C5C430C7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80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27" name="AI-078-226">
            <a:extLst xmlns:a="http://schemas.openxmlformats.org/drawingml/2006/main">
              <a:ext uri="{FF2B5EF4-FFF2-40B4-BE49-F238E27FC236}">
                <a16:creationId xmlns:a16="http://schemas.microsoft.com/office/drawing/2014/main" id="{6E442DEA-267A-49BC-8FF4-31A61637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47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28" name="AI-078-227">
            <a:extLst xmlns:a="http://schemas.openxmlformats.org/drawingml/2006/main">
              <a:ext uri="{FF2B5EF4-FFF2-40B4-BE49-F238E27FC236}">
                <a16:creationId xmlns:a16="http://schemas.microsoft.com/office/drawing/2014/main" id="{982510FE-14F7-4114-A977-48BB6994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14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29" name="AI-078-228">
            <a:extLst xmlns:a="http://schemas.openxmlformats.org/drawingml/2006/main">
              <a:ext uri="{FF2B5EF4-FFF2-40B4-BE49-F238E27FC236}">
                <a16:creationId xmlns:a16="http://schemas.microsoft.com/office/drawing/2014/main" id="{0D104A06-966B-4DAB-A1B3-F1844E84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82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30" name="AI-078-229">
            <a:extLst xmlns:a="http://schemas.openxmlformats.org/drawingml/2006/main">
              <a:ext uri="{FF2B5EF4-FFF2-40B4-BE49-F238E27FC236}">
                <a16:creationId xmlns:a16="http://schemas.microsoft.com/office/drawing/2014/main" id="{E043B5AB-6B3E-491E-BD7A-E9CEA197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49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31" name="AI-078-230">
            <a:extLst xmlns:a="http://schemas.openxmlformats.org/drawingml/2006/main">
              <a:ext uri="{FF2B5EF4-FFF2-40B4-BE49-F238E27FC236}">
                <a16:creationId xmlns:a16="http://schemas.microsoft.com/office/drawing/2014/main" id="{10574C69-C8A9-4C2B-8F8F-5BCC76A2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16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32" name="AI-078-231">
            <a:extLst xmlns:a="http://schemas.openxmlformats.org/drawingml/2006/main">
              <a:ext uri="{FF2B5EF4-FFF2-40B4-BE49-F238E27FC236}">
                <a16:creationId xmlns:a16="http://schemas.microsoft.com/office/drawing/2014/main" id="{DC7FD27E-B1C2-40A0-A9FB-04CF8E77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83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33" name="AI-078-232">
            <a:extLst xmlns:a="http://schemas.openxmlformats.org/drawingml/2006/main">
              <a:ext uri="{FF2B5EF4-FFF2-40B4-BE49-F238E27FC236}">
                <a16:creationId xmlns:a16="http://schemas.microsoft.com/office/drawing/2014/main" id="{50960CAB-256D-498E-A67F-1FD977A3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50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34" name="AI-078-233">
            <a:extLst xmlns:a="http://schemas.openxmlformats.org/drawingml/2006/main">
              <a:ext uri="{FF2B5EF4-FFF2-40B4-BE49-F238E27FC236}">
                <a16:creationId xmlns:a16="http://schemas.microsoft.com/office/drawing/2014/main" id="{08E7D26B-D56C-4358-BD66-D6118E1F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18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35" name="AI-078-234">
            <a:extLst xmlns:a="http://schemas.openxmlformats.org/drawingml/2006/main">
              <a:ext uri="{FF2B5EF4-FFF2-40B4-BE49-F238E27FC236}">
                <a16:creationId xmlns:a16="http://schemas.microsoft.com/office/drawing/2014/main" id="{3480A6B7-1483-45F4-8C14-2AAB99DF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085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36" name="AI-078-235">
            <a:extLst xmlns:a="http://schemas.openxmlformats.org/drawingml/2006/main">
              <a:ext uri="{FF2B5EF4-FFF2-40B4-BE49-F238E27FC236}">
                <a16:creationId xmlns:a16="http://schemas.microsoft.com/office/drawing/2014/main" id="{20A04D52-6F85-4BEA-8BB1-281E94C1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37" name="AI-078-236">
            <a:extLst xmlns:a="http://schemas.openxmlformats.org/drawingml/2006/main">
              <a:ext uri="{FF2B5EF4-FFF2-40B4-BE49-F238E27FC236}">
                <a16:creationId xmlns:a16="http://schemas.microsoft.com/office/drawing/2014/main" id="{3F029EF2-F6D5-4226-AD08-C856B10E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19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38" name="AI-078-237">
            <a:extLst xmlns:a="http://schemas.openxmlformats.org/drawingml/2006/main">
              <a:ext uri="{FF2B5EF4-FFF2-40B4-BE49-F238E27FC236}">
                <a16:creationId xmlns:a16="http://schemas.microsoft.com/office/drawing/2014/main" id="{DF2C091B-12FF-4B8B-A587-04C61E4F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886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39" name="AI-078-238">
            <a:extLst xmlns:a="http://schemas.openxmlformats.org/drawingml/2006/main">
              <a:ext uri="{FF2B5EF4-FFF2-40B4-BE49-F238E27FC236}">
                <a16:creationId xmlns:a16="http://schemas.microsoft.com/office/drawing/2014/main" id="{188E326B-CCBA-4080-B62D-008E8357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154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40" name="AI-078-239">
            <a:extLst xmlns:a="http://schemas.openxmlformats.org/drawingml/2006/main">
              <a:ext uri="{FF2B5EF4-FFF2-40B4-BE49-F238E27FC236}">
                <a16:creationId xmlns:a16="http://schemas.microsoft.com/office/drawing/2014/main" id="{4F4AFCB6-2BF7-4D0A-A34D-7C33F181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21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41" name="AI-078-240">
            <a:extLst xmlns:a="http://schemas.openxmlformats.org/drawingml/2006/main">
              <a:ext uri="{FF2B5EF4-FFF2-40B4-BE49-F238E27FC236}">
                <a16:creationId xmlns:a16="http://schemas.microsoft.com/office/drawing/2014/main" id="{70221FA8-B90D-40C4-A5EA-662AEB9F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688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42" name="AI-078-241">
            <a:extLst xmlns:a="http://schemas.openxmlformats.org/drawingml/2006/main">
              <a:ext uri="{FF2B5EF4-FFF2-40B4-BE49-F238E27FC236}">
                <a16:creationId xmlns:a16="http://schemas.microsoft.com/office/drawing/2014/main" id="{25C38E87-362A-48B8-A4AA-3DEEE65B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955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43" name="AI-078-242">
            <a:extLst xmlns:a="http://schemas.openxmlformats.org/drawingml/2006/main">
              <a:ext uri="{FF2B5EF4-FFF2-40B4-BE49-F238E27FC236}">
                <a16:creationId xmlns:a16="http://schemas.microsoft.com/office/drawing/2014/main" id="{2B70D7AA-4C59-47F4-A360-3B9DF7DA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222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44" name="AI-078-243">
            <a:extLst xmlns:a="http://schemas.openxmlformats.org/drawingml/2006/main">
              <a:ext uri="{FF2B5EF4-FFF2-40B4-BE49-F238E27FC236}">
                <a16:creationId xmlns:a16="http://schemas.microsoft.com/office/drawing/2014/main" id="{D564C2FB-FCCB-43D5-9014-AF8E459D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490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45" name="AI-078-244">
            <a:extLst xmlns:a="http://schemas.openxmlformats.org/drawingml/2006/main">
              <a:ext uri="{FF2B5EF4-FFF2-40B4-BE49-F238E27FC236}">
                <a16:creationId xmlns:a16="http://schemas.microsoft.com/office/drawing/2014/main" id="{03CB6196-753D-413F-A4E2-065C3BA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757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46" name="AI-078-245">
            <a:extLst xmlns:a="http://schemas.openxmlformats.org/drawingml/2006/main">
              <a:ext uri="{FF2B5EF4-FFF2-40B4-BE49-F238E27FC236}">
                <a16:creationId xmlns:a16="http://schemas.microsoft.com/office/drawing/2014/main" id="{A434E219-1ADF-466C-95C2-AFFA53F0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024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47" name="AI-078-246">
            <a:extLst xmlns:a="http://schemas.openxmlformats.org/drawingml/2006/main">
              <a:ext uri="{FF2B5EF4-FFF2-40B4-BE49-F238E27FC236}">
                <a16:creationId xmlns:a16="http://schemas.microsoft.com/office/drawing/2014/main" id="{C1CE1E2E-BBC6-40D7-9B7F-5BB469B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291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48" name="AI-078-247">
            <a:extLst xmlns:a="http://schemas.openxmlformats.org/drawingml/2006/main">
              <a:ext uri="{FF2B5EF4-FFF2-40B4-BE49-F238E27FC236}">
                <a16:creationId xmlns:a16="http://schemas.microsoft.com/office/drawing/2014/main" id="{4D994C53-0E3A-4D42-8C1D-F092CBE7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558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49" name="AI-078-248">
            <a:extLst xmlns:a="http://schemas.openxmlformats.org/drawingml/2006/main">
              <a:ext uri="{FF2B5EF4-FFF2-40B4-BE49-F238E27FC236}">
                <a16:creationId xmlns:a16="http://schemas.microsoft.com/office/drawing/2014/main" id="{F084484F-CBDC-4524-B3B1-0C16029C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826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50" name="AI-078-249">
            <a:extLst xmlns:a="http://schemas.openxmlformats.org/drawingml/2006/main">
              <a:ext uri="{FF2B5EF4-FFF2-40B4-BE49-F238E27FC236}">
                <a16:creationId xmlns:a16="http://schemas.microsoft.com/office/drawing/2014/main" id="{00575DB0-DE46-407F-B01C-D585A129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093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51" name="AI-078-250">
            <a:extLst xmlns:a="http://schemas.openxmlformats.org/drawingml/2006/main">
              <a:ext uri="{FF2B5EF4-FFF2-40B4-BE49-F238E27FC236}">
                <a16:creationId xmlns:a16="http://schemas.microsoft.com/office/drawing/2014/main" id="{4E75C0BB-E64F-4893-AAB7-5DDC9A50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360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52" name="AI-078-251">
            <a:extLst xmlns:a="http://schemas.openxmlformats.org/drawingml/2006/main">
              <a:ext uri="{FF2B5EF4-FFF2-40B4-BE49-F238E27FC236}">
                <a16:creationId xmlns:a16="http://schemas.microsoft.com/office/drawing/2014/main" id="{0DDB9785-7CF4-4FF2-87E8-F925C28A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627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53" name="AI-078-252">
            <a:extLst xmlns:a="http://schemas.openxmlformats.org/drawingml/2006/main">
              <a:ext uri="{FF2B5EF4-FFF2-40B4-BE49-F238E27FC236}">
                <a16:creationId xmlns:a16="http://schemas.microsoft.com/office/drawing/2014/main" id="{11268BDC-CDD9-448C-A9F0-C3038D2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894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54" name="AI-078-253">
            <a:extLst xmlns:a="http://schemas.openxmlformats.org/drawingml/2006/main">
              <a:ext uri="{FF2B5EF4-FFF2-40B4-BE49-F238E27FC236}">
                <a16:creationId xmlns:a16="http://schemas.microsoft.com/office/drawing/2014/main" id="{9B73B02B-9A4C-4A84-AE58-45746C86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162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55" name="AI-078-254">
            <a:extLst xmlns:a="http://schemas.openxmlformats.org/drawingml/2006/main">
              <a:ext uri="{FF2B5EF4-FFF2-40B4-BE49-F238E27FC236}">
                <a16:creationId xmlns:a16="http://schemas.microsoft.com/office/drawing/2014/main" id="{D127CAC2-98E8-4621-AD1B-4060924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429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56" name="AI-078-255">
            <a:extLst xmlns:a="http://schemas.openxmlformats.org/drawingml/2006/main">
              <a:ext uri="{FF2B5EF4-FFF2-40B4-BE49-F238E27FC236}">
                <a16:creationId xmlns:a16="http://schemas.microsoft.com/office/drawing/2014/main" id="{A701DA62-E59A-4283-A1DB-D4340616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696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57" name="AI-078-256">
            <a:extLst xmlns:a="http://schemas.openxmlformats.org/drawingml/2006/main">
              <a:ext uri="{FF2B5EF4-FFF2-40B4-BE49-F238E27FC236}">
                <a16:creationId xmlns:a16="http://schemas.microsoft.com/office/drawing/2014/main" id="{99D1A1F3-8900-4868-8359-49579C5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963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58" name="AI-078-257">
            <a:extLst xmlns:a="http://schemas.openxmlformats.org/drawingml/2006/main">
              <a:ext uri="{FF2B5EF4-FFF2-40B4-BE49-F238E27FC236}">
                <a16:creationId xmlns:a16="http://schemas.microsoft.com/office/drawing/2014/main" id="{116D2DF5-194F-4D84-A33C-2618EB7E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230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59" name="AI-078-258">
            <a:extLst xmlns:a="http://schemas.openxmlformats.org/drawingml/2006/main">
              <a:ext uri="{FF2B5EF4-FFF2-40B4-BE49-F238E27FC236}">
                <a16:creationId xmlns:a16="http://schemas.microsoft.com/office/drawing/2014/main" id="{0B71C9F6-E6FE-44D4-A579-3D45E2C3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98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60" name="AI-078-259">
            <a:extLst xmlns:a="http://schemas.openxmlformats.org/drawingml/2006/main">
              <a:ext uri="{FF2B5EF4-FFF2-40B4-BE49-F238E27FC236}">
                <a16:creationId xmlns:a16="http://schemas.microsoft.com/office/drawing/2014/main" id="{C035D4DE-E6F7-4600-A12D-AD5B534F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765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61" name="AI-078-260">
            <a:extLst xmlns:a="http://schemas.openxmlformats.org/drawingml/2006/main">
              <a:ext uri="{FF2B5EF4-FFF2-40B4-BE49-F238E27FC236}">
                <a16:creationId xmlns:a16="http://schemas.microsoft.com/office/drawing/2014/main" id="{CCFA4CEB-3B4F-4615-8F86-2C6EFC2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032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62" name="AI-078-261">
            <a:extLst xmlns:a="http://schemas.openxmlformats.org/drawingml/2006/main">
              <a:ext uri="{FF2B5EF4-FFF2-40B4-BE49-F238E27FC236}">
                <a16:creationId xmlns:a16="http://schemas.microsoft.com/office/drawing/2014/main" id="{1E51252D-561B-4F1D-A5F7-466C3D44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99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63" name="AI-078-262">
            <a:extLst xmlns:a="http://schemas.openxmlformats.org/drawingml/2006/main">
              <a:ext uri="{FF2B5EF4-FFF2-40B4-BE49-F238E27FC236}">
                <a16:creationId xmlns:a16="http://schemas.microsoft.com/office/drawing/2014/main" id="{52FEAD3B-DD7E-4958-B2A7-12259853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566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64" name="AI-078-263">
            <a:extLst xmlns:a="http://schemas.openxmlformats.org/drawingml/2006/main">
              <a:ext uri="{FF2B5EF4-FFF2-40B4-BE49-F238E27FC236}">
                <a16:creationId xmlns:a16="http://schemas.microsoft.com/office/drawing/2014/main" id="{6D58C1F8-40AA-48F0-A115-3C2CE857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34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65" name="AI-078-264">
            <a:extLst xmlns:a="http://schemas.openxmlformats.org/drawingml/2006/main">
              <a:ext uri="{FF2B5EF4-FFF2-40B4-BE49-F238E27FC236}">
                <a16:creationId xmlns:a16="http://schemas.microsoft.com/office/drawing/2014/main" id="{8E71A502-E599-4702-899B-C2D2A03F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01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66" name="AI-078-265">
            <a:extLst xmlns:a="http://schemas.openxmlformats.org/drawingml/2006/main">
              <a:ext uri="{FF2B5EF4-FFF2-40B4-BE49-F238E27FC236}">
                <a16:creationId xmlns:a16="http://schemas.microsoft.com/office/drawing/2014/main" id="{24630D28-B2C1-4008-91BB-D2B6BE1E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368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67" name="AI-078-266">
            <a:extLst xmlns:a="http://schemas.openxmlformats.org/drawingml/2006/main">
              <a:ext uri="{FF2B5EF4-FFF2-40B4-BE49-F238E27FC236}">
                <a16:creationId xmlns:a16="http://schemas.microsoft.com/office/drawing/2014/main" id="{4600B6C0-62C9-4C2D-A8A7-B5824D9C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635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68" name="AI-078-267">
            <a:extLst xmlns:a="http://schemas.openxmlformats.org/drawingml/2006/main">
              <a:ext uri="{FF2B5EF4-FFF2-40B4-BE49-F238E27FC236}">
                <a16:creationId xmlns:a16="http://schemas.microsoft.com/office/drawing/2014/main" id="{7D6064BE-9067-4F37-BE19-842D492C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902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69" name="AI-078-268">
            <a:extLst xmlns:a="http://schemas.openxmlformats.org/drawingml/2006/main">
              <a:ext uri="{FF2B5EF4-FFF2-40B4-BE49-F238E27FC236}">
                <a16:creationId xmlns:a16="http://schemas.microsoft.com/office/drawing/2014/main" id="{CEB6254F-B512-40F9-9A5F-7EB5EDE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170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70" name="AI-078-269">
            <a:extLst xmlns:a="http://schemas.openxmlformats.org/drawingml/2006/main">
              <a:ext uri="{FF2B5EF4-FFF2-40B4-BE49-F238E27FC236}">
                <a16:creationId xmlns:a16="http://schemas.microsoft.com/office/drawing/2014/main" id="{847ED84C-B91D-455A-A635-CFEF69E9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437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71" name="AI-078-270">
            <a:extLst xmlns:a="http://schemas.openxmlformats.org/drawingml/2006/main">
              <a:ext uri="{FF2B5EF4-FFF2-40B4-BE49-F238E27FC236}">
                <a16:creationId xmlns:a16="http://schemas.microsoft.com/office/drawing/2014/main" id="{52AB36CB-D8B7-452C-9A9A-970F7AF2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704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72" name="AI-078-271">
            <a:extLst xmlns:a="http://schemas.openxmlformats.org/drawingml/2006/main">
              <a:ext uri="{FF2B5EF4-FFF2-40B4-BE49-F238E27FC236}">
                <a16:creationId xmlns:a16="http://schemas.microsoft.com/office/drawing/2014/main" id="{381BE040-9A59-4049-A723-C0304AED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971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73" name="AI-078-272">
            <a:extLst xmlns:a="http://schemas.openxmlformats.org/drawingml/2006/main">
              <a:ext uri="{FF2B5EF4-FFF2-40B4-BE49-F238E27FC236}">
                <a16:creationId xmlns:a16="http://schemas.microsoft.com/office/drawing/2014/main" id="{0A396407-5D11-420B-8861-9ED0C60A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238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74" name="AI-078-273">
            <a:extLst xmlns:a="http://schemas.openxmlformats.org/drawingml/2006/main">
              <a:ext uri="{FF2B5EF4-FFF2-40B4-BE49-F238E27FC236}">
                <a16:creationId xmlns:a16="http://schemas.microsoft.com/office/drawing/2014/main" id="{D7882F92-0A19-453C-889D-803C60CC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506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75" name="AI-078-274">
            <a:extLst xmlns:a="http://schemas.openxmlformats.org/drawingml/2006/main">
              <a:ext uri="{FF2B5EF4-FFF2-40B4-BE49-F238E27FC236}">
                <a16:creationId xmlns:a16="http://schemas.microsoft.com/office/drawing/2014/main" id="{16F41212-1531-43F0-BF03-1A51B459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773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76" name="AI-078-275">
            <a:extLst xmlns:a="http://schemas.openxmlformats.org/drawingml/2006/main">
              <a:ext uri="{FF2B5EF4-FFF2-40B4-BE49-F238E27FC236}">
                <a16:creationId xmlns:a16="http://schemas.microsoft.com/office/drawing/2014/main" id="{55992B2A-0774-4086-BF95-52E06EFA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040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77" name="AI-078-276">
            <a:extLst xmlns:a="http://schemas.openxmlformats.org/drawingml/2006/main">
              <a:ext uri="{FF2B5EF4-FFF2-40B4-BE49-F238E27FC236}">
                <a16:creationId xmlns:a16="http://schemas.microsoft.com/office/drawing/2014/main" id="{611A92D1-568D-444B-8E33-8B6AB68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307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78" name="AI-078-277">
            <a:extLst xmlns:a="http://schemas.openxmlformats.org/drawingml/2006/main">
              <a:ext uri="{FF2B5EF4-FFF2-40B4-BE49-F238E27FC236}">
                <a16:creationId xmlns:a16="http://schemas.microsoft.com/office/drawing/2014/main" id="{811634D8-5A91-4687-AFDE-B559B537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574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79" name="AI-078-278">
            <a:extLst xmlns:a="http://schemas.openxmlformats.org/drawingml/2006/main">
              <a:ext uri="{FF2B5EF4-FFF2-40B4-BE49-F238E27FC236}">
                <a16:creationId xmlns:a16="http://schemas.microsoft.com/office/drawing/2014/main" id="{F5DB0A03-1DAE-4965-A08C-8684A41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842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80" name="AI-078-279">
            <a:extLst xmlns:a="http://schemas.openxmlformats.org/drawingml/2006/main">
              <a:ext uri="{FF2B5EF4-FFF2-40B4-BE49-F238E27FC236}">
                <a16:creationId xmlns:a16="http://schemas.microsoft.com/office/drawing/2014/main" id="{645586D4-8FEE-4B19-9F42-B31F54D4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1093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81" name="AI-078-280">
            <a:extLst xmlns:a="http://schemas.openxmlformats.org/drawingml/2006/main">
              <a:ext uri="{FF2B5EF4-FFF2-40B4-BE49-F238E27FC236}">
                <a16:creationId xmlns:a16="http://schemas.microsoft.com/office/drawing/2014/main" id="{5E7A9599-7908-49BD-B179-AB8482CB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3765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82" name="AI-078-281">
            <a:extLst xmlns:a="http://schemas.openxmlformats.org/drawingml/2006/main">
              <a:ext uri="{FF2B5EF4-FFF2-40B4-BE49-F238E27FC236}">
                <a16:creationId xmlns:a16="http://schemas.microsoft.com/office/drawing/2014/main" id="{66A9EE95-661D-4416-A981-89152A4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6437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83" name="AI-078-282">
            <a:extLst xmlns:a="http://schemas.openxmlformats.org/drawingml/2006/main">
              <a:ext uri="{FF2B5EF4-FFF2-40B4-BE49-F238E27FC236}">
                <a16:creationId xmlns:a16="http://schemas.microsoft.com/office/drawing/2014/main" id="{8EFEC481-5FBE-4E8A-9CE7-2C1FC60D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9109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84" name="AI-078-283">
            <a:extLst xmlns:a="http://schemas.openxmlformats.org/drawingml/2006/main">
              <a:ext uri="{FF2B5EF4-FFF2-40B4-BE49-F238E27FC236}">
                <a16:creationId xmlns:a16="http://schemas.microsoft.com/office/drawing/2014/main" id="{694FFAC3-11D0-4764-8F5C-48BFA61E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781" y="6124575"/>
            <a:ext cx="3286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D1"/>
          </a:solidFill>
          <a:ln xmlns:a="http://schemas.openxmlformats.org/drawingml/2006/main" w="0">
            <a:noFill/>
          </a:ln>
        </p:spPr>
      </p:sp>
      <p:sp>
        <p:nvSpPr>
          <p:cNvPr id="285" name="AI-078-284">
            <a:extLst xmlns:a="http://schemas.openxmlformats.org/drawingml/2006/main">
              <a:ext uri="{FF2B5EF4-FFF2-40B4-BE49-F238E27FC236}">
                <a16:creationId xmlns:a16="http://schemas.microsoft.com/office/drawing/2014/main" id="{CFAB85B0-01F6-46AC-8380-2DF2D223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6962775"/>
            <a:ext cx="3629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Regular gene expression profile</a:t>
            </a:r>
          </a:p>
        </p:txBody>
      </p:sp>
      <p:sp>
        <p:nvSpPr>
          <p:cNvPr id="286" name="AI-078-285">
            <a:extLst xmlns:a="http://schemas.openxmlformats.org/drawingml/2006/main">
              <a:ext uri="{FF2B5EF4-FFF2-40B4-BE49-F238E27FC236}">
                <a16:creationId xmlns:a16="http://schemas.microsoft.com/office/drawing/2014/main" id="{CA81D051-B609-47C3-B1AB-6B408F99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38481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Variant SMILES</a:t>
            </a:r>
          </a:p>
        </p:txBody>
      </p:sp>
      <p:sp>
        <p:nvSpPr>
          <p:cNvPr id="287" name="path-286">
            <a:extLst xmlns:a="http://schemas.openxmlformats.org/drawingml/2006/main">
              <a:ext uri="{FF2B5EF4-FFF2-40B4-BE49-F238E27FC236}">
                <a16:creationId xmlns:a16="http://schemas.microsoft.com/office/drawing/2014/main" id="{9C6BA3FB-2B5F-4B91-A0ED-456EBF5C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191000"/>
            <a:ext cx="1704975" cy="266700"/>
          </a:xfrm>
          <a:custGeom xmlns:a="http://schemas.openxmlformats.org/drawingml/2006/main">
            <a:pathLst>
              <a:path w="1704975" h="266700">
                <a:moveTo>
                  <a:pt x="0" y="176213"/>
                </a:moveTo>
                <a:lnTo>
                  <a:pt x="1514475" y="176213"/>
                </a:lnTo>
                <a:lnTo>
                  <a:pt x="1514475" y="266700"/>
                </a:lnTo>
                <a:lnTo>
                  <a:pt x="1704975" y="133350"/>
                </a:lnTo>
                <a:lnTo>
                  <a:pt x="1514475" y="0"/>
                </a:lnTo>
                <a:lnTo>
                  <a:pt x="1514475" y="90488"/>
                </a:lnTo>
                <a:lnTo>
                  <a:pt x="0" y="90488"/>
                </a:lnTo>
                <a:close/>
              </a:path>
            </a:pathLst>
          </a:custGeom>
          <a:solidFill xmlns:a="http://schemas.openxmlformats.org/drawingml/2006/main">
            <a:srgbClr val="C6DFA9"/>
          </a:solidFill>
          <a:ln xmlns:a="http://schemas.openxmlformats.org/drawingml/2006/main" w="0">
            <a:noFill/>
          </a:ln>
        </p:spPr>
      </p:sp>
      <p:sp>
        <p:nvSpPr>
          <p:cNvPr id="288" name="AI-078-287">
            <a:extLst xmlns:a="http://schemas.openxmlformats.org/drawingml/2006/main">
              <a:ext uri="{FF2B5EF4-FFF2-40B4-BE49-F238E27FC236}">
                <a16:creationId xmlns:a16="http://schemas.microsoft.com/office/drawing/2014/main" id="{21B6992C-64EF-48AF-917E-83F69C8E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3162300"/>
            <a:ext cx="2638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Variant representation</a:t>
            </a:r>
          </a:p>
        </p:txBody>
      </p:sp>
      <p:pic>
        <p:nvPicPr>
          <p:cNvPr id="6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4d80dd52e4c31"/>
          <a:stretch xmlns:a="http://schemas.openxmlformats.org/drawingml/2006/main"/>
        </p:blipFill>
        <p:spPr>
          <a:xfrm xmlns:a="http://schemas.openxmlformats.org/drawingml/2006/main">
            <a:off x="4857750" y="3571875"/>
            <a:ext cx="1828800" cy="1466850"/>
          </a:xfrm>
          <a:prstGeom xmlns:a="http://schemas.openxmlformats.org/drawingml/2006/main" prst="rect">
            <a:avLst/>
          </a:prstGeom>
        </p:spPr>
      </p:pic>
      <p:sp>
        <p:nvSpPr>
          <p:cNvPr id="290" name="AI-078-288">
            <a:extLst xmlns:a="http://schemas.openxmlformats.org/drawingml/2006/main">
              <a:ext uri="{FF2B5EF4-FFF2-40B4-BE49-F238E27FC236}">
                <a16:creationId xmlns:a16="http://schemas.microsoft.com/office/drawing/2014/main" id="{380E7A29-A898-458E-95CC-0847CCB5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51435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c1cc(c(cc1)C(O)=O)OC(C)=O</a:t>
            </a:r>
          </a:p>
        </p:txBody>
      </p:sp>
      <p:sp>
        <p:nvSpPr>
          <p:cNvPr id="291" name="path-289">
            <a:extLst xmlns:a="http://schemas.openxmlformats.org/drawingml/2006/main">
              <a:ext uri="{FF2B5EF4-FFF2-40B4-BE49-F238E27FC236}">
                <a16:creationId xmlns:a16="http://schemas.microsoft.com/office/drawing/2014/main" id="{C85AF361-AE2E-483D-9E1F-CC3DBB50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97668"/>
            <a:ext cx="485775" cy="253365"/>
          </a:xfrm>
          <a:custGeom xmlns:a="http://schemas.openxmlformats.org/drawingml/2006/main">
            <a:pathLst>
              <a:path w="485775" h="253365">
                <a:moveTo>
                  <a:pt x="0" y="164783"/>
                </a:moveTo>
                <a:lnTo>
                  <a:pt x="304800" y="164783"/>
                </a:lnTo>
                <a:lnTo>
                  <a:pt x="304800" y="253365"/>
                </a:lnTo>
                <a:lnTo>
                  <a:pt x="485775" y="126683"/>
                </a:lnTo>
                <a:lnTo>
                  <a:pt x="304800" y="0"/>
                </a:lnTo>
                <a:lnTo>
                  <a:pt x="304800" y="88583"/>
                </a:lnTo>
                <a:lnTo>
                  <a:pt x="0" y="88583"/>
                </a:lnTo>
                <a:close/>
              </a:path>
            </a:pathLst>
          </a:custGeom>
          <a:solidFill xmlns:a="http://schemas.openxmlformats.org/drawingml/2006/main">
            <a:srgbClr val="EF9C9A"/>
          </a:solidFill>
          <a:ln xmlns:a="http://schemas.openxmlformats.org/drawingml/2006/main" w="0">
            <a:noFill/>
          </a:ln>
        </p:spPr>
      </p:sp>
      <p:sp>
        <p:nvSpPr>
          <p:cNvPr id="292" name="path-290">
            <a:extLst xmlns:a="http://schemas.openxmlformats.org/drawingml/2006/main">
              <a:ext uri="{FF2B5EF4-FFF2-40B4-BE49-F238E27FC236}">
                <a16:creationId xmlns:a16="http://schemas.microsoft.com/office/drawing/2014/main" id="{78D031F4-9A0E-45DC-9B49-21C8EE0F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52825"/>
            <a:ext cx="1066800" cy="1571625"/>
          </a:xfrm>
          <a:custGeom xmlns:a="http://schemas.openxmlformats.org/drawingml/2006/main">
            <a:pathLst>
              <a:path w="1066800" h="1571625">
                <a:moveTo>
                  <a:pt x="0" y="0"/>
                </a:moveTo>
                <a:lnTo>
                  <a:pt x="1066800" y="485775"/>
                </a:lnTo>
                <a:lnTo>
                  <a:pt x="1066800" y="1095375"/>
                </a:lnTo>
                <a:lnTo>
                  <a:pt x="0" y="1571625"/>
                </a:lnTo>
                <a:close/>
              </a:path>
            </a:pathLst>
          </a:custGeom>
          <a:solidFill xmlns:a="http://schemas.openxmlformats.org/drawingml/2006/main">
            <a:srgbClr val="D4E3F9"/>
          </a:solidFill>
          <a:ln xmlns:a="http://schemas.openxmlformats.org/drawingml/2006/main" w="13335">
            <a:solidFill>
              <a:srgbClr val="939BA7"/>
            </a:solidFill>
          </a:ln>
        </p:spPr>
      </p:sp>
      <p:sp>
        <p:nvSpPr>
          <p:cNvPr id="293" name="AI-078-291">
            <a:extLst xmlns:a="http://schemas.openxmlformats.org/drawingml/2006/main">
              <a:ext uri="{FF2B5EF4-FFF2-40B4-BE49-F238E27FC236}">
                <a16:creationId xmlns:a16="http://schemas.microsoft.com/office/drawing/2014/main" id="{E3F38B83-58A3-40D0-AC88-EC24D769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8525" y="4038600"/>
            <a:ext cx="1009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GRU</a:t>
            </a:r>
          </a:p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94" name="path-292">
            <a:extLst xmlns:a="http://schemas.openxmlformats.org/drawingml/2006/main">
              <a:ext uri="{FF2B5EF4-FFF2-40B4-BE49-F238E27FC236}">
                <a16:creationId xmlns:a16="http://schemas.microsoft.com/office/drawing/2014/main" id="{55DA6453-99DB-4C62-A43C-24820965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514725"/>
            <a:ext cx="1066800" cy="1571625"/>
          </a:xfrm>
          <a:custGeom xmlns:a="http://schemas.openxmlformats.org/drawingml/2006/main">
            <a:pathLst>
              <a:path w="1066800" h="1571625">
                <a:moveTo>
                  <a:pt x="0" y="495300"/>
                </a:moveTo>
                <a:lnTo>
                  <a:pt x="1066800" y="0"/>
                </a:lnTo>
                <a:lnTo>
                  <a:pt x="1066800" y="1571625"/>
                </a:lnTo>
                <a:lnTo>
                  <a:pt x="0" y="1095375"/>
                </a:lnTo>
                <a:close/>
              </a:path>
            </a:pathLst>
          </a:custGeom>
          <a:solidFill xmlns:a="http://schemas.openxmlformats.org/drawingml/2006/main">
            <a:srgbClr val="F0F0F7"/>
          </a:solidFill>
          <a:ln xmlns:a="http://schemas.openxmlformats.org/drawingml/2006/main" w="13335">
            <a:solidFill>
              <a:srgbClr val="C8CCD2"/>
            </a:solidFill>
          </a:ln>
        </p:spPr>
      </p:sp>
      <p:sp>
        <p:nvSpPr>
          <p:cNvPr id="295" name="AI-078-293">
            <a:extLst xmlns:a="http://schemas.openxmlformats.org/drawingml/2006/main">
              <a:ext uri="{FF2B5EF4-FFF2-40B4-BE49-F238E27FC236}">
                <a16:creationId xmlns:a16="http://schemas.microsoft.com/office/drawing/2014/main" id="{7B97A619-320C-4F14-89AC-A2EDE19B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775" y="4019550"/>
            <a:ext cx="1038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GRU</a:t>
            </a:r>
          </a:p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296" name="path-294">
            <a:extLst xmlns:a="http://schemas.openxmlformats.org/drawingml/2006/main">
              <a:ext uri="{FF2B5EF4-FFF2-40B4-BE49-F238E27FC236}">
                <a16:creationId xmlns:a16="http://schemas.microsoft.com/office/drawing/2014/main" id="{41A99742-A188-4630-9D0B-E5FBD910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3837"/>
            <a:ext cx="1123950" cy="622938"/>
          </a:xfrm>
          <a:custGeom xmlns:a="http://schemas.openxmlformats.org/drawingml/2006/main">
            <a:pathLst>
              <a:path w="1123950" h="622938">
                <a:moveTo>
                  <a:pt x="0" y="222888"/>
                </a:moveTo>
                <a:lnTo>
                  <a:pt x="21325" y="186968"/>
                </a:lnTo>
                <a:lnTo>
                  <a:pt x="42998" y="154575"/>
                </a:lnTo>
                <a:lnTo>
                  <a:pt x="64998" y="125600"/>
                </a:lnTo>
                <a:lnTo>
                  <a:pt x="87308" y="99934"/>
                </a:lnTo>
                <a:lnTo>
                  <a:pt x="109909" y="77470"/>
                </a:lnTo>
                <a:lnTo>
                  <a:pt x="132782" y="58098"/>
                </a:lnTo>
                <a:lnTo>
                  <a:pt x="155908" y="41712"/>
                </a:lnTo>
                <a:lnTo>
                  <a:pt x="179269" y="28201"/>
                </a:lnTo>
                <a:lnTo>
                  <a:pt x="202845" y="17459"/>
                </a:lnTo>
                <a:lnTo>
                  <a:pt x="226619" y="9376"/>
                </a:lnTo>
                <a:lnTo>
                  <a:pt x="250571" y="3844"/>
                </a:lnTo>
                <a:lnTo>
                  <a:pt x="274682" y="755"/>
                </a:lnTo>
                <a:lnTo>
                  <a:pt x="298934" y="0"/>
                </a:lnTo>
                <a:lnTo>
                  <a:pt x="323309" y="1471"/>
                </a:lnTo>
                <a:lnTo>
                  <a:pt x="347786" y="5061"/>
                </a:lnTo>
                <a:lnTo>
                  <a:pt x="372349" y="10659"/>
                </a:lnTo>
                <a:lnTo>
                  <a:pt x="396977" y="18159"/>
                </a:lnTo>
                <a:lnTo>
                  <a:pt x="421652" y="27451"/>
                </a:lnTo>
                <a:lnTo>
                  <a:pt x="446355" y="38428"/>
                </a:lnTo>
                <a:lnTo>
                  <a:pt x="471068" y="50981"/>
                </a:lnTo>
                <a:lnTo>
                  <a:pt x="495772" y="65001"/>
                </a:lnTo>
                <a:lnTo>
                  <a:pt x="520448" y="80381"/>
                </a:lnTo>
                <a:lnTo>
                  <a:pt x="545078" y="97011"/>
                </a:lnTo>
                <a:lnTo>
                  <a:pt x="569642" y="114784"/>
                </a:lnTo>
                <a:lnTo>
                  <a:pt x="594122" y="133591"/>
                </a:lnTo>
                <a:lnTo>
                  <a:pt x="618499" y="153324"/>
                </a:lnTo>
                <a:lnTo>
                  <a:pt x="642754" y="173875"/>
                </a:lnTo>
                <a:lnTo>
                  <a:pt x="666869" y="195134"/>
                </a:lnTo>
                <a:lnTo>
                  <a:pt x="690825" y="216994"/>
                </a:lnTo>
                <a:lnTo>
                  <a:pt x="714604" y="239347"/>
                </a:lnTo>
                <a:lnTo>
                  <a:pt x="738185" y="262084"/>
                </a:lnTo>
                <a:lnTo>
                  <a:pt x="761551" y="285096"/>
                </a:lnTo>
                <a:lnTo>
                  <a:pt x="784683" y="308276"/>
                </a:lnTo>
                <a:lnTo>
                  <a:pt x="807563" y="331515"/>
                </a:lnTo>
                <a:lnTo>
                  <a:pt x="830170" y="354704"/>
                </a:lnTo>
                <a:lnTo>
                  <a:pt x="852488" y="377736"/>
                </a:lnTo>
                <a:lnTo>
                  <a:pt x="874496" y="400502"/>
                </a:lnTo>
                <a:lnTo>
                  <a:pt x="896177" y="422893"/>
                </a:lnTo>
                <a:lnTo>
                  <a:pt x="917511" y="444801"/>
                </a:lnTo>
                <a:lnTo>
                  <a:pt x="938479" y="466118"/>
                </a:lnTo>
                <a:lnTo>
                  <a:pt x="959064" y="486736"/>
                </a:lnTo>
                <a:lnTo>
                  <a:pt x="979246" y="506546"/>
                </a:lnTo>
                <a:lnTo>
                  <a:pt x="999006" y="525439"/>
                </a:lnTo>
                <a:lnTo>
                  <a:pt x="1018326" y="543308"/>
                </a:lnTo>
                <a:lnTo>
                  <a:pt x="1037187" y="560044"/>
                </a:lnTo>
                <a:lnTo>
                  <a:pt x="1055570" y="575539"/>
                </a:lnTo>
                <a:lnTo>
                  <a:pt x="1073457" y="589684"/>
                </a:lnTo>
                <a:lnTo>
                  <a:pt x="1090828" y="602371"/>
                </a:lnTo>
                <a:lnTo>
                  <a:pt x="1107665" y="613492"/>
                </a:lnTo>
                <a:lnTo>
                  <a:pt x="1123950" y="622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F9C9A"/>
            </a:solidFill>
          </a:ln>
        </p:spPr>
      </p:sp>
      <p:sp>
        <p:nvSpPr>
          <p:cNvPr id="297" name="path-295">
            <a:extLst xmlns:a="http://schemas.openxmlformats.org/drawingml/2006/main">
              <a:ext uri="{FF2B5EF4-FFF2-40B4-BE49-F238E27FC236}">
                <a16:creationId xmlns:a16="http://schemas.microsoft.com/office/drawing/2014/main" id="{91A80A7D-43B8-4401-B342-15165E42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24350"/>
            <a:ext cx="600075" cy="382835"/>
          </a:xfrm>
          <a:custGeom xmlns:a="http://schemas.openxmlformats.org/drawingml/2006/main">
            <a:pathLst>
              <a:path w="600075" h="382835">
                <a:moveTo>
                  <a:pt x="0" y="352425"/>
                </a:moveTo>
                <a:lnTo>
                  <a:pt x="18655" y="360353"/>
                </a:lnTo>
                <a:lnTo>
                  <a:pt x="36907" y="367018"/>
                </a:lnTo>
                <a:lnTo>
                  <a:pt x="54764" y="372462"/>
                </a:lnTo>
                <a:lnTo>
                  <a:pt x="72234" y="376725"/>
                </a:lnTo>
                <a:lnTo>
                  <a:pt x="89325" y="379847"/>
                </a:lnTo>
                <a:lnTo>
                  <a:pt x="106047" y="381871"/>
                </a:lnTo>
                <a:lnTo>
                  <a:pt x="122406" y="382835"/>
                </a:lnTo>
                <a:lnTo>
                  <a:pt x="138411" y="382781"/>
                </a:lnTo>
                <a:lnTo>
                  <a:pt x="154070" y="381749"/>
                </a:lnTo>
                <a:lnTo>
                  <a:pt x="169393" y="379781"/>
                </a:lnTo>
                <a:lnTo>
                  <a:pt x="184386" y="376916"/>
                </a:lnTo>
                <a:lnTo>
                  <a:pt x="199058" y="373197"/>
                </a:lnTo>
                <a:lnTo>
                  <a:pt x="213417" y="368662"/>
                </a:lnTo>
                <a:lnTo>
                  <a:pt x="227472" y="363353"/>
                </a:lnTo>
                <a:lnTo>
                  <a:pt x="241230" y="357311"/>
                </a:lnTo>
                <a:lnTo>
                  <a:pt x="254701" y="350577"/>
                </a:lnTo>
                <a:lnTo>
                  <a:pt x="267891" y="343190"/>
                </a:lnTo>
                <a:lnTo>
                  <a:pt x="280810" y="335192"/>
                </a:lnTo>
                <a:lnTo>
                  <a:pt x="293466" y="326624"/>
                </a:lnTo>
                <a:lnTo>
                  <a:pt x="305867" y="317525"/>
                </a:lnTo>
                <a:lnTo>
                  <a:pt x="318021" y="307938"/>
                </a:lnTo>
                <a:lnTo>
                  <a:pt x="329936" y="297902"/>
                </a:lnTo>
                <a:lnTo>
                  <a:pt x="341620" y="287458"/>
                </a:lnTo>
                <a:lnTo>
                  <a:pt x="353083" y="276647"/>
                </a:lnTo>
                <a:lnTo>
                  <a:pt x="364331" y="265509"/>
                </a:lnTo>
                <a:lnTo>
                  <a:pt x="375374" y="254086"/>
                </a:lnTo>
                <a:lnTo>
                  <a:pt x="386219" y="242418"/>
                </a:lnTo>
                <a:lnTo>
                  <a:pt x="396875" y="230545"/>
                </a:lnTo>
                <a:lnTo>
                  <a:pt x="407350" y="218509"/>
                </a:lnTo>
                <a:lnTo>
                  <a:pt x="417652" y="206350"/>
                </a:lnTo>
                <a:lnTo>
                  <a:pt x="427790" y="194108"/>
                </a:lnTo>
                <a:lnTo>
                  <a:pt x="437771" y="181825"/>
                </a:lnTo>
                <a:lnTo>
                  <a:pt x="447604" y="169541"/>
                </a:lnTo>
                <a:lnTo>
                  <a:pt x="457297" y="157296"/>
                </a:lnTo>
                <a:lnTo>
                  <a:pt x="466858" y="145132"/>
                </a:lnTo>
                <a:lnTo>
                  <a:pt x="476296" y="133090"/>
                </a:lnTo>
                <a:lnTo>
                  <a:pt x="485619" y="121209"/>
                </a:lnTo>
                <a:lnTo>
                  <a:pt x="494835" y="109530"/>
                </a:lnTo>
                <a:lnTo>
                  <a:pt x="503952" y="98095"/>
                </a:lnTo>
                <a:lnTo>
                  <a:pt x="512978" y="86944"/>
                </a:lnTo>
                <a:lnTo>
                  <a:pt x="521923" y="76118"/>
                </a:lnTo>
                <a:lnTo>
                  <a:pt x="530793" y="65656"/>
                </a:lnTo>
                <a:lnTo>
                  <a:pt x="539597" y="55601"/>
                </a:lnTo>
                <a:lnTo>
                  <a:pt x="548344" y="45992"/>
                </a:lnTo>
                <a:lnTo>
                  <a:pt x="557041" y="36871"/>
                </a:lnTo>
                <a:lnTo>
                  <a:pt x="565697" y="28278"/>
                </a:lnTo>
                <a:lnTo>
                  <a:pt x="574320" y="20254"/>
                </a:lnTo>
                <a:lnTo>
                  <a:pt x="582919" y="12839"/>
                </a:lnTo>
                <a:lnTo>
                  <a:pt x="591501" y="6074"/>
                </a:ln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F9C9A"/>
            </a:solidFill>
          </a:ln>
        </p:spPr>
      </p:sp>
      <p:sp>
        <p:nvSpPr>
          <p:cNvPr id="298" name="path-296">
            <a:extLst xmlns:a="http://schemas.openxmlformats.org/drawingml/2006/main">
              <a:ext uri="{FF2B5EF4-FFF2-40B4-BE49-F238E27FC236}">
                <a16:creationId xmlns:a16="http://schemas.microsoft.com/office/drawing/2014/main" id="{992DB97B-4CFD-46E4-AF65-A3F75B09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14825"/>
            <a:ext cx="104775" cy="133350"/>
          </a:xfrm>
          <a:custGeom xmlns:a="http://schemas.openxmlformats.org/drawingml/2006/main">
            <a:pathLst>
              <a:path w="104775" h="133350">
                <a:moveTo>
                  <a:pt x="0" y="57150"/>
                </a:moveTo>
                <a:lnTo>
                  <a:pt x="104775" y="0"/>
                </a:lnTo>
                <a:lnTo>
                  <a:pt x="57150" y="133350"/>
                </a:lnTo>
                <a:close/>
              </a:path>
            </a:pathLst>
          </a:custGeom>
          <a:solidFill xmlns:a="http://schemas.openxmlformats.org/drawingml/2006/main">
            <a:srgbClr val="EF9C9A"/>
          </a:solidFill>
          <a:ln xmlns:a="http://schemas.openxmlformats.org/drawingml/2006/main" w="13335">
            <a:solidFill>
              <a:srgbClr val="EF9C9A"/>
            </a:solidFill>
          </a:ln>
        </p:spPr>
      </p:sp>
      <p:sp>
        <p:nvSpPr>
          <p:cNvPr id="299" name="path-297">
            <a:extLst xmlns:a="http://schemas.openxmlformats.org/drawingml/2006/main">
              <a:ext uri="{FF2B5EF4-FFF2-40B4-BE49-F238E27FC236}">
                <a16:creationId xmlns:a16="http://schemas.microsoft.com/office/drawing/2014/main" id="{EB8DB375-97DE-41B7-8C62-FD5DB0AA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7668"/>
            <a:ext cx="485775" cy="253365"/>
          </a:xfrm>
          <a:custGeom xmlns:a="http://schemas.openxmlformats.org/drawingml/2006/main">
            <a:pathLst>
              <a:path w="485775" h="253365">
                <a:moveTo>
                  <a:pt x="0" y="164783"/>
                </a:moveTo>
                <a:lnTo>
                  <a:pt x="304800" y="164783"/>
                </a:lnTo>
                <a:lnTo>
                  <a:pt x="304800" y="253365"/>
                </a:lnTo>
                <a:lnTo>
                  <a:pt x="485775" y="126683"/>
                </a:lnTo>
                <a:lnTo>
                  <a:pt x="304800" y="0"/>
                </a:lnTo>
                <a:lnTo>
                  <a:pt x="304800" y="88583"/>
                </a:lnTo>
                <a:lnTo>
                  <a:pt x="0" y="88583"/>
                </a:lnTo>
                <a:close/>
              </a:path>
            </a:pathLst>
          </a:custGeom>
          <a:solidFill xmlns:a="http://schemas.openxmlformats.org/drawingml/2006/main">
            <a:srgbClr val="EF9C9A"/>
          </a:solidFill>
          <a:ln xmlns:a="http://schemas.openxmlformats.org/drawingml/2006/main" w="0">
            <a:noFill/>
          </a:ln>
        </p:spPr>
      </p:sp>
      <p:sp>
        <p:nvSpPr>
          <p:cNvPr id="300" name="AI-078-298">
            <a:extLst xmlns:a="http://schemas.openxmlformats.org/drawingml/2006/main">
              <a:ext uri="{FF2B5EF4-FFF2-40B4-BE49-F238E27FC236}">
                <a16:creationId xmlns:a16="http://schemas.microsoft.com/office/drawing/2014/main" id="{859A45A4-3602-4DDC-AFF5-27FAC596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825" y="3162300"/>
            <a:ext cx="2771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Reconstructed molecule</a:t>
            </a:r>
          </a:p>
        </p:txBody>
      </p:sp>
      <p:pic>
        <p:nvPicPr>
          <p:cNvPr id="6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38a7423d040ef"/>
          <a:stretch xmlns:a="http://schemas.openxmlformats.org/drawingml/2006/main"/>
        </p:blipFill>
        <p:spPr>
          <a:xfrm xmlns:a="http://schemas.openxmlformats.org/drawingml/2006/main">
            <a:off x="11553825" y="3571875"/>
            <a:ext cx="1828800" cy="1466850"/>
          </a:xfrm>
          <a:prstGeom xmlns:a="http://schemas.openxmlformats.org/drawingml/2006/main" prst="rect">
            <a:avLst/>
          </a:prstGeom>
        </p:spPr>
      </p:pic>
      <p:sp>
        <p:nvSpPr>
          <p:cNvPr id="302" name="AI-078-299">
            <a:extLst xmlns:a="http://schemas.openxmlformats.org/drawingml/2006/main">
              <a:ext uri="{FF2B5EF4-FFF2-40B4-BE49-F238E27FC236}">
                <a16:creationId xmlns:a16="http://schemas.microsoft.com/office/drawing/2014/main" id="{ACCAF58E-0486-4E69-A5A9-3BEE7640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9475" y="51435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c1cc(c(cc1)C(O)=O)OC(C)=O</a:t>
            </a:r>
          </a:p>
        </p:txBody>
      </p:sp>
      <p:sp>
        <p:nvSpPr>
          <p:cNvPr id="303" name="AI-078-300">
            <a:extLst xmlns:a="http://schemas.openxmlformats.org/drawingml/2006/main">
              <a:ext uri="{FF2B5EF4-FFF2-40B4-BE49-F238E27FC236}">
                <a16:creationId xmlns:a16="http://schemas.microsoft.com/office/drawing/2014/main" id="{7634AED5-C73E-43E2-A107-8CB1DE16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48577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Teacher forcing</a:t>
            </a:r>
          </a:p>
        </p:txBody>
      </p:sp>
      <p:sp>
        <p:nvSpPr>
          <p:cNvPr id="304" name="path-301">
            <a:extLst xmlns:a="http://schemas.openxmlformats.org/drawingml/2006/main">
              <a:ext uri="{FF2B5EF4-FFF2-40B4-BE49-F238E27FC236}">
                <a16:creationId xmlns:a16="http://schemas.microsoft.com/office/drawing/2014/main" id="{A7991F53-D2DB-4D76-ACE9-B92A6002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483" y="5048250"/>
            <a:ext cx="280035" cy="1104900"/>
          </a:xfrm>
          <a:custGeom xmlns:a="http://schemas.openxmlformats.org/drawingml/2006/main">
            <a:pathLst>
              <a:path w="280035" h="1104900">
                <a:moveTo>
                  <a:pt x="97155" y="0"/>
                </a:moveTo>
                <a:lnTo>
                  <a:pt x="97155" y="904875"/>
                </a:lnTo>
                <a:lnTo>
                  <a:pt x="0" y="904875"/>
                </a:lnTo>
                <a:lnTo>
                  <a:pt x="140018" y="1104900"/>
                </a:lnTo>
                <a:lnTo>
                  <a:pt x="280035" y="904875"/>
                </a:lnTo>
                <a:lnTo>
                  <a:pt x="182880" y="904875"/>
                </a:lnTo>
                <a:lnTo>
                  <a:pt x="182880" y="0"/>
                </a:lnTo>
                <a:close/>
              </a:path>
            </a:pathLst>
          </a:custGeom>
          <a:solidFill xmlns:a="http://schemas.openxmlformats.org/drawingml/2006/main">
            <a:srgbClr val="707070"/>
          </a:solidFill>
          <a:ln xmlns:a="http://schemas.openxmlformats.org/drawingml/2006/main" w="0">
            <a:noFill/>
          </a:ln>
        </p:spPr>
      </p:sp>
      <p:sp>
        <p:nvSpPr>
          <p:cNvPr id="305" name="AI-078-302">
            <a:extLst xmlns:a="http://schemas.openxmlformats.org/drawingml/2006/main">
              <a:ext uri="{FF2B5EF4-FFF2-40B4-BE49-F238E27FC236}">
                <a16:creationId xmlns:a16="http://schemas.microsoft.com/office/drawing/2014/main" id="{798A6330-279E-47D1-8BA8-E17D8282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7075" y="5676900"/>
            <a:ext cx="365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Candidate hit-like molecule generation</a:t>
            </a:r>
          </a:p>
        </p:txBody>
      </p:sp>
      <p:pic>
        <p:nvPicPr>
          <p:cNvPr id="6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0c60026004dcb"/>
          <a:stretch xmlns:a="http://schemas.openxmlformats.org/drawingml/2006/main"/>
        </p:blipFill>
        <p:spPr>
          <a:xfrm xmlns:a="http://schemas.openxmlformats.org/drawingml/2006/main">
            <a:off x="4314825" y="6219825"/>
            <a:ext cx="1285875" cy="933450"/>
          </a:xfrm>
          <a:prstGeom xmlns:a="http://schemas.openxmlformats.org/drawingml/2006/main" prst="rect">
            <a:avLst/>
          </a:prstGeom>
        </p:spPr>
      </p:pic>
      <p:pic>
        <p:nvPicPr>
          <p:cNvPr id="6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f1cf78f764096"/>
          <a:stretch xmlns:a="http://schemas.openxmlformats.org/drawingml/2006/main"/>
        </p:blipFill>
        <p:spPr>
          <a:xfrm xmlns:a="http://schemas.openxmlformats.org/drawingml/2006/main">
            <a:off x="5829300" y="6219825"/>
            <a:ext cx="1019175" cy="933450"/>
          </a:xfrm>
          <a:prstGeom xmlns:a="http://schemas.openxmlformats.org/drawingml/2006/main" prst="rect">
            <a:avLst/>
          </a:prstGeom>
        </p:spPr>
      </p:pic>
      <p:pic>
        <p:nvPicPr>
          <p:cNvPr id="6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a820c35144cf0"/>
          <a:stretch xmlns:a="http://schemas.openxmlformats.org/drawingml/2006/main"/>
        </p:blipFill>
        <p:spPr>
          <a:xfrm xmlns:a="http://schemas.openxmlformats.org/drawingml/2006/main">
            <a:off x="7086600" y="6219825"/>
            <a:ext cx="1524000" cy="933450"/>
          </a:xfrm>
          <a:prstGeom xmlns:a="http://schemas.openxmlformats.org/drawingml/2006/main" prst="rect">
            <a:avLst/>
          </a:prstGeom>
        </p:spPr>
      </p:pic>
      <p:pic>
        <p:nvPicPr>
          <p:cNvPr id="6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5af9e692b4038"/>
          <a:stretch xmlns:a="http://schemas.openxmlformats.org/drawingml/2006/main"/>
        </p:blipFill>
        <p:spPr>
          <a:xfrm xmlns:a="http://schemas.openxmlformats.org/drawingml/2006/main">
            <a:off x="8772525" y="6219825"/>
            <a:ext cx="1276350" cy="933450"/>
          </a:xfrm>
          <a:prstGeom xmlns:a="http://schemas.openxmlformats.org/drawingml/2006/main" prst="rect">
            <a:avLst/>
          </a:prstGeom>
        </p:spPr>
      </p:pic>
      <p:sp>
        <p:nvSpPr>
          <p:cNvPr id="310" name="AI-078-303">
            <a:extLst xmlns:a="http://schemas.openxmlformats.org/drawingml/2006/main">
              <a:ext uri="{FF2B5EF4-FFF2-40B4-BE49-F238E27FC236}">
                <a16:creationId xmlns:a16="http://schemas.microsoft.com/office/drawing/2014/main" id="{59CC2E38-2E2E-46E7-9E92-2451B5BA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5550" y="6372225"/>
            <a:ext cx="14954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F6"/>
          </a:solidFill>
          <a:ln xmlns:a="http://schemas.openxmlformats.org/drawingml/2006/main" w="12383">
            <a:solidFill>
              <a:srgbClr val="9BA4AC"/>
            </a:solidFill>
          </a:ln>
        </p:spPr>
      </p:sp>
      <p:sp>
        <p:nvSpPr>
          <p:cNvPr id="311" name="AI-078-304">
            <a:extLst xmlns:a="http://schemas.openxmlformats.org/drawingml/2006/main">
              <a:ext uri="{FF2B5EF4-FFF2-40B4-BE49-F238E27FC236}">
                <a16:creationId xmlns:a16="http://schemas.microsoft.com/office/drawing/2014/main" id="{09B35125-F643-4DE2-B685-A21430F7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5550" y="6896100"/>
            <a:ext cx="14954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7F6"/>
          </a:solidFill>
          <a:ln xmlns:a="http://schemas.openxmlformats.org/drawingml/2006/main" w="12383">
            <a:solidFill>
              <a:srgbClr val="9BA4AC"/>
            </a:solidFill>
          </a:ln>
        </p:spPr>
      </p:sp>
      <p:sp>
        <p:nvSpPr>
          <p:cNvPr id="312" name="AI-078-305">
            <a:extLst xmlns:a="http://schemas.openxmlformats.org/drawingml/2006/main">
              <a:ext uri="{FF2B5EF4-FFF2-40B4-BE49-F238E27FC236}">
                <a16:creationId xmlns:a16="http://schemas.microsoft.com/office/drawing/2014/main" id="{CEBCBD95-3799-41BE-8523-1DDD0F77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5075" y="6477000"/>
            <a:ext cx="1476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F6"/>
          </a:solidFill>
          <a:ln xmlns:a="http://schemas.openxmlformats.org/drawingml/2006/main" w="0">
            <a:noFill/>
          </a:ln>
        </p:spPr>
      </p:sp>
      <p:sp>
        <p:nvSpPr>
          <p:cNvPr id="313" name="AI-078-306">
            <a:extLst xmlns:a="http://schemas.openxmlformats.org/drawingml/2006/main">
              <a:ext uri="{FF2B5EF4-FFF2-40B4-BE49-F238E27FC236}">
                <a16:creationId xmlns:a16="http://schemas.microsoft.com/office/drawing/2014/main" id="{8B21FFFA-F877-4277-8C5A-763CCED9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5550" y="6219825"/>
            <a:ext cx="1495425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7F6"/>
          </a:solidFill>
          <a:ln xmlns:a="http://schemas.openxmlformats.org/drawingml/2006/main" w="12383">
            <a:solidFill>
              <a:srgbClr val="9BA4AC"/>
            </a:solidFill>
          </a:ln>
        </p:spPr>
      </p:sp>
      <p:sp>
        <p:nvSpPr>
          <p:cNvPr id="314" name="AI-078-307">
            <a:extLst xmlns:a="http://schemas.openxmlformats.org/drawingml/2006/main">
              <a:ext uri="{FF2B5EF4-FFF2-40B4-BE49-F238E27FC236}">
                <a16:creationId xmlns:a16="http://schemas.microsoft.com/office/drawing/2014/main" id="{155F09E9-9175-4D22-8BBD-5BF268C3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6505575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molecules</a:t>
            </a:r>
          </a:p>
        </p:txBody>
      </p:sp>
      <p:sp>
        <p:nvSpPr>
          <p:cNvPr id="315" name="path-308">
            <a:extLst xmlns:a="http://schemas.openxmlformats.org/drawingml/2006/main">
              <a:ext uri="{FF2B5EF4-FFF2-40B4-BE49-F238E27FC236}">
                <a16:creationId xmlns:a16="http://schemas.microsoft.com/office/drawing/2014/main" id="{C6F42F6D-EE23-4034-ADD9-6C9CDD72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7143750"/>
            <a:ext cx="600075" cy="250514"/>
          </a:xfrm>
          <a:custGeom xmlns:a="http://schemas.openxmlformats.org/drawingml/2006/main">
            <a:pathLst>
              <a:path w="600075" h="250514">
                <a:moveTo>
                  <a:pt x="600075" y="66675"/>
                </a:moveTo>
                <a:lnTo>
                  <a:pt x="594133" y="85000"/>
                </a:lnTo>
                <a:lnTo>
                  <a:pt x="587747" y="102266"/>
                </a:lnTo>
                <a:lnTo>
                  <a:pt x="580928" y="118491"/>
                </a:lnTo>
                <a:lnTo>
                  <a:pt x="573689" y="133688"/>
                </a:lnTo>
                <a:lnTo>
                  <a:pt x="566042" y="147876"/>
                </a:lnTo>
                <a:lnTo>
                  <a:pt x="558000" y="161069"/>
                </a:lnTo>
                <a:lnTo>
                  <a:pt x="549574" y="173283"/>
                </a:lnTo>
                <a:lnTo>
                  <a:pt x="540778" y="184535"/>
                </a:lnTo>
                <a:lnTo>
                  <a:pt x="531623" y="194841"/>
                </a:lnTo>
                <a:lnTo>
                  <a:pt x="522122" y="204216"/>
                </a:lnTo>
                <a:lnTo>
                  <a:pt x="512288" y="212677"/>
                </a:lnTo>
                <a:lnTo>
                  <a:pt x="502132" y="220239"/>
                </a:lnTo>
                <a:lnTo>
                  <a:pt x="491667" y="226919"/>
                </a:lnTo>
                <a:lnTo>
                  <a:pt x="480905" y="232733"/>
                </a:lnTo>
                <a:lnTo>
                  <a:pt x="469859" y="237696"/>
                </a:lnTo>
                <a:lnTo>
                  <a:pt x="458541" y="241825"/>
                </a:lnTo>
                <a:lnTo>
                  <a:pt x="446963" y="245136"/>
                </a:lnTo>
                <a:lnTo>
                  <a:pt x="435137" y="247644"/>
                </a:lnTo>
                <a:lnTo>
                  <a:pt x="423077" y="249366"/>
                </a:lnTo>
                <a:lnTo>
                  <a:pt x="410794" y="250317"/>
                </a:lnTo>
                <a:lnTo>
                  <a:pt x="398301" y="250514"/>
                </a:lnTo>
                <a:lnTo>
                  <a:pt x="385610" y="249973"/>
                </a:lnTo>
                <a:lnTo>
                  <a:pt x="372733" y="248709"/>
                </a:lnTo>
                <a:lnTo>
                  <a:pt x="359683" y="246739"/>
                </a:lnTo>
                <a:lnTo>
                  <a:pt x="346472" y="244078"/>
                </a:lnTo>
                <a:lnTo>
                  <a:pt x="333112" y="240743"/>
                </a:lnTo>
                <a:lnTo>
                  <a:pt x="319616" y="236750"/>
                </a:lnTo>
                <a:lnTo>
                  <a:pt x="305997" y="232114"/>
                </a:lnTo>
                <a:lnTo>
                  <a:pt x="292265" y="226852"/>
                </a:lnTo>
                <a:lnTo>
                  <a:pt x="278435" y="220980"/>
                </a:lnTo>
                <a:lnTo>
                  <a:pt x="264517" y="214513"/>
                </a:lnTo>
                <a:lnTo>
                  <a:pt x="250525" y="207468"/>
                </a:lnTo>
                <a:lnTo>
                  <a:pt x="236471" y="199861"/>
                </a:lnTo>
                <a:lnTo>
                  <a:pt x="222367" y="191707"/>
                </a:lnTo>
                <a:lnTo>
                  <a:pt x="208226" y="183023"/>
                </a:lnTo>
                <a:lnTo>
                  <a:pt x="194059" y="173824"/>
                </a:lnTo>
                <a:lnTo>
                  <a:pt x="179880" y="164128"/>
                </a:lnTo>
                <a:lnTo>
                  <a:pt x="165700" y="153948"/>
                </a:lnTo>
                <a:lnTo>
                  <a:pt x="151532" y="143303"/>
                </a:lnTo>
                <a:lnTo>
                  <a:pt x="137389" y="132207"/>
                </a:lnTo>
                <a:lnTo>
                  <a:pt x="123281" y="120677"/>
                </a:lnTo>
                <a:lnTo>
                  <a:pt x="109223" y="108728"/>
                </a:lnTo>
                <a:lnTo>
                  <a:pt x="95226" y="96377"/>
                </a:lnTo>
                <a:lnTo>
                  <a:pt x="81303" y="83640"/>
                </a:lnTo>
                <a:lnTo>
                  <a:pt x="67466" y="70533"/>
                </a:lnTo>
                <a:lnTo>
                  <a:pt x="53726" y="57071"/>
                </a:lnTo>
                <a:lnTo>
                  <a:pt x="40098" y="43271"/>
                </a:lnTo>
                <a:lnTo>
                  <a:pt x="26593" y="29148"/>
                </a:lnTo>
                <a:lnTo>
                  <a:pt x="13222" y="1471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707070"/>
            </a:solidFill>
          </a:ln>
        </p:spPr>
      </p:sp>
      <p:sp>
        <p:nvSpPr>
          <p:cNvPr id="316" name="path-309">
            <a:extLst xmlns:a="http://schemas.openxmlformats.org/drawingml/2006/main">
              <a:ext uri="{FF2B5EF4-FFF2-40B4-BE49-F238E27FC236}">
                <a16:creationId xmlns:a16="http://schemas.microsoft.com/office/drawing/2014/main" id="{1F5B5A78-6133-49B5-820C-B038CD77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7143750"/>
            <a:ext cx="266700" cy="219075"/>
          </a:xfrm>
          <a:custGeom xmlns:a="http://schemas.openxmlformats.org/drawingml/2006/main">
            <a:pathLst>
              <a:path w="266700" h="219075">
                <a:moveTo>
                  <a:pt x="0" y="0"/>
                </a:moveTo>
                <a:lnTo>
                  <a:pt x="266700" y="47625"/>
                </a:lnTo>
                <a:lnTo>
                  <a:pt x="123825" y="219075"/>
                </a:lnTo>
                <a:close/>
              </a:path>
            </a:pathLst>
          </a:custGeom>
          <a:solidFill xmlns:a="http://schemas.openxmlformats.org/drawingml/2006/main">
            <a:srgbClr val="707070"/>
          </a:solidFill>
          <a:ln xmlns:a="http://schemas.openxmlformats.org/drawingml/2006/main" w="9525">
            <a:solidFill>
              <a:srgbClr val="707070"/>
            </a:solidFill>
          </a:ln>
        </p:spPr>
      </p:sp>
      <p:sp>
        <p:nvSpPr>
          <p:cNvPr id="317" name="AI-078-310">
            <a:extLst xmlns:a="http://schemas.openxmlformats.org/drawingml/2006/main">
              <a:ext uri="{FF2B5EF4-FFF2-40B4-BE49-F238E27FC236}">
                <a16:creationId xmlns:a16="http://schemas.microsoft.com/office/drawing/2014/main" id="{E616341D-426A-4949-8CDC-78DED63E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450" y="5734050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 phase:</a:t>
            </a:r>
          </a:p>
        </p:txBody>
      </p:sp>
      <p:sp>
        <p:nvSpPr>
          <p:cNvPr id="318" name="path-311">
            <a:extLst xmlns:a="http://schemas.openxmlformats.org/drawingml/2006/main">
              <a:ext uri="{FF2B5EF4-FFF2-40B4-BE49-F238E27FC236}">
                <a16:creationId xmlns:a16="http://schemas.microsoft.com/office/drawing/2014/main" id="{9E4FC51B-A7C8-4C53-AD5D-222E132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782628"/>
            <a:ext cx="314325" cy="226695"/>
          </a:xfrm>
          <a:custGeom xmlns:a="http://schemas.openxmlformats.org/drawingml/2006/main">
            <a:pathLst>
              <a:path w="314325" h="226695">
                <a:moveTo>
                  <a:pt x="0" y="146685"/>
                </a:moveTo>
                <a:lnTo>
                  <a:pt x="152400" y="146685"/>
                </a:lnTo>
                <a:lnTo>
                  <a:pt x="152400" y="226695"/>
                </a:lnTo>
                <a:lnTo>
                  <a:pt x="314325" y="113347"/>
                </a:lnTo>
                <a:lnTo>
                  <a:pt x="152400" y="0"/>
                </a:lnTo>
                <a:lnTo>
                  <a:pt x="152400" y="8001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EF9C9A"/>
          </a:solidFill>
          <a:ln xmlns:a="http://schemas.openxmlformats.org/drawingml/2006/main" w="0">
            <a:noFill/>
          </a:ln>
        </p:spPr>
      </p:sp>
      <p:sp>
        <p:nvSpPr>
          <p:cNvPr id="319" name="AI-078-312">
            <a:extLst xmlns:a="http://schemas.openxmlformats.org/drawingml/2006/main">
              <a:ext uri="{FF2B5EF4-FFF2-40B4-BE49-F238E27FC236}">
                <a16:creationId xmlns:a16="http://schemas.microsoft.com/office/drawing/2014/main" id="{7CD01760-A490-48B9-9D18-354120EA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450" y="620077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phase:</a:t>
            </a:r>
          </a:p>
        </p:txBody>
      </p:sp>
      <p:sp>
        <p:nvSpPr>
          <p:cNvPr id="320" name="path-313">
            <a:extLst xmlns:a="http://schemas.openxmlformats.org/drawingml/2006/main">
              <a:ext uri="{FF2B5EF4-FFF2-40B4-BE49-F238E27FC236}">
                <a16:creationId xmlns:a16="http://schemas.microsoft.com/office/drawing/2014/main" id="{57EDE0CE-06D2-43DF-B1BC-F53CFBFC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49353"/>
            <a:ext cx="314325" cy="226695"/>
          </a:xfrm>
          <a:custGeom xmlns:a="http://schemas.openxmlformats.org/drawingml/2006/main">
            <a:pathLst>
              <a:path w="314325" h="226695">
                <a:moveTo>
                  <a:pt x="0" y="146685"/>
                </a:moveTo>
                <a:lnTo>
                  <a:pt x="152400" y="146685"/>
                </a:lnTo>
                <a:lnTo>
                  <a:pt x="152400" y="226695"/>
                </a:lnTo>
                <a:lnTo>
                  <a:pt x="314325" y="113347"/>
                </a:lnTo>
                <a:lnTo>
                  <a:pt x="152400" y="0"/>
                </a:lnTo>
                <a:lnTo>
                  <a:pt x="152400" y="8001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707070"/>
          </a:solidFill>
          <a:ln xmlns:a="http://schemas.openxmlformats.org/drawingml/2006/main" w="0">
            <a:noFill/>
          </a:ln>
        </p:spPr>
      </p:sp>
      <p:sp>
        <p:nvSpPr>
          <p:cNvPr id="321" name="AI-078-314">
            <a:extLst xmlns:a="http://schemas.openxmlformats.org/drawingml/2006/main">
              <a:ext uri="{FF2B5EF4-FFF2-40B4-BE49-F238E27FC236}">
                <a16:creationId xmlns:a16="http://schemas.microsoft.com/office/drawing/2014/main" id="{09A8268F-78FC-4A23-B313-AD1E4EBB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450" y="6667500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Variant SMILES:</a:t>
            </a:r>
          </a:p>
        </p:txBody>
      </p:sp>
      <p:sp>
        <p:nvSpPr>
          <p:cNvPr id="322" name="path-315">
            <a:extLst xmlns:a="http://schemas.openxmlformats.org/drawingml/2006/main">
              <a:ext uri="{FF2B5EF4-FFF2-40B4-BE49-F238E27FC236}">
                <a16:creationId xmlns:a16="http://schemas.microsoft.com/office/drawing/2014/main" id="{AF699B06-48C1-44E0-8B63-83191907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716078"/>
            <a:ext cx="314325" cy="226695"/>
          </a:xfrm>
          <a:custGeom xmlns:a="http://schemas.openxmlformats.org/drawingml/2006/main">
            <a:pathLst>
              <a:path w="314325" h="226695">
                <a:moveTo>
                  <a:pt x="0" y="146685"/>
                </a:moveTo>
                <a:lnTo>
                  <a:pt x="152400" y="146685"/>
                </a:lnTo>
                <a:lnTo>
                  <a:pt x="152400" y="226695"/>
                </a:lnTo>
                <a:lnTo>
                  <a:pt x="314325" y="113347"/>
                </a:lnTo>
                <a:lnTo>
                  <a:pt x="152400" y="0"/>
                </a:lnTo>
                <a:lnTo>
                  <a:pt x="152400" y="8001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C6DFA9"/>
          </a:solidFill>
          <a:ln xmlns:a="http://schemas.openxmlformats.org/drawingml/2006/main" w="0">
            <a:noFill/>
          </a:ln>
        </p:spPr>
      </p:sp>
      <p:sp>
        <p:nvSpPr>
          <p:cNvPr id="323" name="AI-078-316">
            <a:extLst xmlns:a="http://schemas.openxmlformats.org/drawingml/2006/main">
              <a:ext uri="{FF2B5EF4-FFF2-40B4-BE49-F238E27FC236}">
                <a16:creationId xmlns:a16="http://schemas.microsoft.com/office/drawing/2014/main" id="{D98EB2F2-1AA4-4D6A-B18C-A85E8078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450" y="713422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Other operations:</a:t>
            </a:r>
          </a:p>
        </p:txBody>
      </p:sp>
      <p:sp>
        <p:nvSpPr>
          <p:cNvPr id="324" name="path-317">
            <a:extLst xmlns:a="http://schemas.openxmlformats.org/drawingml/2006/main">
              <a:ext uri="{FF2B5EF4-FFF2-40B4-BE49-F238E27FC236}">
                <a16:creationId xmlns:a16="http://schemas.microsoft.com/office/drawing/2014/main" id="{53FA9736-A206-42ED-B57F-E4825E65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182803"/>
            <a:ext cx="314325" cy="226695"/>
          </a:xfrm>
          <a:custGeom xmlns:a="http://schemas.openxmlformats.org/drawingml/2006/main">
            <a:pathLst>
              <a:path w="314325" h="226695">
                <a:moveTo>
                  <a:pt x="0" y="146685"/>
                </a:moveTo>
                <a:lnTo>
                  <a:pt x="152400" y="146685"/>
                </a:lnTo>
                <a:lnTo>
                  <a:pt x="152400" y="226695"/>
                </a:lnTo>
                <a:lnTo>
                  <a:pt x="314325" y="113347"/>
                </a:lnTo>
                <a:lnTo>
                  <a:pt x="152400" y="0"/>
                </a:lnTo>
                <a:lnTo>
                  <a:pt x="152400" y="8001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AFC5E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21022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2026-09-08T04:03:32.0640000Z</dcterms:created>
  <dcterms:modified xsi:type="dcterms:W3CDTF">2026-09-08T04:03:32.0640000Z</dcterms:modified>
</coreProperties>
</file>