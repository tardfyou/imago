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6e55252fce4a6f" /><Relationship Type="http://schemas.openxmlformats.org/officeDocument/2006/relationships/extended-properties" Target="/docProps/app.xml" Id="R41a111ce77ed4bb6" /><Relationship Type="http://schemas.openxmlformats.org/officeDocument/2006/relationships/officeDocument" Target="/ppt/presentation.xml" Id="R895aaa90663741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d05b3c64c14012"/>
  </p:sldMasterIdLst>
  <p:notesMasterIdLst>
    <p:notesMasterId xmlns:r="http://schemas.openxmlformats.org/officeDocument/2006/relationships" r:id="Ra05e39c9ebc64c55"/>
  </p:notesMasterIdLst>
  <p:sldIdLst>
    <p:sldId xmlns:r="http://schemas.openxmlformats.org/officeDocument/2006/relationships" id="256" r:id="Rbd1fd76698ac4b6e"/>
  </p:sldIdLst>
  <p:sldSz cx="12258675" cy="63436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59ae6ce05b4aa2" /><Relationship Type="http://schemas.openxmlformats.org/officeDocument/2006/relationships/slideMaster" Target="/ppt/slideMasters/slideMaster1.xml" Id="R04d05b3c64c14012" /><Relationship Type="http://schemas.openxmlformats.org/officeDocument/2006/relationships/notesMaster" Target="/ppt/notesMasters/notesMaster1.xml" Id="Ra05e39c9ebc64c55" /><Relationship Type="http://schemas.openxmlformats.org/officeDocument/2006/relationships/presProps" Target="/ppt/presProps.xml" Id="Rf4964dc9c5694b69" /><Relationship Type="http://schemas.openxmlformats.org/officeDocument/2006/relationships/tableStyles" Target="/ppt/tableStyles.xml" Id="R772dfce1875248fb" /><Relationship Type="http://schemas.openxmlformats.org/officeDocument/2006/relationships/slide" Target="/ppt/slides/slide1.xml" Id="Rbd1fd76698ac4b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edd83f721644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1e9fd9d5804c1f" /><Relationship Type="http://schemas.openxmlformats.org/officeDocument/2006/relationships/notesMaster" Target="/ppt/notesMasters/notesMaster1.xml" Id="Refd5ffaf7dd2465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素材ID：AI-077</ns1:t>
            </ns1:r>
          </ns1:p>
          <ns1:p>
            <ns1:r>
              <ns1:t>论文：ReconVLA: Reconstructive Vision-Language-Action Model as Effective Robot Perceiver</ns1:t>
            </ns1:r>
          </ns1:p>
          <ns1:p>
            <ns1:r>
              <ns1:t>会议：AAAI 2026</ns1:t>
            </ns1:r>
          </ns1:p>
          <ns1:p>
            <ns1:r>
              <ns1:t>奖项：Outstanding Paper</ns1:t>
            </ns1:r>
          </ns1:p>
          <ns1:p>
            <ns1:r>
              <ns1:t>图号：Figure 3，PDF第3页</ns1:t>
            </ns1:r>
          </ns1:p>
          <ns1:p>
            <ns1:r>
              <ns1:t>类型：系统架构</ns1:t>
            </ns1:r>
          </ns1:p>
          <ns1:p>
            <ns1:r>
              <ns1:t>借鉴点：并列视觉重建支路和动作支路，用噪声token、条件token及原始场景串起监督关系。</ns1:t>
            </ns1:r>
          </ns1:p>
          <ns1:p>
            <ns1:r>
              <ns1:t>论文URL：https://arxiv.org/abs/2508.10333</ns1:t>
            </ns1:r>
          </ns1:p>
          <ns1:p>
            <ns1:r>
              <ns1:t>官方获奖URL：https://aaai.org/about-aaai/aaai-awards/aaai-conference-paper-awards-and-recognition/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c2abdf1b74b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271514c0fd4dec" /><Relationship Type="http://schemas.openxmlformats.org/officeDocument/2006/relationships/slideLayout" Target="/ppt/slideLayouts/slideLayout1.xml" Id="Rcba4acc258ee4f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a4acc258ee4f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26c65d3184fd9" /><Relationship Type="http://schemas.openxmlformats.org/officeDocument/2006/relationships/image" Target="/ppt/media/image.png" Id="R3bb12d3c2f4a45e4" /><Relationship Type="http://schemas.openxmlformats.org/officeDocument/2006/relationships/image" Target="/ppt/media/image2.png" Id="R1d8612156a01401f" /><Relationship Type="http://schemas.openxmlformats.org/officeDocument/2006/relationships/image" Target="/ppt/media/image3.png" Id="R248cfc144eb842ef" /><Relationship Type="http://schemas.openxmlformats.org/officeDocument/2006/relationships/image" Target="/ppt/media/image4.png" Id="R0a900bc85c084815" /><Relationship Type="http://schemas.openxmlformats.org/officeDocument/2006/relationships/image" Target="/ppt/media/image5.png" Id="Rd31adba49d004443" /><Relationship Type="http://schemas.openxmlformats.org/officeDocument/2006/relationships/notesSlide" Target="/ppt/notesSlides/notesSlide1.xml" Id="Re80aa004819242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3" name="AI-077-1">
            <a:extLst xmlns:a="http://schemas.openxmlformats.org/drawingml/2006/main">
              <a:ext uri="{FF2B5EF4-FFF2-40B4-BE49-F238E27FC236}">
                <a16:creationId xmlns:a16="http://schemas.microsoft.com/office/drawing/2014/main" id="{B5B74BE4-97E2-4D79-BBF4-9B8AAB98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85725"/>
            <a:ext cx="3400425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38100">
            <a:solidFill>
              <a:srgbClr val="838383"/>
            </a:solidFill>
            <a:prstDash val="dash"/>
          </a:ln>
        </p:spPr>
      </p:sp>
      <p:sp>
        <p:nvSpPr>
          <p:cNvPr id="2" name="AI-077-2">
            <a:extLst xmlns:a="http://schemas.openxmlformats.org/drawingml/2006/main">
              <a:ext uri="{FF2B5EF4-FFF2-40B4-BE49-F238E27FC236}">
                <a16:creationId xmlns:a16="http://schemas.microsoft.com/office/drawing/2014/main" id="{B856E25C-DC37-4D02-85B4-156AC371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2850" y="85725"/>
            <a:ext cx="8410575" cy="617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CF9"/>
          </a:solidFill>
          <a:ln xmlns:a="http://schemas.openxmlformats.org/drawingml/2006/main" w="38100">
            <a:solidFill>
              <a:srgbClr val="838383"/>
            </a:solidFill>
            <a:prstDash val="dash"/>
          </a:ln>
        </p:spPr>
      </p:sp>
      <p:sp>
        <p:nvSpPr>
          <p:cNvPr id="3" name="AI-077-3">
            <a:extLst xmlns:a="http://schemas.openxmlformats.org/drawingml/2006/main">
              <a:ext uri="{FF2B5EF4-FFF2-40B4-BE49-F238E27FC236}">
                <a16:creationId xmlns:a16="http://schemas.microsoft.com/office/drawing/2014/main" id="{04B73ACF-A3E1-49B9-94B8-94FB9734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" y="161925"/>
            <a:ext cx="2495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Recon. Part</a:t>
            </a:r>
          </a:p>
        </p:txBody>
      </p:sp>
      <p:sp>
        <p:nvSpPr>
          <p:cNvPr id="4" name="AI-077-4">
            <a:extLst xmlns:a="http://schemas.openxmlformats.org/drawingml/2006/main">
              <a:ext uri="{FF2B5EF4-FFF2-40B4-BE49-F238E27FC236}">
                <a16:creationId xmlns:a16="http://schemas.microsoft.com/office/drawing/2014/main" id="{963C4608-BB09-4A67-B2C0-C62C9A81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3725" y="152400"/>
            <a:ext cx="25622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 Part</a:t>
            </a:r>
          </a:p>
        </p:txBody>
      </p:sp>
      <p:sp>
        <p:nvSpPr>
          <p:cNvPr id="5" name="AI-077-5">
            <a:extLst xmlns:a="http://schemas.openxmlformats.org/drawingml/2006/main">
              <a:ext uri="{FF2B5EF4-FFF2-40B4-BE49-F238E27FC236}">
                <a16:creationId xmlns:a16="http://schemas.microsoft.com/office/drawing/2014/main" id="{CC657DCD-262C-47BF-BD99-EA624463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" y="561975"/>
            <a:ext cx="2219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Predicted Noise</a:t>
            </a:r>
          </a:p>
        </p:txBody>
      </p:sp>
      <p:sp>
        <p:nvSpPr>
          <p:cNvPr id="6" name="AI-077-6">
            <a:extLst xmlns:a="http://schemas.openxmlformats.org/drawingml/2006/main">
              <a:ext uri="{FF2B5EF4-FFF2-40B4-BE49-F238E27FC236}">
                <a16:creationId xmlns:a16="http://schemas.microsoft.com/office/drawing/2014/main" id="{A78C802D-4116-4368-87EB-73AF3918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914400"/>
            <a:ext cx="24003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C"/>
          </a:solidFill>
          <a:ln xmlns:a="http://schemas.openxmlformats.org/drawingml/2006/main" w="28575">
            <a:solidFill>
              <a:srgbClr val="838383"/>
            </a:solidFill>
          </a:ln>
        </p:spPr>
      </p:sp>
      <p:sp>
        <p:nvSpPr>
          <p:cNvPr id="7" name="AI-077-7">
            <a:extLst xmlns:a="http://schemas.openxmlformats.org/drawingml/2006/main">
              <a:ext uri="{FF2B5EF4-FFF2-40B4-BE49-F238E27FC236}">
                <a16:creationId xmlns:a16="http://schemas.microsoft.com/office/drawing/2014/main" id="{40249B4D-7204-45EF-98D8-370FB27D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990600"/>
            <a:ext cx="257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ε</a:t>
            </a:r>
          </a:p>
        </p:txBody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D4C06B39-1903-4F7B-8344-1F1395A7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019175"/>
            <a:ext cx="133350" cy="38100"/>
          </a:xfrm>
          <a:custGeom xmlns:a="http://schemas.openxmlformats.org/drawingml/2006/main">
            <a:pathLst>
              <a:path w="133350" h="38100">
                <a:moveTo>
                  <a:pt x="0" y="38100"/>
                </a:moveTo>
                <a:lnTo>
                  <a:pt x="66675" y="0"/>
                </a:lnTo>
                <a:lnTo>
                  <a:pt x="13335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</a:ln>
        </p:spPr>
      </p:sp>
      <p:sp>
        <p:nvSpPr>
          <p:cNvPr id="9" name="AI-077-9">
            <a:extLst xmlns:a="http://schemas.openxmlformats.org/drawingml/2006/main">
              <a:ext uri="{FF2B5EF4-FFF2-40B4-BE49-F238E27FC236}">
                <a16:creationId xmlns:a16="http://schemas.microsoft.com/office/drawing/2014/main" id="{E3943F90-B8CB-4ADF-AAEB-FC76CD61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875" y="962025"/>
            <a:ext cx="276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=</a:t>
            </a:r>
          </a:p>
        </p:txBody>
      </p:sp>
      <p:sp>
        <p:nvSpPr>
          <p:cNvPr id="10" name="AI-077-10">
            <a:extLst xmlns:a="http://schemas.openxmlformats.org/drawingml/2006/main">
              <a:ext uri="{FF2B5EF4-FFF2-40B4-BE49-F238E27FC236}">
                <a16:creationId xmlns:a16="http://schemas.microsoft.com/office/drawing/2014/main" id="{B9E6D3E9-B5AC-41D8-B7DA-A568AF86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942975"/>
            <a:ext cx="2571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𝒟</a:t>
            </a:r>
          </a:p>
        </p:txBody>
      </p:sp>
      <p:sp>
        <p:nvSpPr>
          <p:cNvPr id="11" name="AI-077-11">
            <a:extLst xmlns:a="http://schemas.openxmlformats.org/drawingml/2006/main">
              <a:ext uri="{FF2B5EF4-FFF2-40B4-BE49-F238E27FC236}">
                <a16:creationId xmlns:a16="http://schemas.microsoft.com/office/drawing/2014/main" id="{92F6BCCB-DAFC-4942-A4E2-E33ABA70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952500"/>
            <a:ext cx="28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(z</a:t>
            </a:r>
          </a:p>
        </p:txBody>
      </p:sp>
      <p:sp>
        <p:nvSpPr>
          <p:cNvPr id="12" name="AI-077-12">
            <a:extLst xmlns:a="http://schemas.openxmlformats.org/drawingml/2006/main">
              <a:ext uri="{FF2B5EF4-FFF2-40B4-BE49-F238E27FC236}">
                <a16:creationId xmlns:a16="http://schemas.microsoft.com/office/drawing/2014/main" id="{AF915074-AAEC-49F3-9581-19FDE7C5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9775" y="1114425"/>
            <a:ext cx="85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3" name="AI-077-13">
            <a:extLst xmlns:a="http://schemas.openxmlformats.org/drawingml/2006/main">
              <a:ext uri="{FF2B5EF4-FFF2-40B4-BE49-F238E27FC236}">
                <a16:creationId xmlns:a16="http://schemas.microsoft.com/office/drawing/2014/main" id="{502D7CAD-EC18-4AC0-A0AE-D9AB540C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971550"/>
            <a:ext cx="9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;</a:t>
            </a:r>
          </a:p>
        </p:txBody>
      </p:sp>
      <p:sp>
        <p:nvSpPr>
          <p:cNvPr id="14" name="AI-077-14">
            <a:extLst xmlns:a="http://schemas.openxmlformats.org/drawingml/2006/main">
              <a:ext uri="{FF2B5EF4-FFF2-40B4-BE49-F238E27FC236}">
                <a16:creationId xmlns:a16="http://schemas.microsoft.com/office/drawing/2014/main" id="{46D9F1D5-666D-4FC1-AE87-B5B65B48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952500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5" name="AI-077-15">
            <a:extLst xmlns:a="http://schemas.openxmlformats.org/drawingml/2006/main">
              <a:ext uri="{FF2B5EF4-FFF2-40B4-BE49-F238E27FC236}">
                <a16:creationId xmlns:a16="http://schemas.microsoft.com/office/drawing/2014/main" id="{A8301951-3BA5-426E-90DC-80383BF6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775" y="1104900"/>
            <a:ext cx="1619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6" name="AI-077-16">
            <a:extLst xmlns:a="http://schemas.openxmlformats.org/drawingml/2006/main">
              <a:ext uri="{FF2B5EF4-FFF2-40B4-BE49-F238E27FC236}">
                <a16:creationId xmlns:a16="http://schemas.microsoft.com/office/drawing/2014/main" id="{7B179A7A-E776-45B7-8C1B-5A1EE79A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1275" y="9525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, t)</a:t>
            </a:r>
          </a:p>
        </p:txBody>
      </p:sp>
      <p:sp>
        <p:nvSpPr>
          <p:cNvPr id="17" name="AI-077-17">
            <a:extLst xmlns:a="http://schemas.openxmlformats.org/drawingml/2006/main">
              <a:ext uri="{FF2B5EF4-FFF2-40B4-BE49-F238E27FC236}">
                <a16:creationId xmlns:a16="http://schemas.microsoft.com/office/drawing/2014/main" id="{7FE5CCFD-2F3E-4848-8C70-5AEDC719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1457325"/>
            <a:ext cx="2419350" cy="866775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FF7F0"/>
          </a:solidFill>
          <a:ln xmlns:a="http://schemas.openxmlformats.org/drawingml/2006/main" w="14288">
            <a:solidFill>
              <a:srgbClr val="E8BEA5"/>
            </a:solidFill>
          </a:ln>
        </p:spPr>
      </p:sp>
      <p:sp>
        <p:nvSpPr>
          <p:cNvPr id="18" name="AI-077-18">
            <a:extLst xmlns:a="http://schemas.openxmlformats.org/drawingml/2006/main">
              <a:ext uri="{FF2B5EF4-FFF2-40B4-BE49-F238E27FC236}">
                <a16:creationId xmlns:a16="http://schemas.microsoft.com/office/drawing/2014/main" id="{D4E82585-2CF2-4052-926B-78BD9840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1485900"/>
            <a:ext cx="2362200" cy="809625"/>
          </a:xfrm>
          <a:prstGeom xmlns:a="http://schemas.openxmlformats.org/drawingml/2006/main" prst="roundRect">
            <a:avLst>
              <a:gd name="adj" fmla="val 823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8BEA5"/>
            </a:solidFill>
          </a:ln>
        </p:spPr>
      </p:sp>
      <p:sp>
        <p:nvSpPr>
          <p:cNvPr id="19" name="AI-077-19">
            <a:extLst xmlns:a="http://schemas.openxmlformats.org/drawingml/2006/main">
              <a:ext uri="{FF2B5EF4-FFF2-40B4-BE49-F238E27FC236}">
                <a16:creationId xmlns:a16="http://schemas.microsoft.com/office/drawing/2014/main" id="{CC76F97A-C897-4DE5-8156-27585E1E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1581150"/>
            <a:ext cx="1504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Diffusion</a:t>
            </a:r>
          </a:p>
          <a:p xmlns:a="http://schemas.openxmlformats.org/drawingml/2006/main">
            <a:pPr algn="ctr">
              <a:defRPr sz="21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Denoiser</a:t>
            </a:r>
          </a:p>
        </p:txBody>
      </p:sp>
      <p:sp>
        <p:nvSpPr>
          <p:cNvPr id="20" name="AI-077-20">
            <a:extLst xmlns:a="http://schemas.openxmlformats.org/drawingml/2006/main">
              <a:ext uri="{FF2B5EF4-FFF2-40B4-BE49-F238E27FC236}">
                <a16:creationId xmlns:a16="http://schemas.microsoft.com/office/drawing/2014/main" id="{EA1239C3-F842-4877-B55E-E4C28996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1743075"/>
            <a:ext cx="266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𝒟</a:t>
            </a:r>
          </a:p>
        </p:txBody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72E4C63B-F45E-4AC7-839A-DA57EEAA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310" y="1514475"/>
            <a:ext cx="126873" cy="171450"/>
          </a:xfrm>
          <a:custGeom xmlns:a="http://schemas.openxmlformats.org/drawingml/2006/main">
            <a:pathLst>
              <a:path w="126873" h="171450">
                <a:moveTo>
                  <a:pt x="58293" y="0"/>
                </a:moveTo>
                <a:lnTo>
                  <a:pt x="58293" y="60008"/>
                </a:lnTo>
                <a:lnTo>
                  <a:pt x="92583" y="39433"/>
                </a:lnTo>
                <a:lnTo>
                  <a:pt x="123444" y="99441"/>
                </a:lnTo>
                <a:lnTo>
                  <a:pt x="126873" y="135446"/>
                </a:lnTo>
                <a:lnTo>
                  <a:pt x="92583" y="171450"/>
                </a:lnTo>
                <a:lnTo>
                  <a:pt x="36004" y="171450"/>
                </a:lnTo>
                <a:lnTo>
                  <a:pt x="0" y="140589"/>
                </a:lnTo>
                <a:lnTo>
                  <a:pt x="1715" y="99441"/>
                </a:lnTo>
                <a:lnTo>
                  <a:pt x="34290" y="60008"/>
                </a:lnTo>
                <a:close/>
              </a:path>
            </a:pathLst>
          </a:custGeom>
          <a:solidFill xmlns:a="http://schemas.openxmlformats.org/drawingml/2006/main">
            <a:srgbClr val="E97330"/>
          </a:solidFill>
          <a:ln xmlns:a="http://schemas.openxmlformats.org/drawingml/2006/main" w="13335">
            <a:solidFill>
              <a:srgbClr val="5B3525"/>
            </a:solidFill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C3DB13C4-6A53-4B22-B11D-222DF6DB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8171" y="1605344"/>
            <a:ext cx="58293" cy="70294"/>
          </a:xfrm>
          <a:custGeom xmlns:a="http://schemas.openxmlformats.org/drawingml/2006/main">
            <a:pathLst>
              <a:path w="58293" h="70294">
                <a:moveTo>
                  <a:pt x="24003" y="0"/>
                </a:moveTo>
                <a:lnTo>
                  <a:pt x="49720" y="32576"/>
                </a:lnTo>
                <a:lnTo>
                  <a:pt x="58293" y="66866"/>
                </a:lnTo>
                <a:lnTo>
                  <a:pt x="17145" y="70294"/>
                </a:lnTo>
                <a:lnTo>
                  <a:pt x="0" y="44577"/>
                </a:lnTo>
                <a:close/>
              </a:path>
            </a:pathLst>
          </a:custGeom>
          <a:solidFill xmlns:a="http://schemas.openxmlformats.org/drawingml/2006/main">
            <a:srgbClr val="FBC961"/>
          </a:solidFill>
          <a:ln xmlns:a="http://schemas.openxmlformats.org/drawingml/2006/main" w="0">
            <a:noFill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C928D481-788B-4BFD-AF38-D76F5F58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3900"/>
            <a:ext cx="504825" cy="1990725"/>
          </a:xfrm>
          <a:custGeom xmlns:a="http://schemas.openxmlformats.org/drawingml/2006/main">
            <a:pathLst>
              <a:path w="504825" h="1990725">
                <a:moveTo>
                  <a:pt x="504825" y="0"/>
                </a:moveTo>
                <a:lnTo>
                  <a:pt x="0" y="0"/>
                </a:lnTo>
                <a:lnTo>
                  <a:pt x="0" y="1990725"/>
                </a:lnTo>
                <a:lnTo>
                  <a:pt x="285750" y="19907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38383"/>
            </a:solidFill>
            <a:prstDash val="dash"/>
          </a:ln>
        </p:spPr>
      </p:sp>
      <p:sp>
        <p:nvSpPr>
          <p:cNvPr id="24" name="AI-077-24">
            <a:extLst xmlns:a="http://schemas.openxmlformats.org/drawingml/2006/main">
              <a:ext uri="{FF2B5EF4-FFF2-40B4-BE49-F238E27FC236}">
                <a16:creationId xmlns:a16="http://schemas.microsoft.com/office/drawing/2014/main" id="{591D27C0-D5A6-49A0-AB3D-2694E19E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495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9E9"/>
          </a:solidFill>
          <a:ln xmlns:a="http://schemas.openxmlformats.org/drawingml/2006/main" w="28575">
            <a:solidFill>
              <a:srgbClr val="111111"/>
            </a:solidFill>
            <a:prstDash val="dot"/>
          </a:ln>
        </p:spPr>
      </p:sp>
      <p:sp>
        <p:nvSpPr>
          <p:cNvPr id="25" name="AI-077-25">
            <a:extLst xmlns:a="http://schemas.openxmlformats.org/drawingml/2006/main">
              <a:ext uri="{FF2B5EF4-FFF2-40B4-BE49-F238E27FC236}">
                <a16:creationId xmlns:a16="http://schemas.microsoft.com/office/drawing/2014/main" id="{FD4DFB59-A2FE-4835-B172-6A019D6A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5336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26" name="AI-077-26">
            <a:extLst xmlns:a="http://schemas.openxmlformats.org/drawingml/2006/main">
              <a:ext uri="{FF2B5EF4-FFF2-40B4-BE49-F238E27FC236}">
                <a16:creationId xmlns:a16="http://schemas.microsoft.com/office/drawing/2014/main" id="{FCC9BC85-5725-4129-8FC7-42853901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25336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27" name="AI-077-27">
            <a:extLst xmlns:a="http://schemas.openxmlformats.org/drawingml/2006/main">
              <a:ext uri="{FF2B5EF4-FFF2-40B4-BE49-F238E27FC236}">
                <a16:creationId xmlns:a16="http://schemas.microsoft.com/office/drawing/2014/main" id="{D7E26C8E-1E59-4811-89AC-A8649F81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5336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28" name="AI-077-28">
            <a:extLst xmlns:a="http://schemas.openxmlformats.org/drawingml/2006/main">
              <a:ext uri="{FF2B5EF4-FFF2-40B4-BE49-F238E27FC236}">
                <a16:creationId xmlns:a16="http://schemas.microsoft.com/office/drawing/2014/main" id="{91106C46-628B-4154-BE50-CA147FD2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5812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29" name="AI-077-29">
            <a:extLst xmlns:a="http://schemas.openxmlformats.org/drawingml/2006/main">
              <a:ext uri="{FF2B5EF4-FFF2-40B4-BE49-F238E27FC236}">
                <a16:creationId xmlns:a16="http://schemas.microsoft.com/office/drawing/2014/main" id="{8195171F-A958-4456-A8EB-9667F4A0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5812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30" name="AI-077-30">
            <a:extLst xmlns:a="http://schemas.openxmlformats.org/drawingml/2006/main">
              <a:ext uri="{FF2B5EF4-FFF2-40B4-BE49-F238E27FC236}">
                <a16:creationId xmlns:a16="http://schemas.microsoft.com/office/drawing/2014/main" id="{EF0631BB-0DD4-4EA2-A3D3-CB0B8219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6289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31" name="AI-077-31">
            <a:extLst xmlns:a="http://schemas.openxmlformats.org/drawingml/2006/main">
              <a:ext uri="{FF2B5EF4-FFF2-40B4-BE49-F238E27FC236}">
                <a16:creationId xmlns:a16="http://schemas.microsoft.com/office/drawing/2014/main" id="{CEEF8C15-6FDE-44B4-8723-B475CFC7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6289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32" name="AI-077-32">
            <a:extLst xmlns:a="http://schemas.openxmlformats.org/drawingml/2006/main">
              <a:ext uri="{FF2B5EF4-FFF2-40B4-BE49-F238E27FC236}">
                <a16:creationId xmlns:a16="http://schemas.microsoft.com/office/drawing/2014/main" id="{1C233C45-060B-4B5D-BFF8-229A200E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67652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33" name="AI-077-33">
            <a:extLst xmlns:a="http://schemas.openxmlformats.org/drawingml/2006/main">
              <a:ext uri="{FF2B5EF4-FFF2-40B4-BE49-F238E27FC236}">
                <a16:creationId xmlns:a16="http://schemas.microsoft.com/office/drawing/2014/main" id="{66B41750-1270-4C8B-BBE7-BB6FD506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267652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34" name="AI-077-34">
            <a:extLst xmlns:a="http://schemas.openxmlformats.org/drawingml/2006/main">
              <a:ext uri="{FF2B5EF4-FFF2-40B4-BE49-F238E27FC236}">
                <a16:creationId xmlns:a16="http://schemas.microsoft.com/office/drawing/2014/main" id="{AD8DCF2D-AE28-425E-884E-C8F66FC9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67652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35" name="AI-077-35">
            <a:extLst xmlns:a="http://schemas.openxmlformats.org/drawingml/2006/main">
              <a:ext uri="{FF2B5EF4-FFF2-40B4-BE49-F238E27FC236}">
                <a16:creationId xmlns:a16="http://schemas.microsoft.com/office/drawing/2014/main" id="{120D404D-D977-4631-8BBB-AC6A39FE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7241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36" name="AI-077-36">
            <a:extLst xmlns:a="http://schemas.openxmlformats.org/drawingml/2006/main">
              <a:ext uri="{FF2B5EF4-FFF2-40B4-BE49-F238E27FC236}">
                <a16:creationId xmlns:a16="http://schemas.microsoft.com/office/drawing/2014/main" id="{01C93040-67F7-4773-9B90-23AD229C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27241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37" name="AI-077-37">
            <a:extLst xmlns:a="http://schemas.openxmlformats.org/drawingml/2006/main">
              <a:ext uri="{FF2B5EF4-FFF2-40B4-BE49-F238E27FC236}">
                <a16:creationId xmlns:a16="http://schemas.microsoft.com/office/drawing/2014/main" id="{EE56709A-C0F7-4424-889E-413AF159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7717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38" name="AI-077-38">
            <a:extLst xmlns:a="http://schemas.openxmlformats.org/drawingml/2006/main">
              <a:ext uri="{FF2B5EF4-FFF2-40B4-BE49-F238E27FC236}">
                <a16:creationId xmlns:a16="http://schemas.microsoft.com/office/drawing/2014/main" id="{14027AF3-9A58-4590-9BE1-B5140E9E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27717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39" name="AI-077-39">
            <a:extLst xmlns:a="http://schemas.openxmlformats.org/drawingml/2006/main">
              <a:ext uri="{FF2B5EF4-FFF2-40B4-BE49-F238E27FC236}">
                <a16:creationId xmlns:a16="http://schemas.microsoft.com/office/drawing/2014/main" id="{C35C9600-4598-420C-887F-B47C3C7F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8194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0" name="AI-077-40">
            <a:extLst xmlns:a="http://schemas.openxmlformats.org/drawingml/2006/main">
              <a:ext uri="{FF2B5EF4-FFF2-40B4-BE49-F238E27FC236}">
                <a16:creationId xmlns:a16="http://schemas.microsoft.com/office/drawing/2014/main" id="{A468D21C-EA1C-4B8D-A01E-AC94911B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28194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1" name="AI-077-41">
            <a:extLst xmlns:a="http://schemas.openxmlformats.org/drawingml/2006/main">
              <a:ext uri="{FF2B5EF4-FFF2-40B4-BE49-F238E27FC236}">
                <a16:creationId xmlns:a16="http://schemas.microsoft.com/office/drawing/2014/main" id="{6AB17AAB-84CD-4815-8518-671B9ECB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8194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2" name="AI-077-42">
            <a:extLst xmlns:a="http://schemas.openxmlformats.org/drawingml/2006/main">
              <a:ext uri="{FF2B5EF4-FFF2-40B4-BE49-F238E27FC236}">
                <a16:creationId xmlns:a16="http://schemas.microsoft.com/office/drawing/2014/main" id="{E2A2627F-EF4D-4D62-BF98-7C01AE43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495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9E9"/>
          </a:solidFill>
          <a:ln xmlns:a="http://schemas.openxmlformats.org/drawingml/2006/main" w="28575">
            <a:solidFill>
              <a:srgbClr val="111111"/>
            </a:solidFill>
            <a:prstDash val="dot"/>
          </a:ln>
        </p:spPr>
      </p:sp>
      <p:sp>
        <p:nvSpPr>
          <p:cNvPr id="43" name="AI-077-43">
            <a:extLst xmlns:a="http://schemas.openxmlformats.org/drawingml/2006/main">
              <a:ext uri="{FF2B5EF4-FFF2-40B4-BE49-F238E27FC236}">
                <a16:creationId xmlns:a16="http://schemas.microsoft.com/office/drawing/2014/main" id="{DCB71AA6-75E6-4243-995F-98B3B34E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25336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4" name="AI-077-44">
            <a:extLst xmlns:a="http://schemas.openxmlformats.org/drawingml/2006/main">
              <a:ext uri="{FF2B5EF4-FFF2-40B4-BE49-F238E27FC236}">
                <a16:creationId xmlns:a16="http://schemas.microsoft.com/office/drawing/2014/main" id="{22756FAF-E3DE-427E-AE93-DD6D557F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825" y="25336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5" name="AI-077-45">
            <a:extLst xmlns:a="http://schemas.openxmlformats.org/drawingml/2006/main">
              <a:ext uri="{FF2B5EF4-FFF2-40B4-BE49-F238E27FC236}">
                <a16:creationId xmlns:a16="http://schemas.microsoft.com/office/drawing/2014/main" id="{402C0966-1EDE-4C0D-A673-E6AC282F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25812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6" name="AI-077-46">
            <a:extLst xmlns:a="http://schemas.openxmlformats.org/drawingml/2006/main">
              <a:ext uri="{FF2B5EF4-FFF2-40B4-BE49-F238E27FC236}">
                <a16:creationId xmlns:a16="http://schemas.microsoft.com/office/drawing/2014/main" id="{5E68D7D7-8151-4718-8655-C9E89DCE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5812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7" name="AI-077-47">
            <a:extLst xmlns:a="http://schemas.openxmlformats.org/drawingml/2006/main">
              <a:ext uri="{FF2B5EF4-FFF2-40B4-BE49-F238E27FC236}">
                <a16:creationId xmlns:a16="http://schemas.microsoft.com/office/drawing/2014/main" id="{A30499A9-05E4-4CE5-9A7C-1FB08B78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6289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8" name="AI-077-48">
            <a:extLst xmlns:a="http://schemas.openxmlformats.org/drawingml/2006/main">
              <a:ext uri="{FF2B5EF4-FFF2-40B4-BE49-F238E27FC236}">
                <a16:creationId xmlns:a16="http://schemas.microsoft.com/office/drawing/2014/main" id="{5739BCC3-D25F-4CDF-9D48-89F92A5C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" y="26289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49" name="AI-077-49">
            <a:extLst xmlns:a="http://schemas.openxmlformats.org/drawingml/2006/main">
              <a:ext uri="{FF2B5EF4-FFF2-40B4-BE49-F238E27FC236}">
                <a16:creationId xmlns:a16="http://schemas.microsoft.com/office/drawing/2014/main" id="{4F2FA96D-9128-425E-A91B-0A0714F7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26289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50" name="AI-077-50">
            <a:extLst xmlns:a="http://schemas.openxmlformats.org/drawingml/2006/main">
              <a:ext uri="{FF2B5EF4-FFF2-40B4-BE49-F238E27FC236}">
                <a16:creationId xmlns:a16="http://schemas.microsoft.com/office/drawing/2014/main" id="{54307114-6C57-40BA-9C38-2FB6FAC6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267652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51" name="AI-077-51">
            <a:extLst xmlns:a="http://schemas.openxmlformats.org/drawingml/2006/main">
              <a:ext uri="{FF2B5EF4-FFF2-40B4-BE49-F238E27FC236}">
                <a16:creationId xmlns:a16="http://schemas.microsoft.com/office/drawing/2014/main" id="{F2A5F40F-AD24-45E3-8478-9F508BC9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825" y="267652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52" name="AI-077-52">
            <a:extLst xmlns:a="http://schemas.openxmlformats.org/drawingml/2006/main">
              <a:ext uri="{FF2B5EF4-FFF2-40B4-BE49-F238E27FC236}">
                <a16:creationId xmlns:a16="http://schemas.microsoft.com/office/drawing/2014/main" id="{F02D889F-FA8E-4112-9A4D-F6D160E9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" y="27241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53" name="AI-077-53">
            <a:extLst xmlns:a="http://schemas.openxmlformats.org/drawingml/2006/main">
              <a:ext uri="{FF2B5EF4-FFF2-40B4-BE49-F238E27FC236}">
                <a16:creationId xmlns:a16="http://schemas.microsoft.com/office/drawing/2014/main" id="{09A23881-D92B-4D3C-90D2-CAFBC8AE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0200" y="27241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54" name="AI-077-54">
            <a:extLst xmlns:a="http://schemas.openxmlformats.org/drawingml/2006/main">
              <a:ext uri="{FF2B5EF4-FFF2-40B4-BE49-F238E27FC236}">
                <a16:creationId xmlns:a16="http://schemas.microsoft.com/office/drawing/2014/main" id="{A3F4F301-B5D5-4F0C-BF53-58E778F2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7717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55" name="AI-077-55">
            <a:extLst xmlns:a="http://schemas.openxmlformats.org/drawingml/2006/main">
              <a:ext uri="{FF2B5EF4-FFF2-40B4-BE49-F238E27FC236}">
                <a16:creationId xmlns:a16="http://schemas.microsoft.com/office/drawing/2014/main" id="{C0D4DF5A-46DF-44DD-93F6-A4D80ABE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" y="27717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56" name="AI-077-56">
            <a:extLst xmlns:a="http://schemas.openxmlformats.org/drawingml/2006/main">
              <a:ext uri="{FF2B5EF4-FFF2-40B4-BE49-F238E27FC236}">
                <a16:creationId xmlns:a16="http://schemas.microsoft.com/office/drawing/2014/main" id="{E34F498F-DCE3-4C21-B552-BFE665BA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27717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57" name="AI-077-57">
            <a:extLst xmlns:a="http://schemas.openxmlformats.org/drawingml/2006/main">
              <a:ext uri="{FF2B5EF4-FFF2-40B4-BE49-F238E27FC236}">
                <a16:creationId xmlns:a16="http://schemas.microsoft.com/office/drawing/2014/main" id="{12EC6308-3F28-4EDA-B13E-56AF24C6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28194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58" name="AI-077-58">
            <a:extLst xmlns:a="http://schemas.openxmlformats.org/drawingml/2006/main">
              <a:ext uri="{FF2B5EF4-FFF2-40B4-BE49-F238E27FC236}">
                <a16:creationId xmlns:a16="http://schemas.microsoft.com/office/drawing/2014/main" id="{3E1A8227-501D-498B-A916-81EDF4E2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7825" y="28194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59" name="AI-077-59">
            <a:extLst xmlns:a="http://schemas.openxmlformats.org/drawingml/2006/main">
              <a:ext uri="{FF2B5EF4-FFF2-40B4-BE49-F238E27FC236}">
                <a16:creationId xmlns:a16="http://schemas.microsoft.com/office/drawing/2014/main" id="{A86A7CDF-F827-443F-86F8-78841B36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9775" y="2495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9E9"/>
          </a:solidFill>
          <a:ln xmlns:a="http://schemas.openxmlformats.org/drawingml/2006/main" w="28575">
            <a:solidFill>
              <a:srgbClr val="111111"/>
            </a:solidFill>
            <a:prstDash val="dot"/>
          </a:ln>
        </p:spPr>
      </p:sp>
      <p:sp>
        <p:nvSpPr>
          <p:cNvPr id="60" name="AI-077-60">
            <a:extLst xmlns:a="http://schemas.openxmlformats.org/drawingml/2006/main">
              <a:ext uri="{FF2B5EF4-FFF2-40B4-BE49-F238E27FC236}">
                <a16:creationId xmlns:a16="http://schemas.microsoft.com/office/drawing/2014/main" id="{F5E713A2-7E5A-4D82-9F81-6E5B282C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5336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61" name="AI-077-61">
            <a:extLst xmlns:a="http://schemas.openxmlformats.org/drawingml/2006/main">
              <a:ext uri="{FF2B5EF4-FFF2-40B4-BE49-F238E27FC236}">
                <a16:creationId xmlns:a16="http://schemas.microsoft.com/office/drawing/2014/main" id="{1A21D5DC-5242-4848-AF1D-E1C302FC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25336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62" name="AI-077-62">
            <a:extLst xmlns:a="http://schemas.openxmlformats.org/drawingml/2006/main">
              <a:ext uri="{FF2B5EF4-FFF2-40B4-BE49-F238E27FC236}">
                <a16:creationId xmlns:a16="http://schemas.microsoft.com/office/drawing/2014/main" id="{83688E6B-A3ED-43B2-8529-6BDDDC19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875" y="25812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63" name="AI-077-63">
            <a:extLst xmlns:a="http://schemas.openxmlformats.org/drawingml/2006/main">
              <a:ext uri="{FF2B5EF4-FFF2-40B4-BE49-F238E27FC236}">
                <a16:creationId xmlns:a16="http://schemas.microsoft.com/office/drawing/2014/main" id="{255C95BF-2800-4E46-867A-EF4871D0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5812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64" name="AI-077-64">
            <a:extLst xmlns:a="http://schemas.openxmlformats.org/drawingml/2006/main">
              <a:ext uri="{FF2B5EF4-FFF2-40B4-BE49-F238E27FC236}">
                <a16:creationId xmlns:a16="http://schemas.microsoft.com/office/drawing/2014/main" id="{86A0DB24-A3EC-4B05-A6D4-75EFB235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25812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65" name="AI-077-65">
            <a:extLst xmlns:a="http://schemas.openxmlformats.org/drawingml/2006/main">
              <a:ext uri="{FF2B5EF4-FFF2-40B4-BE49-F238E27FC236}">
                <a16:creationId xmlns:a16="http://schemas.microsoft.com/office/drawing/2014/main" id="{861AE414-8C21-4A73-B697-AB052359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26289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66" name="AI-077-66">
            <a:extLst xmlns:a="http://schemas.openxmlformats.org/drawingml/2006/main">
              <a:ext uri="{FF2B5EF4-FFF2-40B4-BE49-F238E27FC236}">
                <a16:creationId xmlns:a16="http://schemas.microsoft.com/office/drawing/2014/main" id="{D210D674-7667-4A7A-908E-8A35E316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26289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67" name="AI-077-67">
            <a:extLst xmlns:a="http://schemas.openxmlformats.org/drawingml/2006/main">
              <a:ext uri="{FF2B5EF4-FFF2-40B4-BE49-F238E27FC236}">
                <a16:creationId xmlns:a16="http://schemas.microsoft.com/office/drawing/2014/main" id="{0DE475CE-926B-4D26-8B27-C80C1B60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67652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68" name="AI-077-68">
            <a:extLst xmlns:a="http://schemas.openxmlformats.org/drawingml/2006/main">
              <a:ext uri="{FF2B5EF4-FFF2-40B4-BE49-F238E27FC236}">
                <a16:creationId xmlns:a16="http://schemas.microsoft.com/office/drawing/2014/main" id="{99A3EA9C-59D8-4CC3-81A9-C490D909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267652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69" name="AI-077-69">
            <a:extLst xmlns:a="http://schemas.openxmlformats.org/drawingml/2006/main">
              <a:ext uri="{FF2B5EF4-FFF2-40B4-BE49-F238E27FC236}">
                <a16:creationId xmlns:a16="http://schemas.microsoft.com/office/drawing/2014/main" id="{0D5ACA6F-9201-4778-982E-D09F0BA0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875" y="27241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70" name="AI-077-70">
            <a:extLst xmlns:a="http://schemas.openxmlformats.org/drawingml/2006/main">
              <a:ext uri="{FF2B5EF4-FFF2-40B4-BE49-F238E27FC236}">
                <a16:creationId xmlns:a16="http://schemas.microsoft.com/office/drawing/2014/main" id="{F2E32F67-0983-4020-980D-89058142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7241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71" name="AI-077-71">
            <a:extLst xmlns:a="http://schemas.openxmlformats.org/drawingml/2006/main">
              <a:ext uri="{FF2B5EF4-FFF2-40B4-BE49-F238E27FC236}">
                <a16:creationId xmlns:a16="http://schemas.microsoft.com/office/drawing/2014/main" id="{B5DEBE58-69C5-4C72-BA20-49D42B33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27241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72" name="AI-077-72">
            <a:extLst xmlns:a="http://schemas.openxmlformats.org/drawingml/2006/main">
              <a:ext uri="{FF2B5EF4-FFF2-40B4-BE49-F238E27FC236}">
                <a16:creationId xmlns:a16="http://schemas.microsoft.com/office/drawing/2014/main" id="{2144F03A-DA76-447C-979A-A34DE154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27717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73" name="AI-077-73">
            <a:extLst xmlns:a="http://schemas.openxmlformats.org/drawingml/2006/main">
              <a:ext uri="{FF2B5EF4-FFF2-40B4-BE49-F238E27FC236}">
                <a16:creationId xmlns:a16="http://schemas.microsoft.com/office/drawing/2014/main" id="{1E6B619B-22AC-4E5A-8BFA-300FA5D8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27717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74" name="AI-077-74">
            <a:extLst xmlns:a="http://schemas.openxmlformats.org/drawingml/2006/main">
              <a:ext uri="{FF2B5EF4-FFF2-40B4-BE49-F238E27FC236}">
                <a16:creationId xmlns:a16="http://schemas.microsoft.com/office/drawing/2014/main" id="{A1C1DE81-01C8-4575-AF99-985EDBEA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8194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75" name="AI-077-75">
            <a:extLst xmlns:a="http://schemas.openxmlformats.org/drawingml/2006/main">
              <a:ext uri="{FF2B5EF4-FFF2-40B4-BE49-F238E27FC236}">
                <a16:creationId xmlns:a16="http://schemas.microsoft.com/office/drawing/2014/main" id="{F0C0751C-E8AC-4582-9CC4-1F9F59EA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28194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76" name="AI-077-76">
            <a:extLst xmlns:a="http://schemas.openxmlformats.org/drawingml/2006/main">
              <a:ext uri="{FF2B5EF4-FFF2-40B4-BE49-F238E27FC236}">
                <a16:creationId xmlns:a16="http://schemas.microsoft.com/office/drawing/2014/main" id="{366A32E3-BAB5-474E-A8D1-F708A43F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475" y="2495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9E9"/>
          </a:solidFill>
          <a:ln xmlns:a="http://schemas.openxmlformats.org/drawingml/2006/main" w="28575">
            <a:solidFill>
              <a:srgbClr val="111111"/>
            </a:solidFill>
            <a:prstDash val="dot"/>
          </a:ln>
        </p:spPr>
      </p:sp>
      <p:sp>
        <p:nvSpPr>
          <p:cNvPr id="77" name="AI-077-77">
            <a:extLst xmlns:a="http://schemas.openxmlformats.org/drawingml/2006/main">
              <a:ext uri="{FF2B5EF4-FFF2-40B4-BE49-F238E27FC236}">
                <a16:creationId xmlns:a16="http://schemas.microsoft.com/office/drawing/2014/main" id="{684C6FAD-8803-4A08-813F-EAADBB4A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5575" y="25336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78" name="AI-077-78">
            <a:extLst xmlns:a="http://schemas.openxmlformats.org/drawingml/2006/main">
              <a:ext uri="{FF2B5EF4-FFF2-40B4-BE49-F238E27FC236}">
                <a16:creationId xmlns:a16="http://schemas.microsoft.com/office/drawing/2014/main" id="{E9A66C8E-F733-42D9-9734-465C2BB6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5336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79" name="AI-077-79">
            <a:extLst xmlns:a="http://schemas.openxmlformats.org/drawingml/2006/main">
              <a:ext uri="{FF2B5EF4-FFF2-40B4-BE49-F238E27FC236}">
                <a16:creationId xmlns:a16="http://schemas.microsoft.com/office/drawing/2014/main" id="{BBCEB109-51B0-4F15-AD3A-D8053AD7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25336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80" name="AI-077-80">
            <a:extLst xmlns:a="http://schemas.openxmlformats.org/drawingml/2006/main">
              <a:ext uri="{FF2B5EF4-FFF2-40B4-BE49-F238E27FC236}">
                <a16:creationId xmlns:a16="http://schemas.microsoft.com/office/drawing/2014/main" id="{C883884E-464F-47D0-8DEA-B19E2482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0825" y="25812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81" name="AI-077-81">
            <a:extLst xmlns:a="http://schemas.openxmlformats.org/drawingml/2006/main">
              <a:ext uri="{FF2B5EF4-FFF2-40B4-BE49-F238E27FC236}">
                <a16:creationId xmlns:a16="http://schemas.microsoft.com/office/drawing/2014/main" id="{F645C142-82DD-4B96-A581-1D9CD242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25812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82" name="AI-077-82">
            <a:extLst xmlns:a="http://schemas.openxmlformats.org/drawingml/2006/main">
              <a:ext uri="{FF2B5EF4-FFF2-40B4-BE49-F238E27FC236}">
                <a16:creationId xmlns:a16="http://schemas.microsoft.com/office/drawing/2014/main" id="{BB7BCE83-DDDD-4075-864D-8F8EEC24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26289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83" name="AI-077-83">
            <a:extLst xmlns:a="http://schemas.openxmlformats.org/drawingml/2006/main">
              <a:ext uri="{FF2B5EF4-FFF2-40B4-BE49-F238E27FC236}">
                <a16:creationId xmlns:a16="http://schemas.microsoft.com/office/drawing/2014/main" id="{213B23FE-32D0-4102-8032-043612A3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6075" y="26289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84" name="AI-077-84">
            <a:extLst xmlns:a="http://schemas.openxmlformats.org/drawingml/2006/main">
              <a:ext uri="{FF2B5EF4-FFF2-40B4-BE49-F238E27FC236}">
                <a16:creationId xmlns:a16="http://schemas.microsoft.com/office/drawing/2014/main" id="{C4956652-6874-4142-AA4E-FC7D3DA9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5575" y="267652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85" name="AI-077-85">
            <a:extLst xmlns:a="http://schemas.openxmlformats.org/drawingml/2006/main">
              <a:ext uri="{FF2B5EF4-FFF2-40B4-BE49-F238E27FC236}">
                <a16:creationId xmlns:a16="http://schemas.microsoft.com/office/drawing/2014/main" id="{B9006EB6-76CC-4AF5-84D2-BF88B333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67652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86" name="AI-077-86">
            <a:extLst xmlns:a="http://schemas.openxmlformats.org/drawingml/2006/main">
              <a:ext uri="{FF2B5EF4-FFF2-40B4-BE49-F238E27FC236}">
                <a16:creationId xmlns:a16="http://schemas.microsoft.com/office/drawing/2014/main" id="{05633033-1691-4AF5-9BD4-19BFF13B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267652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87" name="AI-077-87">
            <a:extLst xmlns:a="http://schemas.openxmlformats.org/drawingml/2006/main">
              <a:ext uri="{FF2B5EF4-FFF2-40B4-BE49-F238E27FC236}">
                <a16:creationId xmlns:a16="http://schemas.microsoft.com/office/drawing/2014/main" id="{7EAE4A81-82A4-49B1-AE98-B174F1DB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0825" y="27241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88" name="AI-077-88">
            <a:extLst xmlns:a="http://schemas.openxmlformats.org/drawingml/2006/main">
              <a:ext uri="{FF2B5EF4-FFF2-40B4-BE49-F238E27FC236}">
                <a16:creationId xmlns:a16="http://schemas.microsoft.com/office/drawing/2014/main" id="{47C7B8EF-E9EF-493B-B0D1-E69758A2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272415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89" name="AI-077-89">
            <a:extLst xmlns:a="http://schemas.openxmlformats.org/drawingml/2006/main">
              <a:ext uri="{FF2B5EF4-FFF2-40B4-BE49-F238E27FC236}">
                <a16:creationId xmlns:a16="http://schemas.microsoft.com/office/drawing/2014/main" id="{DBA63357-9EBC-4C8B-AE1A-F4EEFACA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27717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90" name="AI-077-90">
            <a:extLst xmlns:a="http://schemas.openxmlformats.org/drawingml/2006/main">
              <a:ext uri="{FF2B5EF4-FFF2-40B4-BE49-F238E27FC236}">
                <a16:creationId xmlns:a16="http://schemas.microsoft.com/office/drawing/2014/main" id="{9026FBB0-935A-4F58-86C6-8CEA0286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6075" y="2771775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91" name="AI-077-91">
            <a:extLst xmlns:a="http://schemas.openxmlformats.org/drawingml/2006/main">
              <a:ext uri="{FF2B5EF4-FFF2-40B4-BE49-F238E27FC236}">
                <a16:creationId xmlns:a16="http://schemas.microsoft.com/office/drawing/2014/main" id="{C454EC00-7E58-4326-AF74-0BD7D658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5575" y="28194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92" name="AI-077-92">
            <a:extLst xmlns:a="http://schemas.openxmlformats.org/drawingml/2006/main">
              <a:ext uri="{FF2B5EF4-FFF2-40B4-BE49-F238E27FC236}">
                <a16:creationId xmlns:a16="http://schemas.microsoft.com/office/drawing/2014/main" id="{A0DC36E3-FD0D-438D-AAA0-070CB6BF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8194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93" name="AI-077-93">
            <a:extLst xmlns:a="http://schemas.openxmlformats.org/drawingml/2006/main">
              <a:ext uri="{FF2B5EF4-FFF2-40B4-BE49-F238E27FC236}">
                <a16:creationId xmlns:a16="http://schemas.microsoft.com/office/drawing/2014/main" id="{8D01D7E1-BA1A-4FED-B105-BE872034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2819400"/>
            <a:ext cx="18098" cy="18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</a:ln>
        </p:spPr>
      </p:sp>
      <p:sp>
        <p:nvSpPr>
          <p:cNvPr id="94" name="AI-077-94">
            <a:extLst xmlns:a="http://schemas.openxmlformats.org/drawingml/2006/main">
              <a:ext uri="{FF2B5EF4-FFF2-40B4-BE49-F238E27FC236}">
                <a16:creationId xmlns:a16="http://schemas.microsoft.com/office/drawing/2014/main" id="{234FCBFD-EBA8-460D-83E2-8E586073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571750"/>
            <a:ext cx="209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95" name="AI-077-95">
            <a:extLst xmlns:a="http://schemas.openxmlformats.org/drawingml/2006/main">
              <a:ext uri="{FF2B5EF4-FFF2-40B4-BE49-F238E27FC236}">
                <a16:creationId xmlns:a16="http://schemas.microsoft.com/office/drawing/2014/main" id="{26871947-D47F-4EF9-B445-AABC3961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" y="2695575"/>
            <a:ext cx="95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96" name="AI-077-96">
            <a:extLst xmlns:a="http://schemas.openxmlformats.org/drawingml/2006/main">
              <a:ext uri="{FF2B5EF4-FFF2-40B4-BE49-F238E27FC236}">
                <a16:creationId xmlns:a16="http://schemas.microsoft.com/office/drawing/2014/main" id="{7F22F14D-8FA7-424D-8858-7D43850F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038475"/>
            <a:ext cx="990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Noise ε</a:t>
            </a:r>
          </a:p>
        </p:txBody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A2B76271-0AA8-4B4B-AF10-7E8D1462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24175"/>
            <a:ext cx="428625" cy="304800"/>
          </a:xfrm>
          <a:custGeom xmlns:a="http://schemas.openxmlformats.org/drawingml/2006/main">
            <a:pathLst>
              <a:path w="428625" h="304800">
                <a:moveTo>
                  <a:pt x="0" y="304800"/>
                </a:moveTo>
                <a:lnTo>
                  <a:pt x="428625" y="304800"/>
                </a:ln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38383"/>
            </a:solidFill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83F77E0C-A825-4F1F-BEA7-B58A739D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24175"/>
            <a:ext cx="114300" cy="95250"/>
          </a:xfrm>
          <a:custGeom xmlns:a="http://schemas.openxmlformats.org/drawingml/2006/main">
            <a:pathLst>
              <a:path w="114300" h="95250">
                <a:moveTo>
                  <a:pt x="0" y="95250"/>
                </a:moveTo>
                <a:lnTo>
                  <a:pt x="57150" y="0"/>
                </a:lnTo>
                <a:lnTo>
                  <a:pt x="11430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38383"/>
            </a:solidFill>
          </a:ln>
        </p:spPr>
      </p:sp>
      <p:sp>
        <p:nvSpPr>
          <p:cNvPr id="99" name="AI-077-99">
            <a:extLst xmlns:a="http://schemas.openxmlformats.org/drawingml/2006/main">
              <a:ext uri="{FF2B5EF4-FFF2-40B4-BE49-F238E27FC236}">
                <a16:creationId xmlns:a16="http://schemas.microsoft.com/office/drawing/2014/main" id="{23A06F14-F6F7-4F4D-9715-32BA6D4C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533775"/>
            <a:ext cx="428625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D6F3F0"/>
          </a:solidFill>
          <a:ln xmlns:a="http://schemas.openxmlformats.org/drawingml/2006/main" w="30480">
            <a:solidFill>
              <a:srgbClr val="329D94"/>
            </a:solidFill>
          </a:ln>
        </p:spPr>
      </p:sp>
      <p:sp>
        <p:nvSpPr>
          <p:cNvPr id="100" name="AI-077-100">
            <a:extLst xmlns:a="http://schemas.openxmlformats.org/drawingml/2006/main">
              <a:ext uri="{FF2B5EF4-FFF2-40B4-BE49-F238E27FC236}">
                <a16:creationId xmlns:a16="http://schemas.microsoft.com/office/drawing/2014/main" id="{9BDE89B5-2FF2-49E2-8CDC-0928F848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533775"/>
            <a:ext cx="428625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D6F3F0"/>
          </a:solidFill>
          <a:ln xmlns:a="http://schemas.openxmlformats.org/drawingml/2006/main" w="30480">
            <a:solidFill>
              <a:srgbClr val="329D94"/>
            </a:solidFill>
          </a:ln>
        </p:spPr>
      </p:sp>
      <p:sp>
        <p:nvSpPr>
          <p:cNvPr id="101" name="AI-077-101">
            <a:extLst xmlns:a="http://schemas.openxmlformats.org/drawingml/2006/main">
              <a:ext uri="{FF2B5EF4-FFF2-40B4-BE49-F238E27FC236}">
                <a16:creationId xmlns:a16="http://schemas.microsoft.com/office/drawing/2014/main" id="{46A23772-1885-48E6-917C-C3140387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3533775"/>
            <a:ext cx="428625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D6F3F0"/>
          </a:solidFill>
          <a:ln xmlns:a="http://schemas.openxmlformats.org/drawingml/2006/main" w="30480">
            <a:solidFill>
              <a:srgbClr val="329D94"/>
            </a:solidFill>
          </a:ln>
        </p:spPr>
      </p:sp>
      <p:sp>
        <p:nvSpPr>
          <p:cNvPr id="102" name="AI-077-102">
            <a:extLst xmlns:a="http://schemas.openxmlformats.org/drawingml/2006/main">
              <a:ext uri="{FF2B5EF4-FFF2-40B4-BE49-F238E27FC236}">
                <a16:creationId xmlns:a16="http://schemas.microsoft.com/office/drawing/2014/main" id="{8ED1F15B-D4AD-4396-8E95-D715FBB8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6525" y="3533775"/>
            <a:ext cx="428625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D6F3F0"/>
          </a:solidFill>
          <a:ln xmlns:a="http://schemas.openxmlformats.org/drawingml/2006/main" w="30480">
            <a:solidFill>
              <a:srgbClr val="329D94"/>
            </a:solidFill>
          </a:ln>
        </p:spPr>
      </p:sp>
      <p:sp>
        <p:nvSpPr>
          <p:cNvPr id="103" name="AI-077-103">
            <a:extLst xmlns:a="http://schemas.openxmlformats.org/drawingml/2006/main">
              <a:ext uri="{FF2B5EF4-FFF2-40B4-BE49-F238E27FC236}">
                <a16:creationId xmlns:a16="http://schemas.microsoft.com/office/drawing/2014/main" id="{D96FA793-BAD9-49A1-BA1B-97AD775F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600450"/>
            <a:ext cx="238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104" name="AI-077-104">
            <a:extLst xmlns:a="http://schemas.openxmlformats.org/drawingml/2006/main">
              <a:ext uri="{FF2B5EF4-FFF2-40B4-BE49-F238E27FC236}">
                <a16:creationId xmlns:a16="http://schemas.microsoft.com/office/drawing/2014/main" id="{E9A700B4-8DC6-47B1-84E1-BC06F9B6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724275"/>
            <a:ext cx="104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05" name="line-105">
            <a:extLst xmlns:a="http://schemas.openxmlformats.org/drawingml/2006/main">
              <a:ext uri="{FF2B5EF4-FFF2-40B4-BE49-F238E27FC236}">
                <a16:creationId xmlns:a16="http://schemas.microsoft.com/office/drawing/2014/main" id="{4E3A88E8-2436-4919-94B3-1DE9CFC7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38500"/>
            <a:ext cx="10" cy="295275"/>
          </a:xfrm>
          <a:custGeom xmlns:a="http://schemas.openxmlformats.org/drawingml/2006/main">
            <a:pathLst>
              <a:path w="10" h="295275">
                <a:moveTo>
                  <a:pt x="0" y="295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38383"/>
            </a:solidFill>
          </a:ln>
        </p:spPr>
      </p:sp>
      <p:sp>
        <p:nvSpPr>
          <p:cNvPr id="106" name="AI-077-106">
            <a:extLst xmlns:a="http://schemas.openxmlformats.org/drawingml/2006/main">
              <a:ext uri="{FF2B5EF4-FFF2-40B4-BE49-F238E27FC236}">
                <a16:creationId xmlns:a16="http://schemas.microsoft.com/office/drawing/2014/main" id="{1BE692A7-7281-4465-A956-6C39CB17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4162425"/>
            <a:ext cx="2600325" cy="638175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DCE4F7"/>
          </a:solidFill>
          <a:ln xmlns:a="http://schemas.openxmlformats.org/drawingml/2006/main" w="14288">
            <a:solidFill>
              <a:srgbClr val="91ACDD"/>
            </a:solidFill>
          </a:ln>
        </p:spPr>
      </p:sp>
      <p:sp>
        <p:nvSpPr>
          <p:cNvPr id="107" name="AI-077-107">
            <a:extLst xmlns:a="http://schemas.openxmlformats.org/drawingml/2006/main">
              <a:ext uri="{FF2B5EF4-FFF2-40B4-BE49-F238E27FC236}">
                <a16:creationId xmlns:a16="http://schemas.microsoft.com/office/drawing/2014/main" id="{D624E1E3-CF6A-433C-B6CC-80469221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4191000"/>
            <a:ext cx="2543175" cy="581025"/>
          </a:xfrm>
          <a:prstGeom xmlns:a="http://schemas.openxmlformats.org/drawingml/2006/main" prst="roundRect">
            <a:avLst>
              <a:gd name="adj" fmla="val 114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1ACDD"/>
            </a:solidFill>
          </a:ln>
        </p:spPr>
      </p:sp>
      <p:sp>
        <p:nvSpPr>
          <p:cNvPr id="108" name="AI-077-108">
            <a:extLst xmlns:a="http://schemas.openxmlformats.org/drawingml/2006/main">
              <a:ext uri="{FF2B5EF4-FFF2-40B4-BE49-F238E27FC236}">
                <a16:creationId xmlns:a16="http://schemas.microsoft.com/office/drawing/2014/main" id="{2E851F24-76EE-4776-B96B-5611706F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295775"/>
            <a:ext cx="2171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 Tokenizer</a:t>
            </a:r>
          </a:p>
        </p:txBody>
      </p:sp>
      <p:sp>
        <p:nvSpPr>
          <p:cNvPr id="109" name="AI-077-109">
            <a:extLst xmlns:a="http://schemas.openxmlformats.org/drawingml/2006/main">
              <a:ext uri="{FF2B5EF4-FFF2-40B4-BE49-F238E27FC236}">
                <a16:creationId xmlns:a16="http://schemas.microsoft.com/office/drawing/2014/main" id="{85479999-C601-4051-B1B2-D437FC4A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4286250"/>
            <a:ext cx="276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ℱ</a:t>
            </a:r>
          </a:p>
        </p:txBody>
      </p:sp>
      <p:sp>
        <p:nvSpPr>
          <p:cNvPr id="110" name="line-110">
            <a:extLst xmlns:a="http://schemas.openxmlformats.org/drawingml/2006/main">
              <a:ext uri="{FF2B5EF4-FFF2-40B4-BE49-F238E27FC236}">
                <a16:creationId xmlns:a16="http://schemas.microsoft.com/office/drawing/2014/main" id="{18DA9F08-72AB-48B3-97D4-3190FD34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305300"/>
            <a:ext cx="85725" cy="10"/>
          </a:xfrm>
          <a:custGeom xmlns:a="http://schemas.openxmlformats.org/drawingml/2006/main">
            <a:pathLst>
              <a:path w="85725" h="10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111" name="line-111">
            <a:extLst xmlns:a="http://schemas.openxmlformats.org/drawingml/2006/main">
              <a:ext uri="{FF2B5EF4-FFF2-40B4-BE49-F238E27FC236}">
                <a16:creationId xmlns:a16="http://schemas.microsoft.com/office/drawing/2014/main" id="{3D982937-DCD7-4F62-B938-D6F6D2B7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053" y="4286623"/>
            <a:ext cx="24568" cy="18677"/>
          </a:xfrm>
          <a:custGeom xmlns:a="http://schemas.openxmlformats.org/drawingml/2006/main">
            <a:pathLst>
              <a:path w="24568" h="18677">
                <a:moveTo>
                  <a:pt x="0" y="18677"/>
                </a:moveTo>
                <a:lnTo>
                  <a:pt x="245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12" name="line-112">
            <a:extLst xmlns:a="http://schemas.openxmlformats.org/drawingml/2006/main">
              <a:ext uri="{FF2B5EF4-FFF2-40B4-BE49-F238E27FC236}">
                <a16:creationId xmlns:a16="http://schemas.microsoft.com/office/drawing/2014/main" id="{5C0AFFFA-3C9B-4DC5-AF17-1E5AFEC6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053" y="4305300"/>
            <a:ext cx="24568" cy="18677"/>
          </a:xfrm>
          <a:custGeom xmlns:a="http://schemas.openxmlformats.org/drawingml/2006/main">
            <a:pathLst>
              <a:path w="24568" h="18677">
                <a:moveTo>
                  <a:pt x="0" y="0"/>
                </a:moveTo>
                <a:lnTo>
                  <a:pt x="24568" y="18677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13" name="line-113">
            <a:extLst xmlns:a="http://schemas.openxmlformats.org/drawingml/2006/main">
              <a:ext uri="{FF2B5EF4-FFF2-40B4-BE49-F238E27FC236}">
                <a16:creationId xmlns:a16="http://schemas.microsoft.com/office/drawing/2014/main" id="{0D68E485-922A-4027-BBCA-65EC64E7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305300"/>
            <a:ext cx="42863" cy="74240"/>
          </a:xfrm>
          <a:custGeom xmlns:a="http://schemas.openxmlformats.org/drawingml/2006/main">
            <a:pathLst>
              <a:path w="42863" h="74240">
                <a:moveTo>
                  <a:pt x="0" y="0"/>
                </a:moveTo>
                <a:lnTo>
                  <a:pt x="42863" y="742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114" name="line-114">
            <a:extLst xmlns:a="http://schemas.openxmlformats.org/drawingml/2006/main">
              <a:ext uri="{FF2B5EF4-FFF2-40B4-BE49-F238E27FC236}">
                <a16:creationId xmlns:a16="http://schemas.microsoft.com/office/drawing/2014/main" id="{76CCF403-E3E6-49D8-9B21-E8B5C45D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764" y="4349102"/>
            <a:ext cx="28458" cy="11938"/>
          </a:xfrm>
          <a:custGeom xmlns:a="http://schemas.openxmlformats.org/drawingml/2006/main">
            <a:pathLst>
              <a:path w="28458" h="11938">
                <a:moveTo>
                  <a:pt x="0" y="0"/>
                </a:moveTo>
                <a:lnTo>
                  <a:pt x="28458" y="11938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15" name="line-115">
            <a:extLst xmlns:a="http://schemas.openxmlformats.org/drawingml/2006/main">
              <a:ext uri="{FF2B5EF4-FFF2-40B4-BE49-F238E27FC236}">
                <a16:creationId xmlns:a16="http://schemas.microsoft.com/office/drawing/2014/main" id="{B0872B7E-DF7B-432A-B927-DCCD7F03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873" y="4349102"/>
            <a:ext cx="3890" cy="30615"/>
          </a:xfrm>
          <a:custGeom xmlns:a="http://schemas.openxmlformats.org/drawingml/2006/main">
            <a:pathLst>
              <a:path w="3890" h="30615">
                <a:moveTo>
                  <a:pt x="3890" y="0"/>
                </a:moveTo>
                <a:lnTo>
                  <a:pt x="0" y="3061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16" name="line-116">
            <a:extLst xmlns:a="http://schemas.openxmlformats.org/drawingml/2006/main">
              <a:ext uri="{FF2B5EF4-FFF2-40B4-BE49-F238E27FC236}">
                <a16:creationId xmlns:a16="http://schemas.microsoft.com/office/drawing/2014/main" id="{AECCFC5E-8044-4C85-B997-6F5D637C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4305300"/>
            <a:ext cx="42863" cy="74240"/>
          </a:xfrm>
          <a:custGeom xmlns:a="http://schemas.openxmlformats.org/drawingml/2006/main">
            <a:pathLst>
              <a:path w="42863" h="74240">
                <a:moveTo>
                  <a:pt x="42863" y="0"/>
                </a:moveTo>
                <a:lnTo>
                  <a:pt x="0" y="742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117" name="line-117">
            <a:extLst xmlns:a="http://schemas.openxmlformats.org/drawingml/2006/main">
              <a:ext uri="{FF2B5EF4-FFF2-40B4-BE49-F238E27FC236}">
                <a16:creationId xmlns:a16="http://schemas.microsoft.com/office/drawing/2014/main" id="{1FC1288D-B5E0-4CD8-9BAE-D71B319D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186" y="4349102"/>
            <a:ext cx="3890" cy="30615"/>
          </a:xfrm>
          <a:custGeom xmlns:a="http://schemas.openxmlformats.org/drawingml/2006/main">
            <a:pathLst>
              <a:path w="3890" h="30615">
                <a:moveTo>
                  <a:pt x="0" y="0"/>
                </a:moveTo>
                <a:lnTo>
                  <a:pt x="3890" y="3061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18" name="line-118">
            <a:extLst xmlns:a="http://schemas.openxmlformats.org/drawingml/2006/main">
              <a:ext uri="{FF2B5EF4-FFF2-40B4-BE49-F238E27FC236}">
                <a16:creationId xmlns:a16="http://schemas.microsoft.com/office/drawing/2014/main" id="{BDEDBF25-0AED-4495-AE78-BE8B8309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728" y="4349102"/>
            <a:ext cx="28458" cy="11938"/>
          </a:xfrm>
          <a:custGeom xmlns:a="http://schemas.openxmlformats.org/drawingml/2006/main">
            <a:pathLst>
              <a:path w="28458" h="11938">
                <a:moveTo>
                  <a:pt x="28458" y="0"/>
                </a:moveTo>
                <a:lnTo>
                  <a:pt x="0" y="11938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19" name="line-119">
            <a:extLst xmlns:a="http://schemas.openxmlformats.org/drawingml/2006/main">
              <a:ext uri="{FF2B5EF4-FFF2-40B4-BE49-F238E27FC236}">
                <a16:creationId xmlns:a16="http://schemas.microsoft.com/office/drawing/2014/main" id="{794002B1-33DB-4C15-B250-7029B8F5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05300"/>
            <a:ext cx="85725" cy="10"/>
          </a:xfrm>
          <a:custGeom xmlns:a="http://schemas.openxmlformats.org/drawingml/2006/main">
            <a:pathLst>
              <a:path w="85725" h="10">
                <a:moveTo>
                  <a:pt x="857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120" name="line-120">
            <a:extLst xmlns:a="http://schemas.openxmlformats.org/drawingml/2006/main">
              <a:ext uri="{FF2B5EF4-FFF2-40B4-BE49-F238E27FC236}">
                <a16:creationId xmlns:a16="http://schemas.microsoft.com/office/drawing/2014/main" id="{3B064F06-3EFA-4DAE-ABC3-7E8D291E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329" y="4305300"/>
            <a:ext cx="24568" cy="18677"/>
          </a:xfrm>
          <a:custGeom xmlns:a="http://schemas.openxmlformats.org/drawingml/2006/main">
            <a:pathLst>
              <a:path w="24568" h="18677">
                <a:moveTo>
                  <a:pt x="24568" y="0"/>
                </a:moveTo>
                <a:lnTo>
                  <a:pt x="0" y="18677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21" name="line-121">
            <a:extLst xmlns:a="http://schemas.openxmlformats.org/drawingml/2006/main">
              <a:ext uri="{FF2B5EF4-FFF2-40B4-BE49-F238E27FC236}">
                <a16:creationId xmlns:a16="http://schemas.microsoft.com/office/drawing/2014/main" id="{4DFCC4DF-5BDC-4EAE-A6BF-66287876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3329" y="4286623"/>
            <a:ext cx="24568" cy="18677"/>
          </a:xfrm>
          <a:custGeom xmlns:a="http://schemas.openxmlformats.org/drawingml/2006/main">
            <a:pathLst>
              <a:path w="24568" h="18677">
                <a:moveTo>
                  <a:pt x="24568" y="186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22" name="line-122">
            <a:extLst xmlns:a="http://schemas.openxmlformats.org/drawingml/2006/main">
              <a:ext uri="{FF2B5EF4-FFF2-40B4-BE49-F238E27FC236}">
                <a16:creationId xmlns:a16="http://schemas.microsoft.com/office/drawing/2014/main" id="{E8565194-EDC6-40B8-A609-B6F883C6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4231060"/>
            <a:ext cx="42863" cy="74240"/>
          </a:xfrm>
          <a:custGeom xmlns:a="http://schemas.openxmlformats.org/drawingml/2006/main">
            <a:pathLst>
              <a:path w="42863" h="74240">
                <a:moveTo>
                  <a:pt x="42863" y="742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123" name="line-123">
            <a:extLst xmlns:a="http://schemas.openxmlformats.org/drawingml/2006/main">
              <a:ext uri="{FF2B5EF4-FFF2-40B4-BE49-F238E27FC236}">
                <a16:creationId xmlns:a16="http://schemas.microsoft.com/office/drawing/2014/main" id="{D15E6D6B-14E9-45A1-9A5D-85B096DA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728" y="4249560"/>
            <a:ext cx="28458" cy="11938"/>
          </a:xfrm>
          <a:custGeom xmlns:a="http://schemas.openxmlformats.org/drawingml/2006/main">
            <a:pathLst>
              <a:path w="28458" h="11938">
                <a:moveTo>
                  <a:pt x="28458" y="1193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24" name="line-124">
            <a:extLst xmlns:a="http://schemas.openxmlformats.org/drawingml/2006/main">
              <a:ext uri="{FF2B5EF4-FFF2-40B4-BE49-F238E27FC236}">
                <a16:creationId xmlns:a16="http://schemas.microsoft.com/office/drawing/2014/main" id="{812F3858-78B0-4BA5-BA83-4F73C494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186" y="4230884"/>
            <a:ext cx="3890" cy="30615"/>
          </a:xfrm>
          <a:custGeom xmlns:a="http://schemas.openxmlformats.org/drawingml/2006/main">
            <a:pathLst>
              <a:path w="3890" h="30615">
                <a:moveTo>
                  <a:pt x="0" y="30615"/>
                </a:moveTo>
                <a:lnTo>
                  <a:pt x="38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25" name="line-125">
            <a:extLst xmlns:a="http://schemas.openxmlformats.org/drawingml/2006/main">
              <a:ext uri="{FF2B5EF4-FFF2-40B4-BE49-F238E27FC236}">
                <a16:creationId xmlns:a16="http://schemas.microsoft.com/office/drawing/2014/main" id="{8DFA1553-1A7F-43A6-9590-FC00F6F7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31060"/>
            <a:ext cx="42863" cy="74240"/>
          </a:xfrm>
          <a:custGeom xmlns:a="http://schemas.openxmlformats.org/drawingml/2006/main">
            <a:pathLst>
              <a:path w="42863" h="74240">
                <a:moveTo>
                  <a:pt x="0" y="74240"/>
                </a:moveTo>
                <a:lnTo>
                  <a:pt x="42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126" name="line-126">
            <a:extLst xmlns:a="http://schemas.openxmlformats.org/drawingml/2006/main">
              <a:ext uri="{FF2B5EF4-FFF2-40B4-BE49-F238E27FC236}">
                <a16:creationId xmlns:a16="http://schemas.microsoft.com/office/drawing/2014/main" id="{831972C4-3677-4126-ABD6-48708A35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873" y="4230884"/>
            <a:ext cx="3890" cy="30615"/>
          </a:xfrm>
          <a:custGeom xmlns:a="http://schemas.openxmlformats.org/drawingml/2006/main">
            <a:pathLst>
              <a:path w="3890" h="30615">
                <a:moveTo>
                  <a:pt x="3890" y="306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27" name="line-127">
            <a:extLst xmlns:a="http://schemas.openxmlformats.org/drawingml/2006/main">
              <a:ext uri="{FF2B5EF4-FFF2-40B4-BE49-F238E27FC236}">
                <a16:creationId xmlns:a16="http://schemas.microsoft.com/office/drawing/2014/main" id="{C862830A-6305-45B3-B91F-26728F58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764" y="4249560"/>
            <a:ext cx="28458" cy="11938"/>
          </a:xfrm>
          <a:custGeom xmlns:a="http://schemas.openxmlformats.org/drawingml/2006/main">
            <a:pathLst>
              <a:path w="28458" h="11938">
                <a:moveTo>
                  <a:pt x="0" y="11938"/>
                </a:moveTo>
                <a:lnTo>
                  <a:pt x="284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28" name="line-128">
            <a:extLst xmlns:a="http://schemas.openxmlformats.org/drawingml/2006/main">
              <a:ext uri="{FF2B5EF4-FFF2-40B4-BE49-F238E27FC236}">
                <a16:creationId xmlns:a16="http://schemas.microsoft.com/office/drawing/2014/main" id="{8F26E0F1-B028-4FBF-B083-410F0528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810125"/>
            <a:ext cx="10" cy="276225"/>
          </a:xfrm>
          <a:custGeom xmlns:a="http://schemas.openxmlformats.org/drawingml/2006/main">
            <a:pathLst>
              <a:path w="10" h="276225">
                <a:moveTo>
                  <a:pt x="0" y="276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838383"/>
            </a:solidFill>
          </a:ln>
        </p:spPr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40E53A11-E2F2-4672-92FA-804631A6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27" y="4810125"/>
            <a:ext cx="95297" cy="103895"/>
          </a:xfrm>
          <a:custGeom xmlns:a="http://schemas.openxmlformats.org/drawingml/2006/main">
            <a:pathLst>
              <a:path w="95297" h="103895">
                <a:moveTo>
                  <a:pt x="47648" y="0"/>
                </a:moveTo>
                <a:lnTo>
                  <a:pt x="95297" y="103895"/>
                </a:lnTo>
                <a:lnTo>
                  <a:pt x="0" y="103895"/>
                </a:lnTo>
                <a:close/>
              </a:path>
            </a:pathLst>
          </a:custGeom>
          <a:solidFill xmlns:a="http://schemas.openxmlformats.org/drawingml/2006/main">
            <a:srgbClr val="838383"/>
          </a:solidFill>
          <a:ln xmlns:a="http://schemas.openxmlformats.org/drawingml/2006/main" w="31433">
            <a:solidFill>
              <a:srgbClr val="838383"/>
            </a:solidFill>
          </a:ln>
        </p:spPr>
      </p:sp>
      <p:pic>
        <p:nvPicPr>
          <p:cNvPr id="4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12d3c2f4a45e4"/>
          <a:stretch xmlns:a="http://schemas.openxmlformats.org/drawingml/2006/main"/>
        </p:blipFill>
        <p:spPr>
          <a:xfrm xmlns:a="http://schemas.openxmlformats.org/drawingml/2006/main">
            <a:off x="609600" y="5086350"/>
            <a:ext cx="1257300" cy="1009650"/>
          </a:xfrm>
          <a:prstGeom xmlns:a="http://schemas.openxmlformats.org/drawingml/2006/main" prst="rect">
            <a:avLst/>
          </a:prstGeom>
        </p:spPr>
      </p:pic>
      <p:pic>
        <p:nvPicPr>
          <p:cNvPr id="4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612156a01401f"/>
          <a:stretch xmlns:a="http://schemas.openxmlformats.org/drawingml/2006/main"/>
        </p:blipFill>
        <p:spPr>
          <a:xfrm xmlns:a="http://schemas.openxmlformats.org/drawingml/2006/main">
            <a:off x="1895475" y="5086350"/>
            <a:ext cx="1257300" cy="1009650"/>
          </a:xfrm>
          <a:prstGeom xmlns:a="http://schemas.openxmlformats.org/drawingml/2006/main" prst="rect">
            <a:avLst/>
          </a:prstGeom>
        </p:spPr>
      </p:pic>
      <p:sp>
        <p:nvSpPr>
          <p:cNvPr id="132" name="path-130">
            <a:extLst xmlns:a="http://schemas.openxmlformats.org/drawingml/2006/main">
              <a:ext uri="{FF2B5EF4-FFF2-40B4-BE49-F238E27FC236}">
                <a16:creationId xmlns:a16="http://schemas.microsoft.com/office/drawing/2014/main" id="{560BBDE7-EEA1-44D7-B05A-62E2DE68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057275"/>
            <a:ext cx="2009775" cy="828675"/>
          </a:xfrm>
          <a:custGeom xmlns:a="http://schemas.openxmlformats.org/drawingml/2006/main">
            <a:pathLst>
              <a:path w="2009775" h="828675">
                <a:moveTo>
                  <a:pt x="2009775" y="0"/>
                </a:moveTo>
                <a:lnTo>
                  <a:pt x="495300" y="0"/>
                </a:lnTo>
                <a:lnTo>
                  <a:pt x="495300" y="828675"/>
                </a:lnTo>
                <a:lnTo>
                  <a:pt x="0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31433">
            <a:solidFill>
              <a:srgbClr val="838383"/>
            </a:solidFill>
          </a:ln>
        </p:spPr>
      </p:sp>
      <p:sp>
        <p:nvSpPr>
          <p:cNvPr id="133" name="path-131">
            <a:extLst xmlns:a="http://schemas.openxmlformats.org/drawingml/2006/main">
              <a:ext uri="{FF2B5EF4-FFF2-40B4-BE49-F238E27FC236}">
                <a16:creationId xmlns:a16="http://schemas.microsoft.com/office/drawing/2014/main" id="{5261FF03-40B5-4B45-93CF-E4B03687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19275"/>
            <a:ext cx="123825" cy="133350"/>
          </a:xfrm>
          <a:custGeom xmlns:a="http://schemas.openxmlformats.org/drawingml/2006/main">
            <a:pathLst>
              <a:path w="123825" h="133350">
                <a:moveTo>
                  <a:pt x="123825" y="0"/>
                </a:moveTo>
                <a:lnTo>
                  <a:pt x="0" y="66675"/>
                </a:lnTo>
                <a:lnTo>
                  <a:pt x="123825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38383"/>
            </a:solidFill>
          </a:ln>
        </p:spPr>
      </p:sp>
      <p:sp>
        <p:nvSpPr>
          <p:cNvPr id="134" name="AI-077-132">
            <a:extLst xmlns:a="http://schemas.openxmlformats.org/drawingml/2006/main">
              <a:ext uri="{FF2B5EF4-FFF2-40B4-BE49-F238E27FC236}">
                <a16:creationId xmlns:a16="http://schemas.microsoft.com/office/drawing/2014/main" id="{BD08C27F-C555-4925-A335-75A26DCC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8575" y="647700"/>
            <a:ext cx="12287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135" name="AI-077-133">
            <a:extLst xmlns:a="http://schemas.openxmlformats.org/drawingml/2006/main">
              <a:ext uri="{FF2B5EF4-FFF2-40B4-BE49-F238E27FC236}">
                <a16:creationId xmlns:a16="http://schemas.microsoft.com/office/drawing/2014/main" id="{A1BEBFBA-E50E-4D32-95BA-1101B095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857250"/>
            <a:ext cx="428625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E3FB"/>
          </a:solidFill>
          <a:ln xmlns:a="http://schemas.openxmlformats.org/drawingml/2006/main" w="32385">
            <a:solidFill>
              <a:srgbClr val="A994DB"/>
            </a:solidFill>
          </a:ln>
        </p:spPr>
      </p:sp>
      <p:sp>
        <p:nvSpPr>
          <p:cNvPr id="136" name="AI-077-134">
            <a:extLst xmlns:a="http://schemas.openxmlformats.org/drawingml/2006/main">
              <a:ext uri="{FF2B5EF4-FFF2-40B4-BE49-F238E27FC236}">
                <a16:creationId xmlns:a16="http://schemas.microsoft.com/office/drawing/2014/main" id="{296ECA95-58D0-40BA-99AD-1345ACD1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914400"/>
            <a:ext cx="266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37" name="AI-077-135">
            <a:extLst xmlns:a="http://schemas.openxmlformats.org/drawingml/2006/main">
              <a:ext uri="{FF2B5EF4-FFF2-40B4-BE49-F238E27FC236}">
                <a16:creationId xmlns:a16="http://schemas.microsoft.com/office/drawing/2014/main" id="{33D84E95-4C17-4072-A667-46E1D902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1066800"/>
            <a:ext cx="19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38" name="AI-077-136">
            <a:extLst xmlns:a="http://schemas.openxmlformats.org/drawingml/2006/main">
              <a:ext uri="{FF2B5EF4-FFF2-40B4-BE49-F238E27FC236}">
                <a16:creationId xmlns:a16="http://schemas.microsoft.com/office/drawing/2014/main" id="{BDE6C370-AF7F-4B1F-8FA4-05429907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8375" y="857250"/>
            <a:ext cx="428625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E3FB"/>
          </a:solidFill>
          <a:ln xmlns:a="http://schemas.openxmlformats.org/drawingml/2006/main" w="32385">
            <a:solidFill>
              <a:srgbClr val="A994DB"/>
            </a:solidFill>
          </a:ln>
        </p:spPr>
      </p:sp>
      <p:sp>
        <p:nvSpPr>
          <p:cNvPr id="139" name="AI-077-137">
            <a:extLst xmlns:a="http://schemas.openxmlformats.org/drawingml/2006/main">
              <a:ext uri="{FF2B5EF4-FFF2-40B4-BE49-F238E27FC236}">
                <a16:creationId xmlns:a16="http://schemas.microsoft.com/office/drawing/2014/main" id="{527BB5D5-4EB6-4C4D-A167-78AA94E4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2300" y="857250"/>
            <a:ext cx="428625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5F5E8"/>
          </a:solidFill>
          <a:ln xmlns:a="http://schemas.openxmlformats.org/drawingml/2006/main" w="32385">
            <a:solidFill>
              <a:srgbClr val="719F78"/>
            </a:solidFill>
          </a:ln>
        </p:spPr>
      </p:sp>
      <p:sp>
        <p:nvSpPr>
          <p:cNvPr id="140" name="AI-077-138">
            <a:extLst xmlns:a="http://schemas.openxmlformats.org/drawingml/2006/main">
              <a:ext uri="{FF2B5EF4-FFF2-40B4-BE49-F238E27FC236}">
                <a16:creationId xmlns:a16="http://schemas.microsoft.com/office/drawing/2014/main" id="{8C7903C2-92B6-4451-94BB-8472552F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8975" y="914400"/>
            <a:ext cx="266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41" name="AI-077-139">
            <a:extLst xmlns:a="http://schemas.openxmlformats.org/drawingml/2006/main">
              <a:ext uri="{FF2B5EF4-FFF2-40B4-BE49-F238E27FC236}">
                <a16:creationId xmlns:a16="http://schemas.microsoft.com/office/drawing/2014/main" id="{28B3C021-4904-47DD-9591-B856C5B1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1066800"/>
            <a:ext cx="19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42" name="AI-077-140">
            <a:extLst xmlns:a="http://schemas.openxmlformats.org/drawingml/2006/main">
              <a:ext uri="{FF2B5EF4-FFF2-40B4-BE49-F238E27FC236}">
                <a16:creationId xmlns:a16="http://schemas.microsoft.com/office/drawing/2014/main" id="{6BA5F451-03E2-4AB4-ACEC-7EC639B0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857250"/>
            <a:ext cx="428625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5F5E8"/>
          </a:solidFill>
          <a:ln xmlns:a="http://schemas.openxmlformats.org/drawingml/2006/main" w="32385">
            <a:solidFill>
              <a:srgbClr val="719F78"/>
            </a:solidFill>
          </a:ln>
        </p:spPr>
      </p:sp>
      <p:sp>
        <p:nvSpPr>
          <p:cNvPr id="143" name="AI-077-141">
            <a:extLst xmlns:a="http://schemas.openxmlformats.org/drawingml/2006/main">
              <a:ext uri="{FF2B5EF4-FFF2-40B4-BE49-F238E27FC236}">
                <a16:creationId xmlns:a16="http://schemas.microsoft.com/office/drawing/2014/main" id="{17B510E6-6B5B-4465-9897-47A1C3DB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857250"/>
            <a:ext cx="428625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5F5E8"/>
          </a:solidFill>
          <a:ln xmlns:a="http://schemas.openxmlformats.org/drawingml/2006/main" w="32385">
            <a:solidFill>
              <a:srgbClr val="719F78"/>
            </a:solidFill>
          </a:ln>
        </p:spPr>
      </p:sp>
      <p:sp>
        <p:nvSpPr>
          <p:cNvPr id="144" name="AI-077-142">
            <a:extLst xmlns:a="http://schemas.openxmlformats.org/drawingml/2006/main">
              <a:ext uri="{FF2B5EF4-FFF2-40B4-BE49-F238E27FC236}">
                <a16:creationId xmlns:a16="http://schemas.microsoft.com/office/drawing/2014/main" id="{2BC0672F-0630-40F8-9A54-43ADA4E0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4325" y="1409700"/>
            <a:ext cx="5343525" cy="82867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7F0"/>
          </a:solidFill>
          <a:ln xmlns:a="http://schemas.openxmlformats.org/drawingml/2006/main" w="14288">
            <a:solidFill>
              <a:srgbClr val="E8BEA5"/>
            </a:solidFill>
          </a:ln>
        </p:spPr>
      </p:sp>
      <p:sp>
        <p:nvSpPr>
          <p:cNvPr id="145" name="AI-077-143">
            <a:extLst xmlns:a="http://schemas.openxmlformats.org/drawingml/2006/main">
              <a:ext uri="{FF2B5EF4-FFF2-40B4-BE49-F238E27FC236}">
                <a16:creationId xmlns:a16="http://schemas.microsoft.com/office/drawing/2014/main" id="{B66CC09B-446F-4195-9B41-A3A1C8E3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900" y="1438275"/>
            <a:ext cx="5286375" cy="771525"/>
          </a:xfrm>
          <a:prstGeom xmlns:a="http://schemas.openxmlformats.org/drawingml/2006/main" prst="roundRect">
            <a:avLst>
              <a:gd name="adj" fmla="val 864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8BEA5"/>
            </a:solidFill>
          </a:ln>
        </p:spPr>
      </p:sp>
      <p:sp>
        <p:nvSpPr>
          <p:cNvPr id="146" name="AI-077-144">
            <a:extLst xmlns:a="http://schemas.openxmlformats.org/drawingml/2006/main">
              <a:ext uri="{FF2B5EF4-FFF2-40B4-BE49-F238E27FC236}">
                <a16:creationId xmlns:a16="http://schemas.microsoft.com/office/drawing/2014/main" id="{4DA39F23-A2C8-4515-BA36-342C9A1A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1609725"/>
            <a:ext cx="331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Large Language Model</a:t>
            </a:r>
          </a:p>
        </p:txBody>
      </p:sp>
      <p:sp>
        <p:nvSpPr>
          <p:cNvPr id="147" name="AI-077-145">
            <a:extLst xmlns:a="http://schemas.openxmlformats.org/drawingml/2006/main">
              <a:ext uri="{FF2B5EF4-FFF2-40B4-BE49-F238E27FC236}">
                <a16:creationId xmlns:a16="http://schemas.microsoft.com/office/drawing/2014/main" id="{43FBD418-AB8F-4163-AC38-AB32F583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1647825"/>
            <a:ext cx="981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LLM</a:t>
            </a:r>
          </a:p>
        </p:txBody>
      </p:sp>
      <p:sp>
        <p:nvSpPr>
          <p:cNvPr id="148" name="path-146">
            <a:extLst xmlns:a="http://schemas.openxmlformats.org/drawingml/2006/main">
              <a:ext uri="{FF2B5EF4-FFF2-40B4-BE49-F238E27FC236}">
                <a16:creationId xmlns:a16="http://schemas.microsoft.com/office/drawing/2014/main" id="{F3517682-5064-4173-A7E3-2EDC5E49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6651" y="1504950"/>
            <a:ext cx="232600" cy="314325"/>
          </a:xfrm>
          <a:custGeom xmlns:a="http://schemas.openxmlformats.org/drawingml/2006/main">
            <a:pathLst>
              <a:path w="232600" h="314325">
                <a:moveTo>
                  <a:pt x="106871" y="0"/>
                </a:moveTo>
                <a:lnTo>
                  <a:pt x="106871" y="110014"/>
                </a:lnTo>
                <a:lnTo>
                  <a:pt x="169736" y="72295"/>
                </a:lnTo>
                <a:lnTo>
                  <a:pt x="226314" y="182308"/>
                </a:lnTo>
                <a:lnTo>
                  <a:pt x="232600" y="248317"/>
                </a:lnTo>
                <a:lnTo>
                  <a:pt x="169736" y="314325"/>
                </a:lnTo>
                <a:lnTo>
                  <a:pt x="66008" y="314325"/>
                </a:lnTo>
                <a:lnTo>
                  <a:pt x="0" y="257747"/>
                </a:lnTo>
                <a:lnTo>
                  <a:pt x="3143" y="182308"/>
                </a:lnTo>
                <a:lnTo>
                  <a:pt x="62865" y="110014"/>
                </a:lnTo>
                <a:close/>
              </a:path>
            </a:pathLst>
          </a:custGeom>
          <a:solidFill xmlns:a="http://schemas.openxmlformats.org/drawingml/2006/main">
            <a:srgbClr val="E97330"/>
          </a:solidFill>
          <a:ln xmlns:a="http://schemas.openxmlformats.org/drawingml/2006/main" w="13335">
            <a:solidFill>
              <a:srgbClr val="5B3525"/>
            </a:solidFill>
          </a:ln>
        </p:spPr>
      </p:sp>
      <p:sp>
        <p:nvSpPr>
          <p:cNvPr id="149" name="path-147">
            <a:extLst xmlns:a="http://schemas.openxmlformats.org/drawingml/2006/main">
              <a:ext uri="{FF2B5EF4-FFF2-40B4-BE49-F238E27FC236}">
                <a16:creationId xmlns:a16="http://schemas.microsoft.com/office/drawing/2014/main" id="{1D314457-6191-4D2F-9B13-F63BF2B1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229" y="1671542"/>
            <a:ext cx="106870" cy="128873"/>
          </a:xfrm>
          <a:custGeom xmlns:a="http://schemas.openxmlformats.org/drawingml/2006/main">
            <a:pathLst>
              <a:path w="106870" h="128873">
                <a:moveTo>
                  <a:pt x="44006" y="0"/>
                </a:moveTo>
                <a:lnTo>
                  <a:pt x="91154" y="59722"/>
                </a:lnTo>
                <a:lnTo>
                  <a:pt x="106870" y="122587"/>
                </a:lnTo>
                <a:lnTo>
                  <a:pt x="31432" y="128873"/>
                </a:lnTo>
                <a:lnTo>
                  <a:pt x="0" y="81724"/>
                </a:lnTo>
                <a:close/>
              </a:path>
            </a:pathLst>
          </a:custGeom>
          <a:solidFill xmlns:a="http://schemas.openxmlformats.org/drawingml/2006/main">
            <a:srgbClr val="FBC961"/>
          </a:solidFill>
          <a:ln xmlns:a="http://schemas.openxmlformats.org/drawingml/2006/main" w="0">
            <a:noFill/>
          </a:ln>
        </p:spPr>
      </p:sp>
      <p:sp>
        <p:nvSpPr>
          <p:cNvPr id="150" name="AI-077-148">
            <a:extLst xmlns:a="http://schemas.openxmlformats.org/drawingml/2006/main">
              <a:ext uri="{FF2B5EF4-FFF2-40B4-BE49-F238E27FC236}">
                <a16:creationId xmlns:a16="http://schemas.microsoft.com/office/drawing/2014/main" id="{F3F93A1C-C71D-4A25-A986-EDE628B7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2400300"/>
            <a:ext cx="428625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EF1FC"/>
          </a:solidFill>
          <a:ln xmlns:a="http://schemas.openxmlformats.org/drawingml/2006/main" w="32385">
            <a:solidFill>
              <a:srgbClr val="6384CE"/>
            </a:solidFill>
          </a:ln>
        </p:spPr>
      </p:sp>
      <p:sp>
        <p:nvSpPr>
          <p:cNvPr id="151" name="AI-077-149">
            <a:extLst xmlns:a="http://schemas.openxmlformats.org/drawingml/2006/main">
              <a:ext uri="{FF2B5EF4-FFF2-40B4-BE49-F238E27FC236}">
                <a16:creationId xmlns:a16="http://schemas.microsoft.com/office/drawing/2014/main" id="{83EEED9F-09A8-44CB-A966-F14881B2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2400300"/>
            <a:ext cx="428625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AE4E3"/>
          </a:solidFill>
          <a:ln xmlns:a="http://schemas.openxmlformats.org/drawingml/2006/main" w="32385">
            <a:solidFill>
              <a:srgbClr val="D7716E"/>
            </a:solidFill>
          </a:ln>
        </p:spPr>
      </p:sp>
      <p:sp>
        <p:nvSpPr>
          <p:cNvPr id="152" name="AI-077-150">
            <a:extLst xmlns:a="http://schemas.openxmlformats.org/drawingml/2006/main">
              <a:ext uri="{FF2B5EF4-FFF2-40B4-BE49-F238E27FC236}">
                <a16:creationId xmlns:a16="http://schemas.microsoft.com/office/drawing/2014/main" id="{B0F62978-583C-462A-9D03-D3F758A0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2457450"/>
            <a:ext cx="247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53" name="AI-077-151">
            <a:extLst xmlns:a="http://schemas.openxmlformats.org/drawingml/2006/main">
              <a:ext uri="{FF2B5EF4-FFF2-40B4-BE49-F238E27FC236}">
                <a16:creationId xmlns:a16="http://schemas.microsoft.com/office/drawing/2014/main" id="{02BD2EA1-97D5-4C20-90AE-9DEC5E7B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2100" y="2609850"/>
            <a:ext cx="19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54" name="AI-077-152">
            <a:extLst xmlns:a="http://schemas.openxmlformats.org/drawingml/2006/main">
              <a:ext uri="{FF2B5EF4-FFF2-40B4-BE49-F238E27FC236}">
                <a16:creationId xmlns:a16="http://schemas.microsoft.com/office/drawing/2014/main" id="{59C07B40-9354-4C03-8EEA-4E4B441E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2400300"/>
            <a:ext cx="428625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AE4E3"/>
          </a:solidFill>
          <a:ln xmlns:a="http://schemas.openxmlformats.org/drawingml/2006/main" w="32385">
            <a:solidFill>
              <a:srgbClr val="D7716E"/>
            </a:solidFill>
          </a:ln>
        </p:spPr>
      </p:sp>
      <p:sp>
        <p:nvSpPr>
          <p:cNvPr id="155" name="AI-077-153">
            <a:extLst xmlns:a="http://schemas.openxmlformats.org/drawingml/2006/main">
              <a:ext uri="{FF2B5EF4-FFF2-40B4-BE49-F238E27FC236}">
                <a16:creationId xmlns:a16="http://schemas.microsoft.com/office/drawing/2014/main" id="{2CF71B5E-6608-47B8-9148-280DB0BC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2400300"/>
            <a:ext cx="428625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32385">
            <a:solidFill>
              <a:srgbClr val="F5DCAA"/>
            </a:solidFill>
          </a:ln>
        </p:spPr>
      </p:sp>
      <p:sp>
        <p:nvSpPr>
          <p:cNvPr id="156" name="AI-077-154">
            <a:extLst xmlns:a="http://schemas.openxmlformats.org/drawingml/2006/main">
              <a:ext uri="{FF2B5EF4-FFF2-40B4-BE49-F238E27FC236}">
                <a16:creationId xmlns:a16="http://schemas.microsoft.com/office/drawing/2014/main" id="{4AC89669-72C0-44C7-8E14-92E43D75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2457450"/>
            <a:ext cx="247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57" name="AI-077-155">
            <a:extLst xmlns:a="http://schemas.openxmlformats.org/drawingml/2006/main">
              <a:ext uri="{FF2B5EF4-FFF2-40B4-BE49-F238E27FC236}">
                <a16:creationId xmlns:a16="http://schemas.microsoft.com/office/drawing/2014/main" id="{6511B578-6517-458E-83DF-C3008DD8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2609850"/>
            <a:ext cx="19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58" name="AI-077-156">
            <a:extLst xmlns:a="http://schemas.openxmlformats.org/drawingml/2006/main">
              <a:ext uri="{FF2B5EF4-FFF2-40B4-BE49-F238E27FC236}">
                <a16:creationId xmlns:a16="http://schemas.microsoft.com/office/drawing/2014/main" id="{8932ABD9-B6DB-43BA-9713-97A003FE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2400300"/>
            <a:ext cx="428625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32385">
            <a:solidFill>
              <a:srgbClr val="F5DCAA"/>
            </a:solidFill>
          </a:ln>
        </p:spPr>
      </p:sp>
      <p:sp>
        <p:nvSpPr>
          <p:cNvPr id="159" name="AI-077-157">
            <a:extLst xmlns:a="http://schemas.openxmlformats.org/drawingml/2006/main">
              <a:ext uri="{FF2B5EF4-FFF2-40B4-BE49-F238E27FC236}">
                <a16:creationId xmlns:a16="http://schemas.microsoft.com/office/drawing/2014/main" id="{633D2057-84CA-4FB5-977E-5D2BBEBD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2400300"/>
            <a:ext cx="428625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32385">
            <a:solidFill>
              <a:srgbClr val="F5DCAA"/>
            </a:solidFill>
          </a:ln>
        </p:spPr>
      </p:sp>
      <p:sp>
        <p:nvSpPr>
          <p:cNvPr id="160" name="path-158">
            <a:extLst xmlns:a="http://schemas.openxmlformats.org/drawingml/2006/main">
              <a:ext uri="{FF2B5EF4-FFF2-40B4-BE49-F238E27FC236}">
                <a16:creationId xmlns:a16="http://schemas.microsoft.com/office/drawing/2014/main" id="{AFF952C9-9CE7-48D9-B05B-155CAB6B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19400"/>
            <a:ext cx="533400" cy="447675"/>
          </a:xfrm>
          <a:custGeom xmlns:a="http://schemas.openxmlformats.org/drawingml/2006/main">
            <a:pathLst>
              <a:path w="533400" h="447675">
                <a:moveTo>
                  <a:pt x="0" y="0"/>
                </a:moveTo>
                <a:lnTo>
                  <a:pt x="19050" y="85725"/>
                </a:lnTo>
                <a:lnTo>
                  <a:pt x="66675" y="142875"/>
                </a:lnTo>
                <a:lnTo>
                  <a:pt x="390525" y="161925"/>
                </a:lnTo>
                <a:lnTo>
                  <a:pt x="485775" y="219075"/>
                </a:lnTo>
                <a:lnTo>
                  <a:pt x="533400" y="285750"/>
                </a:lnTo>
                <a:lnTo>
                  <a:pt x="53340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38383"/>
            </a:solidFill>
          </a:ln>
        </p:spPr>
      </p:sp>
      <p:sp>
        <p:nvSpPr>
          <p:cNvPr id="161" name="path-159">
            <a:extLst xmlns:a="http://schemas.openxmlformats.org/drawingml/2006/main">
              <a:ext uri="{FF2B5EF4-FFF2-40B4-BE49-F238E27FC236}">
                <a16:creationId xmlns:a16="http://schemas.microsoft.com/office/drawing/2014/main" id="{B52A91FE-F206-4BFC-8AD2-F5E48786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19400"/>
            <a:ext cx="428625" cy="285750"/>
          </a:xfrm>
          <a:custGeom xmlns:a="http://schemas.openxmlformats.org/drawingml/2006/main">
            <a:pathLst>
              <a:path w="428625" h="285750">
                <a:moveTo>
                  <a:pt x="428625" y="0"/>
                </a:moveTo>
                <a:lnTo>
                  <a:pt x="409575" y="85725"/>
                </a:lnTo>
                <a:lnTo>
                  <a:pt x="361950" y="142875"/>
                </a:lnTo>
                <a:lnTo>
                  <a:pt x="142875" y="161925"/>
                </a:lnTo>
                <a:lnTo>
                  <a:pt x="47625" y="219075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38383"/>
            </a:solidFill>
          </a:ln>
        </p:spPr>
      </p:sp>
      <p:sp>
        <p:nvSpPr>
          <p:cNvPr id="162" name="path-160">
            <a:extLst xmlns:a="http://schemas.openxmlformats.org/drawingml/2006/main">
              <a:ext uri="{FF2B5EF4-FFF2-40B4-BE49-F238E27FC236}">
                <a16:creationId xmlns:a16="http://schemas.microsoft.com/office/drawing/2014/main" id="{52EAF521-37C0-4884-9733-003DDD4A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19400"/>
            <a:ext cx="1009650" cy="447675"/>
          </a:xfrm>
          <a:custGeom xmlns:a="http://schemas.openxmlformats.org/drawingml/2006/main">
            <a:pathLst>
              <a:path w="1009650" h="447675">
                <a:moveTo>
                  <a:pt x="0" y="0"/>
                </a:moveTo>
                <a:lnTo>
                  <a:pt x="19050" y="85725"/>
                </a:lnTo>
                <a:lnTo>
                  <a:pt x="66675" y="142875"/>
                </a:lnTo>
                <a:lnTo>
                  <a:pt x="866775" y="161925"/>
                </a:lnTo>
                <a:lnTo>
                  <a:pt x="962025" y="219075"/>
                </a:lnTo>
                <a:lnTo>
                  <a:pt x="1009650" y="285750"/>
                </a:lnTo>
                <a:lnTo>
                  <a:pt x="100965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38383"/>
            </a:solidFill>
          </a:ln>
        </p:spPr>
      </p:sp>
      <p:sp>
        <p:nvSpPr>
          <p:cNvPr id="163" name="path-161">
            <a:extLst xmlns:a="http://schemas.openxmlformats.org/drawingml/2006/main">
              <a:ext uri="{FF2B5EF4-FFF2-40B4-BE49-F238E27FC236}">
                <a16:creationId xmlns:a16="http://schemas.microsoft.com/office/drawing/2014/main" id="{16EAD852-4B18-4063-AE10-84513190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19400"/>
            <a:ext cx="762000" cy="285750"/>
          </a:xfrm>
          <a:custGeom xmlns:a="http://schemas.openxmlformats.org/drawingml/2006/main">
            <a:pathLst>
              <a:path w="762000" h="285750">
                <a:moveTo>
                  <a:pt x="762000" y="0"/>
                </a:moveTo>
                <a:lnTo>
                  <a:pt x="742950" y="85725"/>
                </a:lnTo>
                <a:lnTo>
                  <a:pt x="695325" y="142875"/>
                </a:lnTo>
                <a:lnTo>
                  <a:pt x="142875" y="161925"/>
                </a:lnTo>
                <a:lnTo>
                  <a:pt x="47625" y="219075"/>
                </a:ln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38383"/>
            </a:solidFill>
          </a:ln>
        </p:spPr>
      </p:sp>
      <p:sp>
        <p:nvSpPr>
          <p:cNvPr id="164" name="AI-077-162">
            <a:extLst xmlns:a="http://schemas.openxmlformats.org/drawingml/2006/main">
              <a:ext uri="{FF2B5EF4-FFF2-40B4-BE49-F238E27FC236}">
                <a16:creationId xmlns:a16="http://schemas.microsoft.com/office/drawing/2014/main" id="{3474189F-A97B-4C32-8324-4138D2E1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3276600"/>
            <a:ext cx="2400300" cy="638175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FFF7F0"/>
          </a:solidFill>
          <a:ln xmlns:a="http://schemas.openxmlformats.org/drawingml/2006/main" w="14288">
            <a:solidFill>
              <a:srgbClr val="E8BEA5"/>
            </a:solidFill>
          </a:ln>
        </p:spPr>
      </p:sp>
      <p:sp>
        <p:nvSpPr>
          <p:cNvPr id="165" name="AI-077-163">
            <a:extLst xmlns:a="http://schemas.openxmlformats.org/drawingml/2006/main">
              <a:ext uri="{FF2B5EF4-FFF2-40B4-BE49-F238E27FC236}">
                <a16:creationId xmlns:a16="http://schemas.microsoft.com/office/drawing/2014/main" id="{FA132DE5-8EC5-496B-BA9B-EDEA06CC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3305175"/>
            <a:ext cx="2343150" cy="581025"/>
          </a:xfrm>
          <a:prstGeom xmlns:a="http://schemas.openxmlformats.org/drawingml/2006/main" prst="roundRect">
            <a:avLst>
              <a:gd name="adj" fmla="val 114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E8BEA5"/>
            </a:solidFill>
          </a:ln>
        </p:spPr>
      </p:sp>
      <p:sp>
        <p:nvSpPr>
          <p:cNvPr id="166" name="AI-077-164">
            <a:extLst xmlns:a="http://schemas.openxmlformats.org/drawingml/2006/main">
              <a:ext uri="{FF2B5EF4-FFF2-40B4-BE49-F238E27FC236}">
                <a16:creationId xmlns:a16="http://schemas.microsoft.com/office/drawing/2014/main" id="{3C48E8EB-CBEE-4C76-AF0B-0F2D7ED5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3343275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Projector</a:t>
            </a:r>
          </a:p>
        </p:txBody>
      </p:sp>
      <p:sp>
        <p:nvSpPr>
          <p:cNvPr id="167" name="AI-077-165">
            <a:extLst xmlns:a="http://schemas.openxmlformats.org/drawingml/2006/main">
              <a:ext uri="{FF2B5EF4-FFF2-40B4-BE49-F238E27FC236}">
                <a16:creationId xmlns:a16="http://schemas.microsoft.com/office/drawing/2014/main" id="{605153F8-1587-4CFD-A620-CC4277EC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0325" y="3409950"/>
            <a:ext cx="3524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𝒫</a:t>
            </a:r>
          </a:p>
        </p:txBody>
      </p:sp>
      <p:sp>
        <p:nvSpPr>
          <p:cNvPr id="168" name="path-166">
            <a:extLst xmlns:a="http://schemas.openxmlformats.org/drawingml/2006/main">
              <a:ext uri="{FF2B5EF4-FFF2-40B4-BE49-F238E27FC236}">
                <a16:creationId xmlns:a16="http://schemas.microsoft.com/office/drawing/2014/main" id="{9B81441E-99A3-48A6-89DC-EF3F65CD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335" y="3352800"/>
            <a:ext cx="126873" cy="171450"/>
          </a:xfrm>
          <a:custGeom xmlns:a="http://schemas.openxmlformats.org/drawingml/2006/main">
            <a:pathLst>
              <a:path w="126873" h="171450">
                <a:moveTo>
                  <a:pt x="58293" y="0"/>
                </a:moveTo>
                <a:lnTo>
                  <a:pt x="58293" y="60008"/>
                </a:lnTo>
                <a:lnTo>
                  <a:pt x="92583" y="39433"/>
                </a:lnTo>
                <a:lnTo>
                  <a:pt x="123444" y="99441"/>
                </a:lnTo>
                <a:lnTo>
                  <a:pt x="126873" y="135446"/>
                </a:lnTo>
                <a:lnTo>
                  <a:pt x="92583" y="171450"/>
                </a:lnTo>
                <a:lnTo>
                  <a:pt x="36004" y="171450"/>
                </a:lnTo>
                <a:lnTo>
                  <a:pt x="0" y="140589"/>
                </a:lnTo>
                <a:lnTo>
                  <a:pt x="1714" y="99441"/>
                </a:lnTo>
                <a:lnTo>
                  <a:pt x="34290" y="60008"/>
                </a:lnTo>
                <a:close/>
              </a:path>
            </a:pathLst>
          </a:custGeom>
          <a:solidFill xmlns:a="http://schemas.openxmlformats.org/drawingml/2006/main">
            <a:srgbClr val="E97330"/>
          </a:solidFill>
          <a:ln xmlns:a="http://schemas.openxmlformats.org/drawingml/2006/main" w="13335">
            <a:solidFill>
              <a:srgbClr val="5B3525"/>
            </a:solidFill>
          </a:ln>
        </p:spPr>
      </p:sp>
      <p:sp>
        <p:nvSpPr>
          <p:cNvPr id="169" name="path-167">
            <a:extLst xmlns:a="http://schemas.openxmlformats.org/drawingml/2006/main">
              <a:ext uri="{FF2B5EF4-FFF2-40B4-BE49-F238E27FC236}">
                <a16:creationId xmlns:a16="http://schemas.microsoft.com/office/drawing/2014/main" id="{8D3FAB37-A6B9-49E7-A585-08BC4B9E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196" y="3443669"/>
            <a:ext cx="58293" cy="70294"/>
          </a:xfrm>
          <a:custGeom xmlns:a="http://schemas.openxmlformats.org/drawingml/2006/main">
            <a:pathLst>
              <a:path w="58293" h="70294">
                <a:moveTo>
                  <a:pt x="24003" y="0"/>
                </a:moveTo>
                <a:lnTo>
                  <a:pt x="49721" y="32575"/>
                </a:lnTo>
                <a:lnTo>
                  <a:pt x="58293" y="66865"/>
                </a:lnTo>
                <a:lnTo>
                  <a:pt x="17145" y="70294"/>
                </a:lnTo>
                <a:lnTo>
                  <a:pt x="0" y="44577"/>
                </a:lnTo>
                <a:close/>
              </a:path>
            </a:pathLst>
          </a:custGeom>
          <a:solidFill xmlns:a="http://schemas.openxmlformats.org/drawingml/2006/main">
            <a:srgbClr val="FBC961"/>
          </a:solidFill>
          <a:ln xmlns:a="http://schemas.openxmlformats.org/drawingml/2006/main" w="0">
            <a:noFill/>
          </a:ln>
        </p:spPr>
      </p:sp>
      <p:sp>
        <p:nvSpPr>
          <p:cNvPr id="170" name="AI-077-168">
            <a:extLst xmlns:a="http://schemas.openxmlformats.org/drawingml/2006/main">
              <a:ext uri="{FF2B5EF4-FFF2-40B4-BE49-F238E27FC236}">
                <a16:creationId xmlns:a16="http://schemas.microsoft.com/office/drawing/2014/main" id="{64137E03-05DD-48F7-88DD-87F1407A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7725" y="4219575"/>
            <a:ext cx="2409825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DCE4F7"/>
          </a:solidFill>
          <a:ln xmlns:a="http://schemas.openxmlformats.org/drawingml/2006/main" w="14288">
            <a:solidFill>
              <a:srgbClr val="91ACDD"/>
            </a:solidFill>
          </a:ln>
        </p:spPr>
      </p:sp>
      <p:sp>
        <p:nvSpPr>
          <p:cNvPr id="171" name="AI-077-169">
            <a:extLst xmlns:a="http://schemas.openxmlformats.org/drawingml/2006/main">
              <a:ext uri="{FF2B5EF4-FFF2-40B4-BE49-F238E27FC236}">
                <a16:creationId xmlns:a16="http://schemas.microsoft.com/office/drawing/2014/main" id="{740B58A2-007C-406C-90A7-A9D712D6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4248150"/>
            <a:ext cx="2352675" cy="590550"/>
          </a:xfrm>
          <a:prstGeom xmlns:a="http://schemas.openxmlformats.org/drawingml/2006/main" prst="roundRect">
            <a:avLst>
              <a:gd name="adj" fmla="val 1129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1ACDD"/>
            </a:solidFill>
          </a:ln>
        </p:spPr>
      </p:sp>
      <p:sp>
        <p:nvSpPr>
          <p:cNvPr id="172" name="AI-077-170">
            <a:extLst xmlns:a="http://schemas.openxmlformats.org/drawingml/2006/main">
              <a:ext uri="{FF2B5EF4-FFF2-40B4-BE49-F238E27FC236}">
                <a16:creationId xmlns:a16="http://schemas.microsoft.com/office/drawing/2014/main" id="{76596E11-ABE2-4304-A558-57BE214E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43243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Vision Encoder</a:t>
            </a:r>
          </a:p>
        </p:txBody>
      </p:sp>
      <p:sp>
        <p:nvSpPr>
          <p:cNvPr id="173" name="AI-077-171">
            <a:extLst xmlns:a="http://schemas.openxmlformats.org/drawingml/2006/main">
              <a:ext uri="{FF2B5EF4-FFF2-40B4-BE49-F238E27FC236}">
                <a16:creationId xmlns:a16="http://schemas.microsoft.com/office/drawing/2014/main" id="{DD4B9008-789A-4C70-8127-746AE42C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4343400"/>
            <a:ext cx="276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ℰ</a:t>
            </a:r>
          </a:p>
        </p:txBody>
      </p:sp>
      <p:sp>
        <p:nvSpPr>
          <p:cNvPr id="174" name="line-172">
            <a:extLst xmlns:a="http://schemas.openxmlformats.org/drawingml/2006/main">
              <a:ext uri="{FF2B5EF4-FFF2-40B4-BE49-F238E27FC236}">
                <a16:creationId xmlns:a16="http://schemas.microsoft.com/office/drawing/2014/main" id="{F091DB6A-DF58-4C28-8D1B-FDFD825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71975"/>
            <a:ext cx="85725" cy="10"/>
          </a:xfrm>
          <a:custGeom xmlns:a="http://schemas.openxmlformats.org/drawingml/2006/main">
            <a:pathLst>
              <a:path w="85725" h="10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175" name="line-173">
            <a:extLst xmlns:a="http://schemas.openxmlformats.org/drawingml/2006/main">
              <a:ext uri="{FF2B5EF4-FFF2-40B4-BE49-F238E27FC236}">
                <a16:creationId xmlns:a16="http://schemas.microsoft.com/office/drawing/2014/main" id="{063652A1-B0E0-491D-A895-0E4B0A16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6203" y="4353298"/>
            <a:ext cx="24568" cy="18677"/>
          </a:xfrm>
          <a:custGeom xmlns:a="http://schemas.openxmlformats.org/drawingml/2006/main">
            <a:pathLst>
              <a:path w="24568" h="18677">
                <a:moveTo>
                  <a:pt x="0" y="18677"/>
                </a:moveTo>
                <a:lnTo>
                  <a:pt x="245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76" name="line-174">
            <a:extLst xmlns:a="http://schemas.openxmlformats.org/drawingml/2006/main">
              <a:ext uri="{FF2B5EF4-FFF2-40B4-BE49-F238E27FC236}">
                <a16:creationId xmlns:a16="http://schemas.microsoft.com/office/drawing/2014/main" id="{FF6FCA76-D650-486C-ADD7-BBF520B0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6203" y="4371975"/>
            <a:ext cx="24568" cy="18677"/>
          </a:xfrm>
          <a:custGeom xmlns:a="http://schemas.openxmlformats.org/drawingml/2006/main">
            <a:pathLst>
              <a:path w="24568" h="18677">
                <a:moveTo>
                  <a:pt x="0" y="0"/>
                </a:moveTo>
                <a:lnTo>
                  <a:pt x="24568" y="18677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77" name="line-175">
            <a:extLst xmlns:a="http://schemas.openxmlformats.org/drawingml/2006/main">
              <a:ext uri="{FF2B5EF4-FFF2-40B4-BE49-F238E27FC236}">
                <a16:creationId xmlns:a16="http://schemas.microsoft.com/office/drawing/2014/main" id="{7E32109A-3731-40BD-8590-B0AE00CB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71975"/>
            <a:ext cx="42863" cy="74240"/>
          </a:xfrm>
          <a:custGeom xmlns:a="http://schemas.openxmlformats.org/drawingml/2006/main">
            <a:pathLst>
              <a:path w="42863" h="74240">
                <a:moveTo>
                  <a:pt x="0" y="0"/>
                </a:moveTo>
                <a:lnTo>
                  <a:pt x="42863" y="742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178" name="line-176">
            <a:extLst xmlns:a="http://schemas.openxmlformats.org/drawingml/2006/main">
              <a:ext uri="{FF2B5EF4-FFF2-40B4-BE49-F238E27FC236}">
                <a16:creationId xmlns:a16="http://schemas.microsoft.com/office/drawing/2014/main" id="{A6554068-C847-4D40-A823-618E5B2E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0914" y="4415777"/>
            <a:ext cx="28458" cy="11938"/>
          </a:xfrm>
          <a:custGeom xmlns:a="http://schemas.openxmlformats.org/drawingml/2006/main">
            <a:pathLst>
              <a:path w="28458" h="11938">
                <a:moveTo>
                  <a:pt x="0" y="0"/>
                </a:moveTo>
                <a:lnTo>
                  <a:pt x="28458" y="11938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79" name="line-177">
            <a:extLst xmlns:a="http://schemas.openxmlformats.org/drawingml/2006/main">
              <a:ext uri="{FF2B5EF4-FFF2-40B4-BE49-F238E27FC236}">
                <a16:creationId xmlns:a16="http://schemas.microsoft.com/office/drawing/2014/main" id="{631BCF84-943D-4E89-9BB4-E541CD5A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023" y="4415777"/>
            <a:ext cx="3890" cy="30615"/>
          </a:xfrm>
          <a:custGeom xmlns:a="http://schemas.openxmlformats.org/drawingml/2006/main">
            <a:pathLst>
              <a:path w="3890" h="30615">
                <a:moveTo>
                  <a:pt x="3890" y="0"/>
                </a:moveTo>
                <a:lnTo>
                  <a:pt x="0" y="3061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80" name="line-178">
            <a:extLst xmlns:a="http://schemas.openxmlformats.org/drawingml/2006/main">
              <a:ext uri="{FF2B5EF4-FFF2-40B4-BE49-F238E27FC236}">
                <a16:creationId xmlns:a16="http://schemas.microsoft.com/office/drawing/2014/main" id="{A64D5377-D02A-4686-9BDE-DECA54E4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763" y="4371975"/>
            <a:ext cx="42863" cy="74240"/>
          </a:xfrm>
          <a:custGeom xmlns:a="http://schemas.openxmlformats.org/drawingml/2006/main">
            <a:pathLst>
              <a:path w="42863" h="74240">
                <a:moveTo>
                  <a:pt x="42863" y="0"/>
                </a:moveTo>
                <a:lnTo>
                  <a:pt x="0" y="742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181" name="line-179">
            <a:extLst xmlns:a="http://schemas.openxmlformats.org/drawingml/2006/main">
              <a:ext uri="{FF2B5EF4-FFF2-40B4-BE49-F238E27FC236}">
                <a16:creationId xmlns:a16="http://schemas.microsoft.com/office/drawing/2014/main" id="{9FAC8D55-948D-4C06-99FD-91B36E42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336" y="4415777"/>
            <a:ext cx="3890" cy="30615"/>
          </a:xfrm>
          <a:custGeom xmlns:a="http://schemas.openxmlformats.org/drawingml/2006/main">
            <a:pathLst>
              <a:path w="3890" h="30615">
                <a:moveTo>
                  <a:pt x="0" y="0"/>
                </a:moveTo>
                <a:lnTo>
                  <a:pt x="3890" y="3061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82" name="line-180">
            <a:extLst xmlns:a="http://schemas.openxmlformats.org/drawingml/2006/main">
              <a:ext uri="{FF2B5EF4-FFF2-40B4-BE49-F238E27FC236}">
                <a16:creationId xmlns:a16="http://schemas.microsoft.com/office/drawing/2014/main" id="{0BBBDC41-8952-4D8B-9553-F353DDD2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1878" y="4415777"/>
            <a:ext cx="28458" cy="11938"/>
          </a:xfrm>
          <a:custGeom xmlns:a="http://schemas.openxmlformats.org/drawingml/2006/main">
            <a:pathLst>
              <a:path w="28458" h="11938">
                <a:moveTo>
                  <a:pt x="28458" y="0"/>
                </a:moveTo>
                <a:lnTo>
                  <a:pt x="0" y="11938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83" name="line-181">
            <a:extLst xmlns:a="http://schemas.openxmlformats.org/drawingml/2006/main">
              <a:ext uri="{FF2B5EF4-FFF2-40B4-BE49-F238E27FC236}">
                <a16:creationId xmlns:a16="http://schemas.microsoft.com/office/drawing/2014/main" id="{17A0B6AA-2EFE-4831-98BA-D6951D56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71975"/>
            <a:ext cx="85725" cy="10"/>
          </a:xfrm>
          <a:custGeom xmlns:a="http://schemas.openxmlformats.org/drawingml/2006/main">
            <a:pathLst>
              <a:path w="85725" h="10">
                <a:moveTo>
                  <a:pt x="857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184" name="line-182">
            <a:extLst xmlns:a="http://schemas.openxmlformats.org/drawingml/2006/main">
              <a:ext uri="{FF2B5EF4-FFF2-40B4-BE49-F238E27FC236}">
                <a16:creationId xmlns:a16="http://schemas.microsoft.com/office/drawing/2014/main" id="{D58A4B9B-53CB-4247-9CA3-931645D4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479" y="4371975"/>
            <a:ext cx="24568" cy="18677"/>
          </a:xfrm>
          <a:custGeom xmlns:a="http://schemas.openxmlformats.org/drawingml/2006/main">
            <a:pathLst>
              <a:path w="24568" h="18677">
                <a:moveTo>
                  <a:pt x="24568" y="0"/>
                </a:moveTo>
                <a:lnTo>
                  <a:pt x="0" y="18677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85" name="line-183">
            <a:extLst xmlns:a="http://schemas.openxmlformats.org/drawingml/2006/main">
              <a:ext uri="{FF2B5EF4-FFF2-40B4-BE49-F238E27FC236}">
                <a16:creationId xmlns:a16="http://schemas.microsoft.com/office/drawing/2014/main" id="{FF795B53-2D00-4ACF-8261-A18C50BA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0479" y="4353298"/>
            <a:ext cx="24568" cy="18677"/>
          </a:xfrm>
          <a:custGeom xmlns:a="http://schemas.openxmlformats.org/drawingml/2006/main">
            <a:pathLst>
              <a:path w="24568" h="18677">
                <a:moveTo>
                  <a:pt x="24568" y="186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86" name="line-184">
            <a:extLst xmlns:a="http://schemas.openxmlformats.org/drawingml/2006/main">
              <a:ext uri="{FF2B5EF4-FFF2-40B4-BE49-F238E27FC236}">
                <a16:creationId xmlns:a16="http://schemas.microsoft.com/office/drawing/2014/main" id="{BF6FBECC-4BA3-4B4A-B86A-DB2D9326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2763" y="4297735"/>
            <a:ext cx="42863" cy="74240"/>
          </a:xfrm>
          <a:custGeom xmlns:a="http://schemas.openxmlformats.org/drawingml/2006/main">
            <a:pathLst>
              <a:path w="42863" h="74240">
                <a:moveTo>
                  <a:pt x="42863" y="742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187" name="line-185">
            <a:extLst xmlns:a="http://schemas.openxmlformats.org/drawingml/2006/main">
              <a:ext uri="{FF2B5EF4-FFF2-40B4-BE49-F238E27FC236}">
                <a16:creationId xmlns:a16="http://schemas.microsoft.com/office/drawing/2014/main" id="{DE24214C-1B2A-49C3-8431-CAA31EC8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1878" y="4316235"/>
            <a:ext cx="28458" cy="11938"/>
          </a:xfrm>
          <a:custGeom xmlns:a="http://schemas.openxmlformats.org/drawingml/2006/main">
            <a:pathLst>
              <a:path w="28458" h="11938">
                <a:moveTo>
                  <a:pt x="28458" y="1193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88" name="line-186">
            <a:extLst xmlns:a="http://schemas.openxmlformats.org/drawingml/2006/main">
              <a:ext uri="{FF2B5EF4-FFF2-40B4-BE49-F238E27FC236}">
                <a16:creationId xmlns:a16="http://schemas.microsoft.com/office/drawing/2014/main" id="{BC50F0F0-F806-4D2D-A123-ED3659AC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336" y="4297559"/>
            <a:ext cx="3890" cy="30615"/>
          </a:xfrm>
          <a:custGeom xmlns:a="http://schemas.openxmlformats.org/drawingml/2006/main">
            <a:pathLst>
              <a:path w="3890" h="30615">
                <a:moveTo>
                  <a:pt x="0" y="30615"/>
                </a:moveTo>
                <a:lnTo>
                  <a:pt x="38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89" name="line-187">
            <a:extLst xmlns:a="http://schemas.openxmlformats.org/drawingml/2006/main">
              <a:ext uri="{FF2B5EF4-FFF2-40B4-BE49-F238E27FC236}">
                <a16:creationId xmlns:a16="http://schemas.microsoft.com/office/drawing/2014/main" id="{F2070AF4-EFC0-4E7E-8727-879FD8BB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97735"/>
            <a:ext cx="42863" cy="74240"/>
          </a:xfrm>
          <a:custGeom xmlns:a="http://schemas.openxmlformats.org/drawingml/2006/main">
            <a:pathLst>
              <a:path w="42863" h="74240">
                <a:moveTo>
                  <a:pt x="0" y="74240"/>
                </a:moveTo>
                <a:lnTo>
                  <a:pt x="42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190" name="line-188">
            <a:extLst xmlns:a="http://schemas.openxmlformats.org/drawingml/2006/main">
              <a:ext uri="{FF2B5EF4-FFF2-40B4-BE49-F238E27FC236}">
                <a16:creationId xmlns:a16="http://schemas.microsoft.com/office/drawing/2014/main" id="{478F8C93-ED9A-4EC5-A1AE-586D97A7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023" y="4297559"/>
            <a:ext cx="3890" cy="30615"/>
          </a:xfrm>
          <a:custGeom xmlns:a="http://schemas.openxmlformats.org/drawingml/2006/main">
            <a:pathLst>
              <a:path w="3890" h="30615">
                <a:moveTo>
                  <a:pt x="3890" y="306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91" name="line-189">
            <a:extLst xmlns:a="http://schemas.openxmlformats.org/drawingml/2006/main">
              <a:ext uri="{FF2B5EF4-FFF2-40B4-BE49-F238E27FC236}">
                <a16:creationId xmlns:a16="http://schemas.microsoft.com/office/drawing/2014/main" id="{0A20A221-347F-4C14-878C-3B44350C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0914" y="4316235"/>
            <a:ext cx="28458" cy="11938"/>
          </a:xfrm>
          <a:custGeom xmlns:a="http://schemas.openxmlformats.org/drawingml/2006/main">
            <a:pathLst>
              <a:path w="28458" h="11938">
                <a:moveTo>
                  <a:pt x="0" y="11938"/>
                </a:moveTo>
                <a:lnTo>
                  <a:pt x="284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192" name="line-190">
            <a:extLst xmlns:a="http://schemas.openxmlformats.org/drawingml/2006/main">
              <a:ext uri="{FF2B5EF4-FFF2-40B4-BE49-F238E27FC236}">
                <a16:creationId xmlns:a16="http://schemas.microsoft.com/office/drawing/2014/main" id="{936A255D-CB13-4656-95F1-FB94D54B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24300"/>
            <a:ext cx="10" cy="295275"/>
          </a:xfrm>
          <a:custGeom xmlns:a="http://schemas.openxmlformats.org/drawingml/2006/main">
            <a:pathLst>
              <a:path w="10" h="295275">
                <a:moveTo>
                  <a:pt x="0" y="2952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838383"/>
            </a:solidFill>
          </a:ln>
        </p:spPr>
      </p:sp>
      <p:sp>
        <p:nvSpPr>
          <p:cNvPr id="193" name="path-191">
            <a:extLst xmlns:a="http://schemas.openxmlformats.org/drawingml/2006/main">
              <a:ext uri="{FF2B5EF4-FFF2-40B4-BE49-F238E27FC236}">
                <a16:creationId xmlns:a16="http://schemas.microsoft.com/office/drawing/2014/main" id="{D4BDFB5B-C5AF-4411-842E-024666F8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197" y="3924300"/>
            <a:ext cx="87355" cy="95237"/>
          </a:xfrm>
          <a:custGeom xmlns:a="http://schemas.openxmlformats.org/drawingml/2006/main">
            <a:pathLst>
              <a:path w="87355" h="95237">
                <a:moveTo>
                  <a:pt x="43678" y="0"/>
                </a:moveTo>
                <a:lnTo>
                  <a:pt x="87355" y="95237"/>
                </a:lnTo>
                <a:lnTo>
                  <a:pt x="0" y="95237"/>
                </a:lnTo>
                <a:close/>
              </a:path>
            </a:pathLst>
          </a:custGeom>
          <a:solidFill xmlns:a="http://schemas.openxmlformats.org/drawingml/2006/main">
            <a:srgbClr val="838383"/>
          </a:solidFill>
          <a:ln xmlns:a="http://schemas.openxmlformats.org/drawingml/2006/main" w="30480">
            <a:solidFill>
              <a:srgbClr val="838383"/>
            </a:solidFill>
          </a:ln>
        </p:spPr>
      </p:sp>
      <p:sp>
        <p:nvSpPr>
          <p:cNvPr id="194" name="line-192">
            <a:extLst xmlns:a="http://schemas.openxmlformats.org/drawingml/2006/main">
              <a:ext uri="{FF2B5EF4-FFF2-40B4-BE49-F238E27FC236}">
                <a16:creationId xmlns:a16="http://schemas.microsoft.com/office/drawing/2014/main" id="{5808960D-3D18-4685-90B4-23327BF3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867275"/>
            <a:ext cx="10" cy="228600"/>
          </a:xfrm>
          <a:custGeom xmlns:a="http://schemas.openxmlformats.org/drawingml/2006/main">
            <a:pathLst>
              <a:path w="10" h="228600">
                <a:moveTo>
                  <a:pt x="0" y="228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838383"/>
            </a:solidFill>
          </a:ln>
        </p:spPr>
      </p:sp>
      <p:sp>
        <p:nvSpPr>
          <p:cNvPr id="195" name="path-193">
            <a:extLst xmlns:a="http://schemas.openxmlformats.org/drawingml/2006/main">
              <a:ext uri="{FF2B5EF4-FFF2-40B4-BE49-F238E27FC236}">
                <a16:creationId xmlns:a16="http://schemas.microsoft.com/office/drawing/2014/main" id="{1185A8E8-263B-4C30-B96E-0134819B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4197" y="4867275"/>
            <a:ext cx="87355" cy="95237"/>
          </a:xfrm>
          <a:custGeom xmlns:a="http://schemas.openxmlformats.org/drawingml/2006/main">
            <a:pathLst>
              <a:path w="87355" h="95237">
                <a:moveTo>
                  <a:pt x="43678" y="0"/>
                </a:moveTo>
                <a:lnTo>
                  <a:pt x="87355" y="95237"/>
                </a:lnTo>
                <a:lnTo>
                  <a:pt x="0" y="95237"/>
                </a:lnTo>
                <a:close/>
              </a:path>
            </a:pathLst>
          </a:custGeom>
          <a:solidFill xmlns:a="http://schemas.openxmlformats.org/drawingml/2006/main">
            <a:srgbClr val="838383"/>
          </a:solidFill>
          <a:ln xmlns:a="http://schemas.openxmlformats.org/drawingml/2006/main" w="30480">
            <a:solidFill>
              <a:srgbClr val="838383"/>
            </a:solidFill>
          </a:ln>
        </p:spPr>
      </p:sp>
      <p:sp>
        <p:nvSpPr>
          <p:cNvPr id="196" name="AI-077-194">
            <a:extLst xmlns:a="http://schemas.openxmlformats.org/drawingml/2006/main">
              <a:ext uri="{FF2B5EF4-FFF2-40B4-BE49-F238E27FC236}">
                <a16:creationId xmlns:a16="http://schemas.microsoft.com/office/drawing/2014/main" id="{BB60AD88-185D-4D1D-B076-25B18401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3276600"/>
            <a:ext cx="1990725" cy="77152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4F7"/>
          </a:solidFill>
          <a:ln xmlns:a="http://schemas.openxmlformats.org/drawingml/2006/main" w="14288">
            <a:solidFill>
              <a:srgbClr val="91ACDD"/>
            </a:solidFill>
          </a:ln>
        </p:spPr>
      </p:sp>
      <p:sp>
        <p:nvSpPr>
          <p:cNvPr id="197" name="AI-077-195">
            <a:extLst xmlns:a="http://schemas.openxmlformats.org/drawingml/2006/main">
              <a:ext uri="{FF2B5EF4-FFF2-40B4-BE49-F238E27FC236}">
                <a16:creationId xmlns:a16="http://schemas.microsoft.com/office/drawing/2014/main" id="{3FDBCC04-4368-45E5-9F26-D9CEA7B7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4725" y="3305175"/>
            <a:ext cx="1933575" cy="714375"/>
          </a:xfrm>
          <a:prstGeom xmlns:a="http://schemas.openxmlformats.org/drawingml/2006/main" prst="roundRect">
            <a:avLst>
              <a:gd name="adj" fmla="val 9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1ACDD"/>
            </a:solidFill>
          </a:ln>
        </p:spPr>
      </p:sp>
      <p:sp>
        <p:nvSpPr>
          <p:cNvPr id="198" name="AI-077-196">
            <a:extLst xmlns:a="http://schemas.openxmlformats.org/drawingml/2006/main">
              <a:ext uri="{FF2B5EF4-FFF2-40B4-BE49-F238E27FC236}">
                <a16:creationId xmlns:a16="http://schemas.microsoft.com/office/drawing/2014/main" id="{E8E43219-FC82-45A5-97CF-0C6EE385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3333750"/>
            <a:ext cx="1266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Textual</a:t>
            </a:r>
          </a:p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Tokenizer</a:t>
            </a:r>
          </a:p>
        </p:txBody>
      </p:sp>
      <p:sp>
        <p:nvSpPr>
          <p:cNvPr id="199" name="AI-077-197">
            <a:extLst xmlns:a="http://schemas.openxmlformats.org/drawingml/2006/main">
              <a:ext uri="{FF2B5EF4-FFF2-40B4-BE49-F238E27FC236}">
                <a16:creationId xmlns:a16="http://schemas.microsoft.com/office/drawing/2014/main" id="{15CC0891-CC56-4BEF-8CD4-C14F80FF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3457575"/>
            <a:ext cx="352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𝒯</a:t>
            </a:r>
          </a:p>
        </p:txBody>
      </p:sp>
      <p:sp>
        <p:nvSpPr>
          <p:cNvPr id="200" name="line-198">
            <a:extLst xmlns:a="http://schemas.openxmlformats.org/drawingml/2006/main">
              <a:ext uri="{FF2B5EF4-FFF2-40B4-BE49-F238E27FC236}">
                <a16:creationId xmlns:a16="http://schemas.microsoft.com/office/drawing/2014/main" id="{ED92077A-63CB-4FB7-B26A-DACB4B3B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19475"/>
            <a:ext cx="85725" cy="10"/>
          </a:xfrm>
          <a:custGeom xmlns:a="http://schemas.openxmlformats.org/drawingml/2006/main">
            <a:pathLst>
              <a:path w="85725" h="10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201" name="line-199">
            <a:extLst xmlns:a="http://schemas.openxmlformats.org/drawingml/2006/main">
              <a:ext uri="{FF2B5EF4-FFF2-40B4-BE49-F238E27FC236}">
                <a16:creationId xmlns:a16="http://schemas.microsoft.com/office/drawing/2014/main" id="{E3D285BE-3A20-4E7C-B069-C3D9145D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903" y="3400798"/>
            <a:ext cx="24568" cy="18677"/>
          </a:xfrm>
          <a:custGeom xmlns:a="http://schemas.openxmlformats.org/drawingml/2006/main">
            <a:pathLst>
              <a:path w="24568" h="18677">
                <a:moveTo>
                  <a:pt x="0" y="18677"/>
                </a:moveTo>
                <a:lnTo>
                  <a:pt x="245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02" name="line-200">
            <a:extLst xmlns:a="http://schemas.openxmlformats.org/drawingml/2006/main">
              <a:ext uri="{FF2B5EF4-FFF2-40B4-BE49-F238E27FC236}">
                <a16:creationId xmlns:a16="http://schemas.microsoft.com/office/drawing/2014/main" id="{BDDDE576-7D89-4F47-AD0C-DEF59CF7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903" y="3419475"/>
            <a:ext cx="24568" cy="18677"/>
          </a:xfrm>
          <a:custGeom xmlns:a="http://schemas.openxmlformats.org/drawingml/2006/main">
            <a:pathLst>
              <a:path w="24568" h="18677">
                <a:moveTo>
                  <a:pt x="0" y="0"/>
                </a:moveTo>
                <a:lnTo>
                  <a:pt x="24568" y="18677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03" name="line-201">
            <a:extLst xmlns:a="http://schemas.openxmlformats.org/drawingml/2006/main">
              <a:ext uri="{FF2B5EF4-FFF2-40B4-BE49-F238E27FC236}">
                <a16:creationId xmlns:a16="http://schemas.microsoft.com/office/drawing/2014/main" id="{2C4DB8B0-221C-4993-9BB1-5660CB02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19475"/>
            <a:ext cx="42863" cy="74240"/>
          </a:xfrm>
          <a:custGeom xmlns:a="http://schemas.openxmlformats.org/drawingml/2006/main">
            <a:pathLst>
              <a:path w="42863" h="74240">
                <a:moveTo>
                  <a:pt x="0" y="0"/>
                </a:moveTo>
                <a:lnTo>
                  <a:pt x="42863" y="742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204" name="line-202">
            <a:extLst xmlns:a="http://schemas.openxmlformats.org/drawingml/2006/main">
              <a:ext uri="{FF2B5EF4-FFF2-40B4-BE49-F238E27FC236}">
                <a16:creationId xmlns:a16="http://schemas.microsoft.com/office/drawing/2014/main" id="{2882DD9E-79F4-498D-B83B-A2D20097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614" y="3463277"/>
            <a:ext cx="28458" cy="11938"/>
          </a:xfrm>
          <a:custGeom xmlns:a="http://schemas.openxmlformats.org/drawingml/2006/main">
            <a:pathLst>
              <a:path w="28458" h="11938">
                <a:moveTo>
                  <a:pt x="0" y="0"/>
                </a:moveTo>
                <a:lnTo>
                  <a:pt x="28458" y="11938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05" name="line-203">
            <a:extLst xmlns:a="http://schemas.openxmlformats.org/drawingml/2006/main">
              <a:ext uri="{FF2B5EF4-FFF2-40B4-BE49-F238E27FC236}">
                <a16:creationId xmlns:a16="http://schemas.microsoft.com/office/drawing/2014/main" id="{1EE3B358-6C9C-4EED-A57B-5D835535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723" y="3463277"/>
            <a:ext cx="3890" cy="30615"/>
          </a:xfrm>
          <a:custGeom xmlns:a="http://schemas.openxmlformats.org/drawingml/2006/main">
            <a:pathLst>
              <a:path w="3890" h="30615">
                <a:moveTo>
                  <a:pt x="3890" y="0"/>
                </a:moveTo>
                <a:lnTo>
                  <a:pt x="0" y="3061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06" name="line-204">
            <a:extLst xmlns:a="http://schemas.openxmlformats.org/drawingml/2006/main">
              <a:ext uri="{FF2B5EF4-FFF2-40B4-BE49-F238E27FC236}">
                <a16:creationId xmlns:a16="http://schemas.microsoft.com/office/drawing/2014/main" id="{B9CA9114-7507-4DC1-9D3E-54BB9DF1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3419475"/>
            <a:ext cx="42863" cy="74240"/>
          </a:xfrm>
          <a:custGeom xmlns:a="http://schemas.openxmlformats.org/drawingml/2006/main">
            <a:pathLst>
              <a:path w="42863" h="74240">
                <a:moveTo>
                  <a:pt x="42863" y="0"/>
                </a:moveTo>
                <a:lnTo>
                  <a:pt x="0" y="7424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207" name="line-205">
            <a:extLst xmlns:a="http://schemas.openxmlformats.org/drawingml/2006/main">
              <a:ext uri="{FF2B5EF4-FFF2-40B4-BE49-F238E27FC236}">
                <a16:creationId xmlns:a16="http://schemas.microsoft.com/office/drawing/2014/main" id="{090E4B67-A15C-4324-ABC9-51FB8B14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036" y="3463277"/>
            <a:ext cx="3890" cy="30615"/>
          </a:xfrm>
          <a:custGeom xmlns:a="http://schemas.openxmlformats.org/drawingml/2006/main">
            <a:pathLst>
              <a:path w="3890" h="30615">
                <a:moveTo>
                  <a:pt x="0" y="0"/>
                </a:moveTo>
                <a:lnTo>
                  <a:pt x="3890" y="3061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08" name="line-206">
            <a:extLst xmlns:a="http://schemas.openxmlformats.org/drawingml/2006/main">
              <a:ext uri="{FF2B5EF4-FFF2-40B4-BE49-F238E27FC236}">
                <a16:creationId xmlns:a16="http://schemas.microsoft.com/office/drawing/2014/main" id="{44156E6D-9CD9-4248-A20C-FEEE3257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578" y="3463277"/>
            <a:ext cx="28458" cy="11938"/>
          </a:xfrm>
          <a:custGeom xmlns:a="http://schemas.openxmlformats.org/drawingml/2006/main">
            <a:pathLst>
              <a:path w="28458" h="11938">
                <a:moveTo>
                  <a:pt x="28458" y="0"/>
                </a:moveTo>
                <a:lnTo>
                  <a:pt x="0" y="11938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09" name="line-207">
            <a:extLst xmlns:a="http://schemas.openxmlformats.org/drawingml/2006/main">
              <a:ext uri="{FF2B5EF4-FFF2-40B4-BE49-F238E27FC236}">
                <a16:creationId xmlns:a16="http://schemas.microsoft.com/office/drawing/2014/main" id="{F1671657-5606-4A19-90DF-EBF045F9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19475"/>
            <a:ext cx="85725" cy="10"/>
          </a:xfrm>
          <a:custGeom xmlns:a="http://schemas.openxmlformats.org/drawingml/2006/main">
            <a:pathLst>
              <a:path w="85725" h="10">
                <a:moveTo>
                  <a:pt x="857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210" name="line-208">
            <a:extLst xmlns:a="http://schemas.openxmlformats.org/drawingml/2006/main">
              <a:ext uri="{FF2B5EF4-FFF2-40B4-BE49-F238E27FC236}">
                <a16:creationId xmlns:a16="http://schemas.microsoft.com/office/drawing/2014/main" id="{ECE381BA-0742-4FF6-8B64-BC030725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179" y="3419475"/>
            <a:ext cx="24568" cy="18677"/>
          </a:xfrm>
          <a:custGeom xmlns:a="http://schemas.openxmlformats.org/drawingml/2006/main">
            <a:pathLst>
              <a:path w="24568" h="18677">
                <a:moveTo>
                  <a:pt x="24568" y="0"/>
                </a:moveTo>
                <a:lnTo>
                  <a:pt x="0" y="18677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11" name="line-209">
            <a:extLst xmlns:a="http://schemas.openxmlformats.org/drawingml/2006/main">
              <a:ext uri="{FF2B5EF4-FFF2-40B4-BE49-F238E27FC236}">
                <a16:creationId xmlns:a16="http://schemas.microsoft.com/office/drawing/2014/main" id="{22C5F7D8-75B0-453C-A87C-9A14156E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2179" y="3400798"/>
            <a:ext cx="24568" cy="18677"/>
          </a:xfrm>
          <a:custGeom xmlns:a="http://schemas.openxmlformats.org/drawingml/2006/main">
            <a:pathLst>
              <a:path w="24568" h="18677">
                <a:moveTo>
                  <a:pt x="24568" y="186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12" name="line-210">
            <a:extLst xmlns:a="http://schemas.openxmlformats.org/drawingml/2006/main">
              <a:ext uri="{FF2B5EF4-FFF2-40B4-BE49-F238E27FC236}">
                <a16:creationId xmlns:a16="http://schemas.microsoft.com/office/drawing/2014/main" id="{A41D16F1-AC28-4BDE-A0B9-1C7EF6C0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3345235"/>
            <a:ext cx="42863" cy="74240"/>
          </a:xfrm>
          <a:custGeom xmlns:a="http://schemas.openxmlformats.org/drawingml/2006/main">
            <a:pathLst>
              <a:path w="42863" h="74240">
                <a:moveTo>
                  <a:pt x="42863" y="742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213" name="line-211">
            <a:extLst xmlns:a="http://schemas.openxmlformats.org/drawingml/2006/main">
              <a:ext uri="{FF2B5EF4-FFF2-40B4-BE49-F238E27FC236}">
                <a16:creationId xmlns:a16="http://schemas.microsoft.com/office/drawing/2014/main" id="{A990D991-506E-4ABC-B52F-AD2CDB37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578" y="3363735"/>
            <a:ext cx="28458" cy="11938"/>
          </a:xfrm>
          <a:custGeom xmlns:a="http://schemas.openxmlformats.org/drawingml/2006/main">
            <a:pathLst>
              <a:path w="28458" h="11938">
                <a:moveTo>
                  <a:pt x="28458" y="1193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14" name="line-212">
            <a:extLst xmlns:a="http://schemas.openxmlformats.org/drawingml/2006/main">
              <a:ext uri="{FF2B5EF4-FFF2-40B4-BE49-F238E27FC236}">
                <a16:creationId xmlns:a16="http://schemas.microsoft.com/office/drawing/2014/main" id="{05A8A694-ABC5-4A65-AE73-CA077CD2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036" y="3345059"/>
            <a:ext cx="3890" cy="30615"/>
          </a:xfrm>
          <a:custGeom xmlns:a="http://schemas.openxmlformats.org/drawingml/2006/main">
            <a:pathLst>
              <a:path w="3890" h="30615">
                <a:moveTo>
                  <a:pt x="0" y="30615"/>
                </a:moveTo>
                <a:lnTo>
                  <a:pt x="38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15" name="line-213">
            <a:extLst xmlns:a="http://schemas.openxmlformats.org/drawingml/2006/main">
              <a:ext uri="{FF2B5EF4-FFF2-40B4-BE49-F238E27FC236}">
                <a16:creationId xmlns:a16="http://schemas.microsoft.com/office/drawing/2014/main" id="{ED073BEF-B8EB-40FE-B330-FC198F19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345235"/>
            <a:ext cx="42863" cy="74240"/>
          </a:xfrm>
          <a:custGeom xmlns:a="http://schemas.openxmlformats.org/drawingml/2006/main">
            <a:pathLst>
              <a:path w="42863" h="74240">
                <a:moveTo>
                  <a:pt x="0" y="74240"/>
                </a:moveTo>
                <a:lnTo>
                  <a:pt x="42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216" name="line-214">
            <a:extLst xmlns:a="http://schemas.openxmlformats.org/drawingml/2006/main">
              <a:ext uri="{FF2B5EF4-FFF2-40B4-BE49-F238E27FC236}">
                <a16:creationId xmlns:a16="http://schemas.microsoft.com/office/drawing/2014/main" id="{91878729-82E4-4307-B6F4-3486AED0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723" y="3345059"/>
            <a:ext cx="3890" cy="30615"/>
          </a:xfrm>
          <a:custGeom xmlns:a="http://schemas.openxmlformats.org/drawingml/2006/main">
            <a:pathLst>
              <a:path w="3890" h="30615">
                <a:moveTo>
                  <a:pt x="3890" y="306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17" name="line-215">
            <a:extLst xmlns:a="http://schemas.openxmlformats.org/drawingml/2006/main">
              <a:ext uri="{FF2B5EF4-FFF2-40B4-BE49-F238E27FC236}">
                <a16:creationId xmlns:a16="http://schemas.microsoft.com/office/drawing/2014/main" id="{3E84A5E7-9171-4039-AD2D-B7D8A0C1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614" y="3363735"/>
            <a:ext cx="28458" cy="11938"/>
          </a:xfrm>
          <a:custGeom xmlns:a="http://schemas.openxmlformats.org/drawingml/2006/main">
            <a:pathLst>
              <a:path w="28458" h="11938">
                <a:moveTo>
                  <a:pt x="0" y="11938"/>
                </a:moveTo>
                <a:lnTo>
                  <a:pt x="284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18" name="line-216">
            <a:extLst xmlns:a="http://schemas.openxmlformats.org/drawingml/2006/main">
              <a:ext uri="{FF2B5EF4-FFF2-40B4-BE49-F238E27FC236}">
                <a16:creationId xmlns:a16="http://schemas.microsoft.com/office/drawing/2014/main" id="{06EA9ECD-35C1-46AE-BC08-1275AFDC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086225"/>
            <a:ext cx="10" cy="1209675"/>
          </a:xfrm>
          <a:custGeom xmlns:a="http://schemas.openxmlformats.org/drawingml/2006/main">
            <a:pathLst>
              <a:path w="10" h="1209675">
                <a:moveTo>
                  <a:pt x="0" y="12096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838383"/>
            </a:solidFill>
          </a:ln>
        </p:spPr>
      </p:sp>
      <p:sp>
        <p:nvSpPr>
          <p:cNvPr id="219" name="path-217">
            <a:extLst xmlns:a="http://schemas.openxmlformats.org/drawingml/2006/main">
              <a:ext uri="{FF2B5EF4-FFF2-40B4-BE49-F238E27FC236}">
                <a16:creationId xmlns:a16="http://schemas.microsoft.com/office/drawing/2014/main" id="{543EE880-EA41-404A-8A83-AFF27EB8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27" y="4086225"/>
            <a:ext cx="95297" cy="103895"/>
          </a:xfrm>
          <a:custGeom xmlns:a="http://schemas.openxmlformats.org/drawingml/2006/main">
            <a:pathLst>
              <a:path w="95297" h="103895">
                <a:moveTo>
                  <a:pt x="47648" y="0"/>
                </a:moveTo>
                <a:lnTo>
                  <a:pt x="95297" y="103895"/>
                </a:lnTo>
                <a:lnTo>
                  <a:pt x="0" y="103895"/>
                </a:lnTo>
                <a:close/>
              </a:path>
            </a:pathLst>
          </a:custGeom>
          <a:solidFill xmlns:a="http://schemas.openxmlformats.org/drawingml/2006/main">
            <a:srgbClr val="838383"/>
          </a:solidFill>
          <a:ln xmlns:a="http://schemas.openxmlformats.org/drawingml/2006/main" w="30480">
            <a:solidFill>
              <a:srgbClr val="838383"/>
            </a:solidFill>
          </a:ln>
        </p:spPr>
      </p:sp>
      <p:pic>
        <p:nvPicPr>
          <p:cNvPr id="5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cfc144eb842ef"/>
          <a:stretch xmlns:a="http://schemas.openxmlformats.org/drawingml/2006/main"/>
        </p:blipFill>
        <p:spPr>
          <a:xfrm xmlns:a="http://schemas.openxmlformats.org/drawingml/2006/main">
            <a:off x="4648200" y="5095875"/>
            <a:ext cx="1219200" cy="1009650"/>
          </a:xfrm>
          <a:prstGeom xmlns:a="http://schemas.openxmlformats.org/drawingml/2006/main" prst="rect">
            <a:avLst/>
          </a:prstGeom>
        </p:spPr>
      </p:pic>
      <p:pic>
        <p:nvPicPr>
          <p:cNvPr id="5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00bc85c084815"/>
          <a:stretch xmlns:a="http://schemas.openxmlformats.org/drawingml/2006/main"/>
        </p:blipFill>
        <p:spPr>
          <a:xfrm xmlns:a="http://schemas.openxmlformats.org/drawingml/2006/main">
            <a:off x="5886450" y="5095875"/>
            <a:ext cx="1238250" cy="1009650"/>
          </a:xfrm>
          <a:prstGeom xmlns:a="http://schemas.openxmlformats.org/drawingml/2006/main" prst="rect">
            <a:avLst/>
          </a:prstGeom>
        </p:spPr>
      </p:pic>
      <p:sp>
        <p:nvSpPr>
          <p:cNvPr id="222" name="line-218">
            <a:extLst xmlns:a="http://schemas.openxmlformats.org/drawingml/2006/main">
              <a:ext uri="{FF2B5EF4-FFF2-40B4-BE49-F238E27FC236}">
                <a16:creationId xmlns:a16="http://schemas.microsoft.com/office/drawing/2014/main" id="{E85F3B11-6466-4F38-AC86-03C3493C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619750"/>
            <a:ext cx="1476375" cy="10"/>
          </a:xfrm>
          <a:custGeom xmlns:a="http://schemas.openxmlformats.org/drawingml/2006/main">
            <a:pathLst>
              <a:path w="1476375" h="10">
                <a:moveTo>
                  <a:pt x="1476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80">
            <a:solidFill>
              <a:srgbClr val="838383"/>
            </a:solidFill>
          </a:ln>
        </p:spPr>
      </p:sp>
      <p:sp>
        <p:nvSpPr>
          <p:cNvPr id="223" name="path-219">
            <a:extLst xmlns:a="http://schemas.openxmlformats.org/drawingml/2006/main">
              <a:ext uri="{FF2B5EF4-FFF2-40B4-BE49-F238E27FC236}">
                <a16:creationId xmlns:a16="http://schemas.microsoft.com/office/drawing/2014/main" id="{63A0171B-0F1E-43BA-B5DC-20AD32D7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568131"/>
            <a:ext cx="112553" cy="103238"/>
          </a:xfrm>
          <a:custGeom xmlns:a="http://schemas.openxmlformats.org/drawingml/2006/main">
            <a:pathLst>
              <a:path w="112553" h="103238">
                <a:moveTo>
                  <a:pt x="0" y="51619"/>
                </a:moveTo>
                <a:lnTo>
                  <a:pt x="112553" y="0"/>
                </a:lnTo>
                <a:lnTo>
                  <a:pt x="112553" y="103238"/>
                </a:lnTo>
                <a:close/>
              </a:path>
            </a:pathLst>
          </a:custGeom>
          <a:solidFill xmlns:a="http://schemas.openxmlformats.org/drawingml/2006/main">
            <a:srgbClr val="838383"/>
          </a:solidFill>
          <a:ln xmlns:a="http://schemas.openxmlformats.org/drawingml/2006/main" w="30480">
            <a:solidFill>
              <a:srgbClr val="838383"/>
            </a:solidFill>
          </a:ln>
        </p:spPr>
      </p:sp>
      <p:sp>
        <p:nvSpPr>
          <p:cNvPr id="224" name="AI-077-220">
            <a:extLst xmlns:a="http://schemas.openxmlformats.org/drawingml/2006/main">
              <a:ext uri="{FF2B5EF4-FFF2-40B4-BE49-F238E27FC236}">
                <a16:creationId xmlns:a16="http://schemas.microsoft.com/office/drawing/2014/main" id="{70ED6BDA-EAA4-46BA-8D2E-6F175CD8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5305425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"put the green bowl</a:t>
            </a:r>
          </a:p>
          <a:p xmlns:a="http://schemas.openxmlformats.org/drawingml/2006/main">
            <a:pPr algn="ctr">
              <a:defRPr sz="1800" b="1" i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 the yellow bowl."</a:t>
            </a:r>
          </a:p>
        </p:txBody>
      </p:sp>
      <p:sp>
        <p:nvSpPr>
          <p:cNvPr id="225" name="AI-077-221">
            <a:extLst xmlns:a="http://schemas.openxmlformats.org/drawingml/2006/main">
              <a:ext uri="{FF2B5EF4-FFF2-40B4-BE49-F238E27FC236}">
                <a16:creationId xmlns:a16="http://schemas.microsoft.com/office/drawing/2014/main" id="{6C2A2235-3FD2-445D-BBAA-683F4992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857250"/>
            <a:ext cx="2200275" cy="1428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433">
            <a:solidFill>
              <a:srgbClr val="719F78"/>
            </a:solidFill>
          </a:ln>
        </p:spPr>
      </p:sp>
      <p:sp>
        <p:nvSpPr>
          <p:cNvPr id="226" name="AI-077-222">
            <a:extLst xmlns:a="http://schemas.openxmlformats.org/drawingml/2006/main">
              <a:ext uri="{FF2B5EF4-FFF2-40B4-BE49-F238E27FC236}">
                <a16:creationId xmlns:a16="http://schemas.microsoft.com/office/drawing/2014/main" id="{D9D02E65-5A15-426E-91A1-AFCB8873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914400"/>
            <a:ext cx="2200275" cy="1428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433">
            <a:solidFill>
              <a:srgbClr val="719F78"/>
            </a:solidFill>
          </a:ln>
        </p:spPr>
      </p:sp>
      <p:sp>
        <p:nvSpPr>
          <p:cNvPr id="227" name="AI-077-223">
            <a:extLst xmlns:a="http://schemas.openxmlformats.org/drawingml/2006/main">
              <a:ext uri="{FF2B5EF4-FFF2-40B4-BE49-F238E27FC236}">
                <a16:creationId xmlns:a16="http://schemas.microsoft.com/office/drawing/2014/main" id="{D0D7DDFF-6BDD-4F50-B81F-FB72075D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0" y="981075"/>
            <a:ext cx="2200275" cy="1428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433">
            <a:solidFill>
              <a:srgbClr val="719F78"/>
            </a:solidFill>
          </a:ln>
        </p:spPr>
      </p:sp>
      <p:sp>
        <p:nvSpPr>
          <p:cNvPr id="228" name="AI-077-224">
            <a:extLst xmlns:a="http://schemas.openxmlformats.org/drawingml/2006/main">
              <a:ext uri="{FF2B5EF4-FFF2-40B4-BE49-F238E27FC236}">
                <a16:creationId xmlns:a16="http://schemas.microsoft.com/office/drawing/2014/main" id="{1D56113B-0BD7-491E-9260-EAFE4C99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1114425"/>
            <a:ext cx="1552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719F78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719F78"/>
                </a:solidFill>
                <a:latin typeface="Arial"/>
                <a:ea typeface="Arial"/>
                <a:cs typeface="Arial"/>
              </a:rPr>
              <a:t>translation</a:t>
            </a:r>
          </a:p>
        </p:txBody>
      </p:sp>
      <p:sp>
        <p:nvSpPr>
          <p:cNvPr id="229" name="AI-077-225">
            <a:extLst xmlns:a="http://schemas.openxmlformats.org/drawingml/2006/main">
              <a:ext uri="{FF2B5EF4-FFF2-40B4-BE49-F238E27FC236}">
                <a16:creationId xmlns:a16="http://schemas.microsoft.com/office/drawing/2014/main" id="{62188735-4E98-41AC-A7C7-3E7203B0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16287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719F78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719F78"/>
                </a:solidFill>
                <a:latin typeface="Arial"/>
                <a:ea typeface="Arial"/>
                <a:cs typeface="Arial"/>
              </a:rPr>
              <a:t>rotation</a:t>
            </a:r>
          </a:p>
        </p:txBody>
      </p:sp>
      <p:sp>
        <p:nvSpPr>
          <p:cNvPr id="230" name="AI-077-226">
            <a:extLst xmlns:a="http://schemas.openxmlformats.org/drawingml/2006/main">
              <a:ext uri="{FF2B5EF4-FFF2-40B4-BE49-F238E27FC236}">
                <a16:creationId xmlns:a16="http://schemas.microsoft.com/office/drawing/2014/main" id="{5EAE5513-E2A0-4B43-A67E-D3EEA88D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2038350"/>
            <a:ext cx="11715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719F78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719F78"/>
                </a:solidFill>
                <a:latin typeface="Arial"/>
                <a:ea typeface="Arial"/>
                <a:cs typeface="Arial"/>
              </a:rPr>
              <a:t>gripper</a:t>
            </a:r>
          </a:p>
        </p:txBody>
      </p:sp>
      <p:sp>
        <p:nvSpPr>
          <p:cNvPr id="231" name="line-227">
            <a:extLst xmlns:a="http://schemas.openxmlformats.org/drawingml/2006/main">
              <a:ext uri="{FF2B5EF4-FFF2-40B4-BE49-F238E27FC236}">
                <a16:creationId xmlns:a16="http://schemas.microsoft.com/office/drawing/2014/main" id="{13E0D0A3-2DC0-4694-B8E1-99246430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304925"/>
            <a:ext cx="200025" cy="10"/>
          </a:xfrm>
          <a:custGeom xmlns:a="http://schemas.openxmlformats.org/drawingml/2006/main">
            <a:pathLst>
              <a:path w="200025" h="10">
                <a:moveTo>
                  <a:pt x="2000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719F78"/>
            </a:solidFill>
          </a:ln>
        </p:spPr>
      </p:sp>
      <p:sp>
        <p:nvSpPr>
          <p:cNvPr id="232" name="path-228">
            <a:extLst xmlns:a="http://schemas.openxmlformats.org/drawingml/2006/main">
              <a:ext uri="{FF2B5EF4-FFF2-40B4-BE49-F238E27FC236}">
                <a16:creationId xmlns:a16="http://schemas.microsoft.com/office/drawing/2014/main" id="{703C6969-C692-4CC6-ADB2-7A70CC96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261247"/>
            <a:ext cx="95237" cy="87355"/>
          </a:xfrm>
          <a:custGeom xmlns:a="http://schemas.openxmlformats.org/drawingml/2006/main">
            <a:pathLst>
              <a:path w="95237" h="87355">
                <a:moveTo>
                  <a:pt x="0" y="43678"/>
                </a:moveTo>
                <a:lnTo>
                  <a:pt x="95237" y="0"/>
                </a:lnTo>
                <a:lnTo>
                  <a:pt x="95237" y="87355"/>
                </a:lnTo>
                <a:close/>
              </a:path>
            </a:pathLst>
          </a:custGeom>
          <a:solidFill xmlns:a="http://schemas.openxmlformats.org/drawingml/2006/main">
            <a:srgbClr val="719F78"/>
          </a:solidFill>
          <a:ln xmlns:a="http://schemas.openxmlformats.org/drawingml/2006/main" w="38100">
            <a:solidFill>
              <a:srgbClr val="719F78"/>
            </a:solidFill>
          </a:ln>
        </p:spPr>
      </p:sp>
      <p:sp>
        <p:nvSpPr>
          <p:cNvPr id="233" name="line-229">
            <a:extLst xmlns:a="http://schemas.openxmlformats.org/drawingml/2006/main">
              <a:ext uri="{FF2B5EF4-FFF2-40B4-BE49-F238E27FC236}">
                <a16:creationId xmlns:a16="http://schemas.microsoft.com/office/drawing/2014/main" id="{BD0550D2-50E6-40BB-BB4B-F80D1A16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04925"/>
            <a:ext cx="190500" cy="10"/>
          </a:xfrm>
          <a:custGeom xmlns:a="http://schemas.openxmlformats.org/drawingml/2006/main">
            <a:pathLst>
              <a:path w="190500" h="10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719F78"/>
            </a:solidFill>
          </a:ln>
        </p:spPr>
      </p:sp>
      <p:sp>
        <p:nvSpPr>
          <p:cNvPr id="234" name="path-230">
            <a:extLst xmlns:a="http://schemas.openxmlformats.org/drawingml/2006/main">
              <a:ext uri="{FF2B5EF4-FFF2-40B4-BE49-F238E27FC236}">
                <a16:creationId xmlns:a16="http://schemas.microsoft.com/office/drawing/2014/main" id="{25A36FDD-554B-42E9-9DE6-88E197A9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63" y="1261247"/>
            <a:ext cx="95237" cy="87355"/>
          </a:xfrm>
          <a:custGeom xmlns:a="http://schemas.openxmlformats.org/drawingml/2006/main">
            <a:pathLst>
              <a:path w="95237" h="87355">
                <a:moveTo>
                  <a:pt x="95237" y="43678"/>
                </a:moveTo>
                <a:lnTo>
                  <a:pt x="0" y="873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19F78"/>
          </a:solidFill>
          <a:ln xmlns:a="http://schemas.openxmlformats.org/drawingml/2006/main" w="38100">
            <a:solidFill>
              <a:srgbClr val="719F78"/>
            </a:solidFill>
          </a:ln>
        </p:spPr>
      </p:sp>
      <p:sp>
        <p:nvSpPr>
          <p:cNvPr id="235" name="line-231">
            <a:extLst xmlns:a="http://schemas.openxmlformats.org/drawingml/2006/main">
              <a:ext uri="{FF2B5EF4-FFF2-40B4-BE49-F238E27FC236}">
                <a16:creationId xmlns:a16="http://schemas.microsoft.com/office/drawing/2014/main" id="{7946B764-13B3-47A0-9C94-F6A16F97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104900"/>
            <a:ext cx="10" cy="200025"/>
          </a:xfrm>
          <a:custGeom xmlns:a="http://schemas.openxmlformats.org/drawingml/2006/main">
            <a:pathLst>
              <a:path w="10" h="200025">
                <a:moveTo>
                  <a:pt x="0" y="2000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719F78"/>
            </a:solidFill>
          </a:ln>
        </p:spPr>
      </p:sp>
      <p:sp>
        <p:nvSpPr>
          <p:cNvPr id="236" name="path-232">
            <a:extLst xmlns:a="http://schemas.openxmlformats.org/drawingml/2006/main">
              <a:ext uri="{FF2B5EF4-FFF2-40B4-BE49-F238E27FC236}">
                <a16:creationId xmlns:a16="http://schemas.microsoft.com/office/drawing/2014/main" id="{586FB20C-ACE7-4181-A1CE-EA35018C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822" y="1104900"/>
            <a:ext cx="87355" cy="95237"/>
          </a:xfrm>
          <a:custGeom xmlns:a="http://schemas.openxmlformats.org/drawingml/2006/main">
            <a:pathLst>
              <a:path w="87355" h="95237">
                <a:moveTo>
                  <a:pt x="43678" y="0"/>
                </a:moveTo>
                <a:lnTo>
                  <a:pt x="87355" y="95237"/>
                </a:lnTo>
                <a:lnTo>
                  <a:pt x="0" y="95237"/>
                </a:lnTo>
                <a:close/>
              </a:path>
            </a:pathLst>
          </a:custGeom>
          <a:solidFill xmlns:a="http://schemas.openxmlformats.org/drawingml/2006/main">
            <a:srgbClr val="719F78"/>
          </a:solidFill>
          <a:ln xmlns:a="http://schemas.openxmlformats.org/drawingml/2006/main" w="38100">
            <a:solidFill>
              <a:srgbClr val="719F78"/>
            </a:solidFill>
          </a:ln>
        </p:spPr>
      </p:sp>
      <p:sp>
        <p:nvSpPr>
          <p:cNvPr id="237" name="line-233">
            <a:extLst xmlns:a="http://schemas.openxmlformats.org/drawingml/2006/main">
              <a:ext uri="{FF2B5EF4-FFF2-40B4-BE49-F238E27FC236}">
                <a16:creationId xmlns:a16="http://schemas.microsoft.com/office/drawing/2014/main" id="{8E1760AE-E254-48EE-B324-314AB163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04925"/>
            <a:ext cx="10" cy="190500"/>
          </a:xfrm>
          <a:custGeom xmlns:a="http://schemas.openxmlformats.org/drawingml/2006/main">
            <a:pathLst>
              <a:path w="10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719F78"/>
            </a:solidFill>
          </a:ln>
        </p:spPr>
      </p:sp>
      <p:sp>
        <p:nvSpPr>
          <p:cNvPr id="238" name="path-234">
            <a:extLst xmlns:a="http://schemas.openxmlformats.org/drawingml/2006/main">
              <a:ext uri="{FF2B5EF4-FFF2-40B4-BE49-F238E27FC236}">
                <a16:creationId xmlns:a16="http://schemas.microsoft.com/office/drawing/2014/main" id="{98E636F6-0BA0-4068-9DF1-389433CF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822" y="1400188"/>
            <a:ext cx="87355" cy="95237"/>
          </a:xfrm>
          <a:custGeom xmlns:a="http://schemas.openxmlformats.org/drawingml/2006/main">
            <a:pathLst>
              <a:path w="87355" h="95237">
                <a:moveTo>
                  <a:pt x="43678" y="95237"/>
                </a:moveTo>
                <a:lnTo>
                  <a:pt x="0" y="0"/>
                </a:lnTo>
                <a:lnTo>
                  <a:pt x="87355" y="0"/>
                </a:lnTo>
                <a:close/>
              </a:path>
            </a:pathLst>
          </a:custGeom>
          <a:solidFill xmlns:a="http://schemas.openxmlformats.org/drawingml/2006/main">
            <a:srgbClr val="719F78"/>
          </a:solidFill>
          <a:ln xmlns:a="http://schemas.openxmlformats.org/drawingml/2006/main" w="38100">
            <a:solidFill>
              <a:srgbClr val="719F78"/>
            </a:solidFill>
          </a:ln>
        </p:spPr>
      </p:sp>
      <p:sp>
        <p:nvSpPr>
          <p:cNvPr id="239" name="path-235">
            <a:extLst xmlns:a="http://schemas.openxmlformats.org/drawingml/2006/main">
              <a:ext uri="{FF2B5EF4-FFF2-40B4-BE49-F238E27FC236}">
                <a16:creationId xmlns:a16="http://schemas.microsoft.com/office/drawing/2014/main" id="{C023A58F-B19B-483B-A24A-0EB0CC65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605" y="1628811"/>
            <a:ext cx="323800" cy="323790"/>
          </a:xfrm>
          <a:custGeom xmlns:a="http://schemas.openxmlformats.org/drawingml/2006/main">
            <a:pathLst>
              <a:path w="323800" h="323790">
                <a:moveTo>
                  <a:pt x="294536" y="69013"/>
                </a:moveTo>
                <a:lnTo>
                  <a:pt x="299365" y="76322"/>
                </a:lnTo>
                <a:lnTo>
                  <a:pt x="303791" y="83882"/>
                </a:lnTo>
                <a:lnTo>
                  <a:pt x="307802" y="91669"/>
                </a:lnTo>
                <a:lnTo>
                  <a:pt x="311386" y="99662"/>
                </a:lnTo>
                <a:lnTo>
                  <a:pt x="314532" y="107838"/>
                </a:lnTo>
                <a:lnTo>
                  <a:pt x="317232" y="116171"/>
                </a:lnTo>
                <a:lnTo>
                  <a:pt x="319477" y="124639"/>
                </a:lnTo>
                <a:lnTo>
                  <a:pt x="321261" y="133215"/>
                </a:lnTo>
                <a:lnTo>
                  <a:pt x="322579" y="141875"/>
                </a:lnTo>
                <a:lnTo>
                  <a:pt x="323426" y="150594"/>
                </a:lnTo>
                <a:lnTo>
                  <a:pt x="323800" y="159346"/>
                </a:lnTo>
                <a:lnTo>
                  <a:pt x="323701" y="168105"/>
                </a:lnTo>
                <a:lnTo>
                  <a:pt x="323128" y="176847"/>
                </a:lnTo>
                <a:lnTo>
                  <a:pt x="322083" y="185544"/>
                </a:lnTo>
                <a:lnTo>
                  <a:pt x="320569" y="194172"/>
                </a:lnTo>
                <a:lnTo>
                  <a:pt x="318591" y="202706"/>
                </a:lnTo>
                <a:lnTo>
                  <a:pt x="316155" y="211120"/>
                </a:lnTo>
                <a:lnTo>
                  <a:pt x="313267" y="219390"/>
                </a:lnTo>
                <a:lnTo>
                  <a:pt x="309936" y="227492"/>
                </a:lnTo>
                <a:lnTo>
                  <a:pt x="306171" y="235402"/>
                </a:lnTo>
                <a:lnTo>
                  <a:pt x="301985" y="243097"/>
                </a:lnTo>
                <a:lnTo>
                  <a:pt x="297388" y="250554"/>
                </a:lnTo>
                <a:lnTo>
                  <a:pt x="292395" y="257751"/>
                </a:lnTo>
                <a:lnTo>
                  <a:pt x="287020" y="264668"/>
                </a:lnTo>
                <a:lnTo>
                  <a:pt x="281279" y="271284"/>
                </a:lnTo>
                <a:lnTo>
                  <a:pt x="275188" y="277580"/>
                </a:lnTo>
                <a:lnTo>
                  <a:pt x="268766" y="283538"/>
                </a:lnTo>
                <a:lnTo>
                  <a:pt x="262031" y="289139"/>
                </a:lnTo>
                <a:lnTo>
                  <a:pt x="255003" y="294368"/>
                </a:lnTo>
                <a:lnTo>
                  <a:pt x="247702" y="299210"/>
                </a:lnTo>
                <a:lnTo>
                  <a:pt x="240151" y="303649"/>
                </a:lnTo>
                <a:lnTo>
                  <a:pt x="232370" y="307674"/>
                </a:lnTo>
                <a:lnTo>
                  <a:pt x="224383" y="311271"/>
                </a:lnTo>
                <a:lnTo>
                  <a:pt x="216213" y="314432"/>
                </a:lnTo>
                <a:lnTo>
                  <a:pt x="207884" y="317146"/>
                </a:lnTo>
                <a:lnTo>
                  <a:pt x="199421" y="319406"/>
                </a:lnTo>
                <a:lnTo>
                  <a:pt x="190848" y="321205"/>
                </a:lnTo>
                <a:lnTo>
                  <a:pt x="182190" y="322538"/>
                </a:lnTo>
                <a:lnTo>
                  <a:pt x="173472" y="323400"/>
                </a:lnTo>
                <a:lnTo>
                  <a:pt x="164721" y="323790"/>
                </a:lnTo>
                <a:lnTo>
                  <a:pt x="155962" y="323706"/>
                </a:lnTo>
                <a:lnTo>
                  <a:pt x="147219" y="323148"/>
                </a:lnTo>
                <a:lnTo>
                  <a:pt x="138520" y="322118"/>
                </a:lnTo>
                <a:lnTo>
                  <a:pt x="129889" y="320620"/>
                </a:lnTo>
                <a:lnTo>
                  <a:pt x="121352" y="318657"/>
                </a:lnTo>
                <a:lnTo>
                  <a:pt x="112934" y="316235"/>
                </a:lnTo>
                <a:lnTo>
                  <a:pt x="104659" y="313361"/>
                </a:lnTo>
                <a:lnTo>
                  <a:pt x="96551" y="310044"/>
                </a:lnTo>
                <a:lnTo>
                  <a:pt x="88635" y="306294"/>
                </a:lnTo>
                <a:lnTo>
                  <a:pt x="80933" y="302121"/>
                </a:lnTo>
                <a:lnTo>
                  <a:pt x="73468" y="297537"/>
                </a:lnTo>
                <a:lnTo>
                  <a:pt x="66261" y="292557"/>
                </a:lnTo>
                <a:lnTo>
                  <a:pt x="59335" y="287194"/>
                </a:lnTo>
                <a:lnTo>
                  <a:pt x="52709" y="281464"/>
                </a:lnTo>
                <a:lnTo>
                  <a:pt x="46402" y="275384"/>
                </a:lnTo>
                <a:lnTo>
                  <a:pt x="40433" y="268972"/>
                </a:lnTo>
                <a:lnTo>
                  <a:pt x="34820" y="262247"/>
                </a:lnTo>
                <a:lnTo>
                  <a:pt x="29579" y="255228"/>
                </a:lnTo>
                <a:lnTo>
                  <a:pt x="24725" y="247936"/>
                </a:lnTo>
                <a:lnTo>
                  <a:pt x="20272" y="240392"/>
                </a:lnTo>
                <a:lnTo>
                  <a:pt x="16234" y="232619"/>
                </a:lnTo>
                <a:lnTo>
                  <a:pt x="12622" y="224638"/>
                </a:lnTo>
                <a:lnTo>
                  <a:pt x="9448" y="216474"/>
                </a:lnTo>
                <a:lnTo>
                  <a:pt x="6719" y="208150"/>
                </a:lnTo>
                <a:lnTo>
                  <a:pt x="4444" y="199690"/>
                </a:lnTo>
                <a:lnTo>
                  <a:pt x="2630" y="191120"/>
                </a:lnTo>
                <a:lnTo>
                  <a:pt x="1283" y="182464"/>
                </a:lnTo>
                <a:lnTo>
                  <a:pt x="405" y="173749"/>
                </a:lnTo>
                <a:lnTo>
                  <a:pt x="0" y="164998"/>
                </a:lnTo>
                <a:lnTo>
                  <a:pt x="69" y="156238"/>
                </a:lnTo>
                <a:lnTo>
                  <a:pt x="611" y="147495"/>
                </a:lnTo>
                <a:lnTo>
                  <a:pt x="1626" y="138794"/>
                </a:lnTo>
                <a:lnTo>
                  <a:pt x="3109" y="130161"/>
                </a:lnTo>
                <a:lnTo>
                  <a:pt x="5057" y="121620"/>
                </a:lnTo>
                <a:lnTo>
                  <a:pt x="7465" y="113198"/>
                </a:lnTo>
                <a:lnTo>
                  <a:pt x="10324" y="104918"/>
                </a:lnTo>
                <a:lnTo>
                  <a:pt x="13626" y="96804"/>
                </a:lnTo>
                <a:lnTo>
                  <a:pt x="17363" y="88881"/>
                </a:lnTo>
                <a:lnTo>
                  <a:pt x="21523" y="81172"/>
                </a:lnTo>
                <a:lnTo>
                  <a:pt x="26093" y="73699"/>
                </a:lnTo>
                <a:lnTo>
                  <a:pt x="31061" y="66484"/>
                </a:lnTo>
                <a:lnTo>
                  <a:pt x="36412" y="59548"/>
                </a:lnTo>
                <a:lnTo>
                  <a:pt x="42130" y="52912"/>
                </a:lnTo>
                <a:lnTo>
                  <a:pt x="48199" y="46595"/>
                </a:lnTo>
                <a:lnTo>
                  <a:pt x="54600" y="40615"/>
                </a:lnTo>
                <a:lnTo>
                  <a:pt x="61316" y="34990"/>
                </a:lnTo>
                <a:lnTo>
                  <a:pt x="68326" y="29736"/>
                </a:lnTo>
                <a:lnTo>
                  <a:pt x="75609" y="24870"/>
                </a:lnTo>
                <a:lnTo>
                  <a:pt x="83145" y="20404"/>
                </a:lnTo>
                <a:lnTo>
                  <a:pt x="90912" y="16352"/>
                </a:lnTo>
                <a:lnTo>
                  <a:pt x="98886" y="12727"/>
                </a:lnTo>
                <a:lnTo>
                  <a:pt x="107045" y="9537"/>
                </a:lnTo>
                <a:lnTo>
                  <a:pt x="115364" y="6794"/>
                </a:lnTo>
                <a:lnTo>
                  <a:pt x="123820" y="4505"/>
                </a:lnTo>
                <a:lnTo>
                  <a:pt x="132387" y="2676"/>
                </a:lnTo>
                <a:lnTo>
                  <a:pt x="141040" y="1313"/>
                </a:lnTo>
                <a:lnTo>
                  <a:pt x="149754" y="420"/>
                </a:lnTo>
                <a:lnTo>
                  <a:pt x="158504" y="0"/>
                </a:lnTo>
                <a:lnTo>
                  <a:pt x="167264" y="54"/>
                </a:lnTo>
                <a:lnTo>
                  <a:pt x="176008" y="58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719F78"/>
            </a:solidFill>
          </a:ln>
        </p:spPr>
      </p:sp>
      <p:sp>
        <p:nvSpPr>
          <p:cNvPr id="240" name="path-236">
            <a:extLst xmlns:a="http://schemas.openxmlformats.org/drawingml/2006/main">
              <a:ext uri="{FF2B5EF4-FFF2-40B4-BE49-F238E27FC236}">
                <a16:creationId xmlns:a16="http://schemas.microsoft.com/office/drawing/2014/main" id="{1B86410A-FAA2-430D-9CF0-282A5842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6002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0"/>
                </a:moveTo>
                <a:lnTo>
                  <a:pt x="123825" y="28575"/>
                </a:lnTo>
                <a:lnTo>
                  <a:pt x="57150" y="123825"/>
                </a:lnTo>
                <a:close/>
              </a:path>
            </a:pathLst>
          </a:custGeom>
          <a:solidFill xmlns:a="http://schemas.openxmlformats.org/drawingml/2006/main">
            <a:srgbClr val="719F78"/>
          </a:solidFill>
          <a:ln xmlns:a="http://schemas.openxmlformats.org/drawingml/2006/main" w="19050">
            <a:solidFill>
              <a:srgbClr val="719F78"/>
            </a:solidFill>
          </a:ln>
        </p:spPr>
      </p:sp>
      <p:sp>
        <p:nvSpPr>
          <p:cNvPr id="241" name="path-237">
            <a:extLst xmlns:a="http://schemas.openxmlformats.org/drawingml/2006/main">
              <a:ext uri="{FF2B5EF4-FFF2-40B4-BE49-F238E27FC236}">
                <a16:creationId xmlns:a16="http://schemas.microsoft.com/office/drawing/2014/main" id="{16261418-4803-4BA4-B728-70654BD9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181225"/>
            <a:ext cx="142875" cy="133350"/>
          </a:xfrm>
          <a:custGeom xmlns:a="http://schemas.openxmlformats.org/drawingml/2006/main">
            <a:pathLst>
              <a:path w="142875" h="133350">
                <a:moveTo>
                  <a:pt x="0" y="0"/>
                </a:moveTo>
                <a:lnTo>
                  <a:pt x="142875" y="66675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719F78"/>
          </a:solidFill>
          <a:ln xmlns:a="http://schemas.openxmlformats.org/drawingml/2006/main" w="9525">
            <a:solidFill>
              <a:srgbClr val="719F78"/>
            </a:solidFill>
          </a:ln>
        </p:spPr>
      </p:sp>
      <p:sp>
        <p:nvSpPr>
          <p:cNvPr id="242" name="path-238">
            <a:extLst xmlns:a="http://schemas.openxmlformats.org/drawingml/2006/main">
              <a:ext uri="{FF2B5EF4-FFF2-40B4-BE49-F238E27FC236}">
                <a16:creationId xmlns:a16="http://schemas.microsoft.com/office/drawing/2014/main" id="{0388C7FA-20C3-43C6-B9D7-9CE19EAC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181225"/>
            <a:ext cx="142875" cy="133350"/>
          </a:xfrm>
          <a:custGeom xmlns:a="http://schemas.openxmlformats.org/drawingml/2006/main">
            <a:pathLst>
              <a:path w="142875" h="133350">
                <a:moveTo>
                  <a:pt x="142875" y="0"/>
                </a:moveTo>
                <a:lnTo>
                  <a:pt x="0" y="66675"/>
                </a:lnTo>
                <a:lnTo>
                  <a:pt x="142875" y="133350"/>
                </a:lnTo>
                <a:close/>
              </a:path>
            </a:pathLst>
          </a:custGeom>
          <a:solidFill xmlns:a="http://schemas.openxmlformats.org/drawingml/2006/main">
            <a:srgbClr val="719F78"/>
          </a:solidFill>
          <a:ln xmlns:a="http://schemas.openxmlformats.org/drawingml/2006/main" w="9525">
            <a:solidFill>
              <a:srgbClr val="719F78"/>
            </a:solidFill>
          </a:ln>
        </p:spPr>
      </p:sp>
      <p:sp>
        <p:nvSpPr>
          <p:cNvPr id="243" name="AI-077-239">
            <a:extLst xmlns:a="http://schemas.openxmlformats.org/drawingml/2006/main">
              <a:ext uri="{FF2B5EF4-FFF2-40B4-BE49-F238E27FC236}">
                <a16:creationId xmlns:a16="http://schemas.microsoft.com/office/drawing/2014/main" id="{A1140146-060A-42A0-A369-5DF5D1A1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7925" y="221932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9F78"/>
          </a:solidFill>
          <a:ln xmlns:a="http://schemas.openxmlformats.org/drawingml/2006/main" w="0">
            <a:noFill/>
          </a:ln>
        </p:spPr>
      </p:sp>
      <p:pic>
        <p:nvPicPr>
          <p:cNvPr id="5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adba49d004443"/>
          <a:stretch xmlns:a="http://schemas.openxmlformats.org/drawingml/2006/main"/>
        </p:blipFill>
        <p:spPr>
          <a:xfrm xmlns:a="http://schemas.openxmlformats.org/drawingml/2006/main">
            <a:off x="11334750" y="1609725"/>
            <a:ext cx="581025" cy="676275"/>
          </a:xfrm>
          <a:prstGeom xmlns:a="http://schemas.openxmlformats.org/drawingml/2006/main" prst="rect">
            <a:avLst/>
          </a:prstGeom>
        </p:spPr>
      </p:pic>
      <p:sp>
        <p:nvSpPr>
          <p:cNvPr id="245" name="AI-077-240">
            <a:extLst xmlns:a="http://schemas.openxmlformats.org/drawingml/2006/main">
              <a:ext uri="{FF2B5EF4-FFF2-40B4-BE49-F238E27FC236}">
                <a16:creationId xmlns:a16="http://schemas.microsoft.com/office/drawing/2014/main" id="{38168FA8-5AE6-4A9A-9CC2-1369AC3B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0475" y="2466975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719F7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719F78"/>
                </a:solidFill>
                <a:latin typeface="Arial"/>
                <a:ea typeface="Arial"/>
                <a:cs typeface="Arial"/>
              </a:rPr>
              <a:t>× n</a:t>
            </a:r>
          </a:p>
        </p:txBody>
      </p:sp>
      <p:sp>
        <p:nvSpPr>
          <p:cNvPr id="246" name="AI-077-241">
            <a:extLst xmlns:a="http://schemas.openxmlformats.org/drawingml/2006/main">
              <a:ext uri="{FF2B5EF4-FFF2-40B4-BE49-F238E27FC236}">
                <a16:creationId xmlns:a16="http://schemas.microsoft.com/office/drawing/2014/main" id="{87783DCE-BC95-40AF-A83C-C4B7A1B0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0725" y="3362325"/>
            <a:ext cx="2400300" cy="2676525"/>
          </a:xfrm>
          <a:prstGeom xmlns:a="http://schemas.openxmlformats.org/drawingml/2006/main" prst="roundRect">
            <a:avLst>
              <a:gd name="adj" fmla="val 67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38383"/>
            </a:solidFill>
            <a:prstDash val="dash"/>
          </a:ln>
        </p:spPr>
      </p:sp>
      <p:sp>
        <p:nvSpPr>
          <p:cNvPr id="247" name="AI-077-242">
            <a:extLst xmlns:a="http://schemas.openxmlformats.org/drawingml/2006/main">
              <a:ext uri="{FF2B5EF4-FFF2-40B4-BE49-F238E27FC236}">
                <a16:creationId xmlns:a16="http://schemas.microsoft.com/office/drawing/2014/main" id="{A4A9E93B-A587-404C-9097-AB2B58E3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3476625"/>
            <a:ext cx="5048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C"/>
          </a:solidFill>
          <a:ln xmlns:a="http://schemas.openxmlformats.org/drawingml/2006/main" w="28575">
            <a:solidFill>
              <a:srgbClr val="6384CE"/>
            </a:solidFill>
          </a:ln>
        </p:spPr>
      </p:sp>
      <p:sp>
        <p:nvSpPr>
          <p:cNvPr id="248" name="AI-077-243">
            <a:extLst xmlns:a="http://schemas.openxmlformats.org/drawingml/2006/main">
              <a:ext uri="{FF2B5EF4-FFF2-40B4-BE49-F238E27FC236}">
                <a16:creationId xmlns:a16="http://schemas.microsoft.com/office/drawing/2014/main" id="{EF087A89-BE59-4CD5-A8E1-9F52E2BC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340042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System Token</a:t>
            </a:r>
          </a:p>
        </p:txBody>
      </p:sp>
      <p:sp>
        <p:nvSpPr>
          <p:cNvPr id="249" name="AI-077-244">
            <a:extLst xmlns:a="http://schemas.openxmlformats.org/drawingml/2006/main">
              <a:ext uri="{FF2B5EF4-FFF2-40B4-BE49-F238E27FC236}">
                <a16:creationId xmlns:a16="http://schemas.microsoft.com/office/drawing/2014/main" id="{D5834415-708A-414F-8472-FD7B7E0E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3758565"/>
            <a:ext cx="5048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E3"/>
          </a:solidFill>
          <a:ln xmlns:a="http://schemas.openxmlformats.org/drawingml/2006/main" w="28575">
            <a:solidFill>
              <a:srgbClr val="D7716E"/>
            </a:solidFill>
          </a:ln>
        </p:spPr>
      </p:sp>
      <p:sp>
        <p:nvSpPr>
          <p:cNvPr id="250" name="AI-077-245">
            <a:extLst xmlns:a="http://schemas.openxmlformats.org/drawingml/2006/main">
              <a:ext uri="{FF2B5EF4-FFF2-40B4-BE49-F238E27FC236}">
                <a16:creationId xmlns:a16="http://schemas.microsoft.com/office/drawing/2014/main" id="{8F9A2AB9-5F62-45F2-9055-9EDF2B2A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368236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Image Token</a:t>
            </a:r>
          </a:p>
        </p:txBody>
      </p:sp>
      <p:sp>
        <p:nvSpPr>
          <p:cNvPr id="251" name="AI-077-246">
            <a:extLst xmlns:a="http://schemas.openxmlformats.org/drawingml/2006/main">
              <a:ext uri="{FF2B5EF4-FFF2-40B4-BE49-F238E27FC236}">
                <a16:creationId xmlns:a16="http://schemas.microsoft.com/office/drawing/2014/main" id="{77FE7DEF-E446-4812-87F3-4674B456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4040505"/>
            <a:ext cx="5048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9"/>
          </a:solidFill>
          <a:ln xmlns:a="http://schemas.openxmlformats.org/drawingml/2006/main" w="28575">
            <a:solidFill>
              <a:srgbClr val="F5DCAA"/>
            </a:solidFill>
          </a:ln>
        </p:spPr>
      </p:sp>
      <p:sp>
        <p:nvSpPr>
          <p:cNvPr id="252" name="AI-077-247">
            <a:extLst xmlns:a="http://schemas.openxmlformats.org/drawingml/2006/main">
              <a:ext uri="{FF2B5EF4-FFF2-40B4-BE49-F238E27FC236}">
                <a16:creationId xmlns:a16="http://schemas.microsoft.com/office/drawing/2014/main" id="{CDAC93E3-394F-4E85-B00D-A782CBB3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396430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Instr. Token</a:t>
            </a:r>
          </a:p>
        </p:txBody>
      </p:sp>
      <p:sp>
        <p:nvSpPr>
          <p:cNvPr id="253" name="AI-077-248">
            <a:extLst xmlns:a="http://schemas.openxmlformats.org/drawingml/2006/main">
              <a:ext uri="{FF2B5EF4-FFF2-40B4-BE49-F238E27FC236}">
                <a16:creationId xmlns:a16="http://schemas.microsoft.com/office/drawing/2014/main" id="{834E924C-557D-47C8-8380-7095FCA1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4322445"/>
            <a:ext cx="5048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3FB"/>
          </a:solidFill>
          <a:ln xmlns:a="http://schemas.openxmlformats.org/drawingml/2006/main" w="28575">
            <a:solidFill>
              <a:srgbClr val="A994DB"/>
            </a:solidFill>
          </a:ln>
        </p:spPr>
      </p:sp>
      <p:sp>
        <p:nvSpPr>
          <p:cNvPr id="254" name="AI-077-249">
            <a:extLst xmlns:a="http://schemas.openxmlformats.org/drawingml/2006/main">
              <a:ext uri="{FF2B5EF4-FFF2-40B4-BE49-F238E27FC236}">
                <a16:creationId xmlns:a16="http://schemas.microsoft.com/office/drawing/2014/main" id="{235F368C-92ED-41D0-94A5-BA4F18B2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424624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Recon. Token</a:t>
            </a:r>
          </a:p>
        </p:txBody>
      </p:sp>
      <p:sp>
        <p:nvSpPr>
          <p:cNvPr id="255" name="AI-077-250">
            <a:extLst xmlns:a="http://schemas.openxmlformats.org/drawingml/2006/main">
              <a:ext uri="{FF2B5EF4-FFF2-40B4-BE49-F238E27FC236}">
                <a16:creationId xmlns:a16="http://schemas.microsoft.com/office/drawing/2014/main" id="{33E19BF3-3DC0-4748-BD9F-AD0C0BF7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4604385"/>
            <a:ext cx="5048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E8"/>
          </a:solidFill>
          <a:ln xmlns:a="http://schemas.openxmlformats.org/drawingml/2006/main" w="28575">
            <a:solidFill>
              <a:srgbClr val="719F78"/>
            </a:solidFill>
          </a:ln>
        </p:spPr>
      </p:sp>
      <p:sp>
        <p:nvSpPr>
          <p:cNvPr id="256" name="AI-077-251">
            <a:extLst xmlns:a="http://schemas.openxmlformats.org/drawingml/2006/main">
              <a:ext uri="{FF2B5EF4-FFF2-40B4-BE49-F238E27FC236}">
                <a16:creationId xmlns:a16="http://schemas.microsoft.com/office/drawing/2014/main" id="{F2E9B216-68FE-4F5C-952E-8137B47F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452818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 Token</a:t>
            </a:r>
          </a:p>
        </p:txBody>
      </p:sp>
      <p:sp>
        <p:nvSpPr>
          <p:cNvPr id="257" name="AI-077-252">
            <a:extLst xmlns:a="http://schemas.openxmlformats.org/drawingml/2006/main">
              <a:ext uri="{FF2B5EF4-FFF2-40B4-BE49-F238E27FC236}">
                <a16:creationId xmlns:a16="http://schemas.microsoft.com/office/drawing/2014/main" id="{D908B10D-3109-4937-9F0A-F6266016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4886325"/>
            <a:ext cx="5048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3F0"/>
          </a:solidFill>
          <a:ln xmlns:a="http://schemas.openxmlformats.org/drawingml/2006/main" w="28575">
            <a:solidFill>
              <a:srgbClr val="329D94"/>
            </a:solidFill>
          </a:ln>
        </p:spPr>
      </p:sp>
      <p:sp>
        <p:nvSpPr>
          <p:cNvPr id="258" name="AI-077-253">
            <a:extLst xmlns:a="http://schemas.openxmlformats.org/drawingml/2006/main">
              <a:ext uri="{FF2B5EF4-FFF2-40B4-BE49-F238E27FC236}">
                <a16:creationId xmlns:a16="http://schemas.microsoft.com/office/drawing/2014/main" id="{89FC1E14-8431-44F3-970E-8C2C2150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481012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Scene Token</a:t>
            </a:r>
          </a:p>
        </p:txBody>
      </p:sp>
      <p:sp>
        <p:nvSpPr>
          <p:cNvPr id="259" name="AI-077-254">
            <a:extLst xmlns:a="http://schemas.openxmlformats.org/drawingml/2006/main">
              <a:ext uri="{FF2B5EF4-FFF2-40B4-BE49-F238E27FC236}">
                <a16:creationId xmlns:a16="http://schemas.microsoft.com/office/drawing/2014/main" id="{5E0CA44C-163C-422E-8931-367EF9C5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5168265"/>
            <a:ext cx="5048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  <a:prstDash val="dot"/>
          </a:ln>
        </p:spPr>
      </p:sp>
      <p:sp>
        <p:nvSpPr>
          <p:cNvPr id="260" name="AI-077-255">
            <a:extLst xmlns:a="http://schemas.openxmlformats.org/drawingml/2006/main">
              <a:ext uri="{FF2B5EF4-FFF2-40B4-BE49-F238E27FC236}">
                <a16:creationId xmlns:a16="http://schemas.microsoft.com/office/drawing/2014/main" id="{C87F2F67-2352-40BB-8E61-31B8A897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5092065"/>
            <a:ext cx="1609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Noisy Token</a:t>
            </a:r>
          </a:p>
        </p:txBody>
      </p:sp>
      <p:sp>
        <p:nvSpPr>
          <p:cNvPr id="261" name="path-256">
            <a:extLst xmlns:a="http://schemas.openxmlformats.org/drawingml/2006/main">
              <a:ext uri="{FF2B5EF4-FFF2-40B4-BE49-F238E27FC236}">
                <a16:creationId xmlns:a16="http://schemas.microsoft.com/office/drawing/2014/main" id="{7332C7CB-F8A3-4CC0-84F1-FB7D73CB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003" y="5438775"/>
            <a:ext cx="148018" cy="200025"/>
          </a:xfrm>
          <a:custGeom xmlns:a="http://schemas.openxmlformats.org/drawingml/2006/main">
            <a:pathLst>
              <a:path w="148018" h="200025">
                <a:moveTo>
                  <a:pt x="68009" y="0"/>
                </a:moveTo>
                <a:lnTo>
                  <a:pt x="68009" y="70009"/>
                </a:lnTo>
                <a:lnTo>
                  <a:pt x="108014" y="46006"/>
                </a:lnTo>
                <a:lnTo>
                  <a:pt x="144018" y="116014"/>
                </a:lnTo>
                <a:lnTo>
                  <a:pt x="148018" y="158020"/>
                </a:lnTo>
                <a:lnTo>
                  <a:pt x="108014" y="200025"/>
                </a:lnTo>
                <a:lnTo>
                  <a:pt x="42005" y="200025"/>
                </a:lnTo>
                <a:lnTo>
                  <a:pt x="0" y="164021"/>
                </a:lnTo>
                <a:lnTo>
                  <a:pt x="2000" y="116014"/>
                </a:lnTo>
                <a:lnTo>
                  <a:pt x="40005" y="70009"/>
                </a:lnTo>
                <a:close/>
              </a:path>
            </a:pathLst>
          </a:custGeom>
          <a:solidFill xmlns:a="http://schemas.openxmlformats.org/drawingml/2006/main">
            <a:srgbClr val="E97330"/>
          </a:solidFill>
          <a:ln xmlns:a="http://schemas.openxmlformats.org/drawingml/2006/main" w="13335">
            <a:solidFill>
              <a:srgbClr val="5B3525"/>
            </a:solidFill>
          </a:ln>
        </p:spPr>
      </p:sp>
      <p:sp>
        <p:nvSpPr>
          <p:cNvPr id="262" name="path-257">
            <a:extLst xmlns:a="http://schemas.openxmlformats.org/drawingml/2006/main">
              <a:ext uri="{FF2B5EF4-FFF2-40B4-BE49-F238E27FC236}">
                <a16:creationId xmlns:a16="http://schemas.microsoft.com/office/drawing/2014/main" id="{4D6EC47A-5F08-4D8F-8DC0-E582F161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007" y="5544788"/>
            <a:ext cx="68009" cy="82010"/>
          </a:xfrm>
          <a:custGeom xmlns:a="http://schemas.openxmlformats.org/drawingml/2006/main">
            <a:pathLst>
              <a:path w="68009" h="82010">
                <a:moveTo>
                  <a:pt x="28004" y="0"/>
                </a:moveTo>
                <a:lnTo>
                  <a:pt x="58007" y="38005"/>
                </a:lnTo>
                <a:lnTo>
                  <a:pt x="68009" y="78010"/>
                </a:lnTo>
                <a:lnTo>
                  <a:pt x="20003" y="82010"/>
                </a:lnTo>
                <a:lnTo>
                  <a:pt x="0" y="52007"/>
                </a:lnTo>
                <a:close/>
              </a:path>
            </a:pathLst>
          </a:custGeom>
          <a:solidFill xmlns:a="http://schemas.openxmlformats.org/drawingml/2006/main">
            <a:srgbClr val="FBC961"/>
          </a:solidFill>
          <a:ln xmlns:a="http://schemas.openxmlformats.org/drawingml/2006/main" w="0">
            <a:noFill/>
          </a:ln>
        </p:spPr>
      </p:sp>
      <p:sp>
        <p:nvSpPr>
          <p:cNvPr id="263" name="AI-077-258">
            <a:extLst xmlns:a="http://schemas.openxmlformats.org/drawingml/2006/main">
              <a:ext uri="{FF2B5EF4-FFF2-40B4-BE49-F238E27FC236}">
                <a16:creationId xmlns:a16="http://schemas.microsoft.com/office/drawing/2014/main" id="{129A06DF-56EF-4912-94D4-B6B30552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5391150"/>
            <a:ext cx="1533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sp>
        <p:nvSpPr>
          <p:cNvPr id="264" name="line-259">
            <a:extLst xmlns:a="http://schemas.openxmlformats.org/drawingml/2006/main">
              <a:ext uri="{FF2B5EF4-FFF2-40B4-BE49-F238E27FC236}">
                <a16:creationId xmlns:a16="http://schemas.microsoft.com/office/drawing/2014/main" id="{C9870EE8-7A90-4894-87D5-764DE91D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829300"/>
            <a:ext cx="114300" cy="10"/>
          </a:xfrm>
          <a:custGeom xmlns:a="http://schemas.openxmlformats.org/drawingml/2006/main">
            <a:pathLst>
              <a:path w="114300" h="10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265" name="line-260">
            <a:extLst xmlns:a="http://schemas.openxmlformats.org/drawingml/2006/main">
              <a:ext uri="{FF2B5EF4-FFF2-40B4-BE49-F238E27FC236}">
                <a16:creationId xmlns:a16="http://schemas.microsoft.com/office/drawing/2014/main" id="{168C9A95-4BAD-419A-BA90-24FC0818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162" y="5804398"/>
            <a:ext cx="32757" cy="24902"/>
          </a:xfrm>
          <a:custGeom xmlns:a="http://schemas.openxmlformats.org/drawingml/2006/main">
            <a:pathLst>
              <a:path w="32757" h="24902">
                <a:moveTo>
                  <a:pt x="0" y="24902"/>
                </a:moveTo>
                <a:lnTo>
                  <a:pt x="327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66" name="line-261">
            <a:extLst xmlns:a="http://schemas.openxmlformats.org/drawingml/2006/main">
              <a:ext uri="{FF2B5EF4-FFF2-40B4-BE49-F238E27FC236}">
                <a16:creationId xmlns:a16="http://schemas.microsoft.com/office/drawing/2014/main" id="{A2006CD9-0389-4E6B-B145-06B73A74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162" y="5829300"/>
            <a:ext cx="32757" cy="24902"/>
          </a:xfrm>
          <a:custGeom xmlns:a="http://schemas.openxmlformats.org/drawingml/2006/main">
            <a:pathLst>
              <a:path w="32757" h="24902">
                <a:moveTo>
                  <a:pt x="0" y="0"/>
                </a:moveTo>
                <a:lnTo>
                  <a:pt x="32757" y="24902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67" name="line-262">
            <a:extLst xmlns:a="http://schemas.openxmlformats.org/drawingml/2006/main">
              <a:ext uri="{FF2B5EF4-FFF2-40B4-BE49-F238E27FC236}">
                <a16:creationId xmlns:a16="http://schemas.microsoft.com/office/drawing/2014/main" id="{3167BCF6-0BA4-45C5-A9DC-D9EA28BA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829300"/>
            <a:ext cx="57150" cy="98987"/>
          </a:xfrm>
          <a:custGeom xmlns:a="http://schemas.openxmlformats.org/drawingml/2006/main">
            <a:pathLst>
              <a:path w="57150" h="98987">
                <a:moveTo>
                  <a:pt x="0" y="0"/>
                </a:moveTo>
                <a:lnTo>
                  <a:pt x="57150" y="9898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268" name="line-263">
            <a:extLst xmlns:a="http://schemas.openxmlformats.org/drawingml/2006/main">
              <a:ext uri="{FF2B5EF4-FFF2-40B4-BE49-F238E27FC236}">
                <a16:creationId xmlns:a16="http://schemas.microsoft.com/office/drawing/2014/main" id="{30126293-BECF-4291-9957-637F1B52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444" y="5887702"/>
            <a:ext cx="37945" cy="15918"/>
          </a:xfrm>
          <a:custGeom xmlns:a="http://schemas.openxmlformats.org/drawingml/2006/main">
            <a:pathLst>
              <a:path w="37945" h="15918">
                <a:moveTo>
                  <a:pt x="0" y="0"/>
                </a:moveTo>
                <a:lnTo>
                  <a:pt x="37945" y="15918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69" name="line-264">
            <a:extLst xmlns:a="http://schemas.openxmlformats.org/drawingml/2006/main">
              <a:ext uri="{FF2B5EF4-FFF2-40B4-BE49-F238E27FC236}">
                <a16:creationId xmlns:a16="http://schemas.microsoft.com/office/drawing/2014/main" id="{0613D260-8997-4616-8CB5-43F0EC16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256" y="5887702"/>
            <a:ext cx="5187" cy="40820"/>
          </a:xfrm>
          <a:custGeom xmlns:a="http://schemas.openxmlformats.org/drawingml/2006/main">
            <a:pathLst>
              <a:path w="5187" h="40820">
                <a:moveTo>
                  <a:pt x="5187" y="0"/>
                </a:moveTo>
                <a:lnTo>
                  <a:pt x="0" y="4082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70" name="line-265">
            <a:extLst xmlns:a="http://schemas.openxmlformats.org/drawingml/2006/main">
              <a:ext uri="{FF2B5EF4-FFF2-40B4-BE49-F238E27FC236}">
                <a16:creationId xmlns:a16="http://schemas.microsoft.com/office/drawing/2014/main" id="{6A508CB0-7154-429F-AFC0-D77B2FCA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829300"/>
            <a:ext cx="57150" cy="98987"/>
          </a:xfrm>
          <a:custGeom xmlns:a="http://schemas.openxmlformats.org/drawingml/2006/main">
            <a:pathLst>
              <a:path w="57150" h="98987">
                <a:moveTo>
                  <a:pt x="57150" y="0"/>
                </a:moveTo>
                <a:lnTo>
                  <a:pt x="0" y="98987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271" name="line-266">
            <a:extLst xmlns:a="http://schemas.openxmlformats.org/drawingml/2006/main">
              <a:ext uri="{FF2B5EF4-FFF2-40B4-BE49-F238E27FC236}">
                <a16:creationId xmlns:a16="http://schemas.microsoft.com/office/drawing/2014/main" id="{DAB29074-D9F1-469E-A2D7-BFA81F16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8007" y="5887702"/>
            <a:ext cx="5187" cy="40820"/>
          </a:xfrm>
          <a:custGeom xmlns:a="http://schemas.openxmlformats.org/drawingml/2006/main">
            <a:pathLst>
              <a:path w="5187" h="40820">
                <a:moveTo>
                  <a:pt x="0" y="0"/>
                </a:moveTo>
                <a:lnTo>
                  <a:pt x="5187" y="4082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72" name="line-267">
            <a:extLst xmlns:a="http://schemas.openxmlformats.org/drawingml/2006/main">
              <a:ext uri="{FF2B5EF4-FFF2-40B4-BE49-F238E27FC236}">
                <a16:creationId xmlns:a16="http://schemas.microsoft.com/office/drawing/2014/main" id="{BCF38D92-AA2D-4F78-8CD0-E2C6DE06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062" y="5887702"/>
            <a:ext cx="37945" cy="15918"/>
          </a:xfrm>
          <a:custGeom xmlns:a="http://schemas.openxmlformats.org/drawingml/2006/main">
            <a:pathLst>
              <a:path w="37945" h="15918">
                <a:moveTo>
                  <a:pt x="37945" y="0"/>
                </a:moveTo>
                <a:lnTo>
                  <a:pt x="0" y="15918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73" name="line-268">
            <a:extLst xmlns:a="http://schemas.openxmlformats.org/drawingml/2006/main">
              <a:ext uri="{FF2B5EF4-FFF2-40B4-BE49-F238E27FC236}">
                <a16:creationId xmlns:a16="http://schemas.microsoft.com/office/drawing/2014/main" id="{6DF836D7-D321-4899-8CD2-30629542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829300"/>
            <a:ext cx="114300" cy="10"/>
          </a:xfrm>
          <a:custGeom xmlns:a="http://schemas.openxmlformats.org/drawingml/2006/main">
            <a:pathLst>
              <a:path w="114300" h="10">
                <a:moveTo>
                  <a:pt x="1143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274" name="line-269">
            <a:extLst xmlns:a="http://schemas.openxmlformats.org/drawingml/2006/main">
              <a:ext uri="{FF2B5EF4-FFF2-40B4-BE49-F238E27FC236}">
                <a16:creationId xmlns:a16="http://schemas.microsoft.com/office/drawing/2014/main" id="{7F10469A-01BA-4573-A9AD-3D16899E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1531" y="5829300"/>
            <a:ext cx="32757" cy="24902"/>
          </a:xfrm>
          <a:custGeom xmlns:a="http://schemas.openxmlformats.org/drawingml/2006/main">
            <a:pathLst>
              <a:path w="32757" h="24902">
                <a:moveTo>
                  <a:pt x="32757" y="0"/>
                </a:moveTo>
                <a:lnTo>
                  <a:pt x="0" y="24902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75" name="line-270">
            <a:extLst xmlns:a="http://schemas.openxmlformats.org/drawingml/2006/main">
              <a:ext uri="{FF2B5EF4-FFF2-40B4-BE49-F238E27FC236}">
                <a16:creationId xmlns:a16="http://schemas.microsoft.com/office/drawing/2014/main" id="{BFB9C14B-50FD-4E0F-9DF6-7BA47615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1531" y="5804398"/>
            <a:ext cx="32757" cy="24902"/>
          </a:xfrm>
          <a:custGeom xmlns:a="http://schemas.openxmlformats.org/drawingml/2006/main">
            <a:pathLst>
              <a:path w="32757" h="24902">
                <a:moveTo>
                  <a:pt x="32757" y="249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76" name="line-271">
            <a:extLst xmlns:a="http://schemas.openxmlformats.org/drawingml/2006/main">
              <a:ext uri="{FF2B5EF4-FFF2-40B4-BE49-F238E27FC236}">
                <a16:creationId xmlns:a16="http://schemas.microsoft.com/office/drawing/2014/main" id="{10C180ED-6DA0-48AF-85CF-1E31F7EC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730313"/>
            <a:ext cx="57150" cy="98987"/>
          </a:xfrm>
          <a:custGeom xmlns:a="http://schemas.openxmlformats.org/drawingml/2006/main">
            <a:pathLst>
              <a:path w="57150" h="98987">
                <a:moveTo>
                  <a:pt x="57150" y="989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277" name="line-272">
            <a:extLst xmlns:a="http://schemas.openxmlformats.org/drawingml/2006/main">
              <a:ext uri="{FF2B5EF4-FFF2-40B4-BE49-F238E27FC236}">
                <a16:creationId xmlns:a16="http://schemas.microsoft.com/office/drawing/2014/main" id="{0D09349F-636E-4FEF-A274-B49036B3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062" y="5754980"/>
            <a:ext cx="37945" cy="15918"/>
          </a:xfrm>
          <a:custGeom xmlns:a="http://schemas.openxmlformats.org/drawingml/2006/main">
            <a:pathLst>
              <a:path w="37945" h="15918">
                <a:moveTo>
                  <a:pt x="37945" y="159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78" name="line-273">
            <a:extLst xmlns:a="http://schemas.openxmlformats.org/drawingml/2006/main">
              <a:ext uri="{FF2B5EF4-FFF2-40B4-BE49-F238E27FC236}">
                <a16:creationId xmlns:a16="http://schemas.microsoft.com/office/drawing/2014/main" id="{C4300EF8-DC3C-45AE-85FF-BE479AB3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8007" y="5730078"/>
            <a:ext cx="5187" cy="40820"/>
          </a:xfrm>
          <a:custGeom xmlns:a="http://schemas.openxmlformats.org/drawingml/2006/main">
            <a:pathLst>
              <a:path w="5187" h="40820">
                <a:moveTo>
                  <a:pt x="0" y="40820"/>
                </a:moveTo>
                <a:lnTo>
                  <a:pt x="51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79" name="line-274">
            <a:extLst xmlns:a="http://schemas.openxmlformats.org/drawingml/2006/main">
              <a:ext uri="{FF2B5EF4-FFF2-40B4-BE49-F238E27FC236}">
                <a16:creationId xmlns:a16="http://schemas.microsoft.com/office/drawing/2014/main" id="{EF5CB0CC-0CA2-4B11-948D-41624115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730313"/>
            <a:ext cx="57150" cy="98987"/>
          </a:xfrm>
          <a:custGeom xmlns:a="http://schemas.openxmlformats.org/drawingml/2006/main">
            <a:pathLst>
              <a:path w="57150" h="98987">
                <a:moveTo>
                  <a:pt x="0" y="98987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164755"/>
            </a:solidFill>
          </a:ln>
        </p:spPr>
      </p:sp>
      <p:sp>
        <p:nvSpPr>
          <p:cNvPr id="280" name="line-275">
            <a:extLst xmlns:a="http://schemas.openxmlformats.org/drawingml/2006/main">
              <a:ext uri="{FF2B5EF4-FFF2-40B4-BE49-F238E27FC236}">
                <a16:creationId xmlns:a16="http://schemas.microsoft.com/office/drawing/2014/main" id="{3DB6FE22-E7CC-4904-8140-31C24C6D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256" y="5730078"/>
            <a:ext cx="5187" cy="40820"/>
          </a:xfrm>
          <a:custGeom xmlns:a="http://schemas.openxmlformats.org/drawingml/2006/main">
            <a:pathLst>
              <a:path w="5187" h="40820">
                <a:moveTo>
                  <a:pt x="5187" y="4082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81" name="line-276">
            <a:extLst xmlns:a="http://schemas.openxmlformats.org/drawingml/2006/main">
              <a:ext uri="{FF2B5EF4-FFF2-40B4-BE49-F238E27FC236}">
                <a16:creationId xmlns:a16="http://schemas.microsoft.com/office/drawing/2014/main" id="{0F1FC2E9-D3BE-499E-B70F-A5944202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5444" y="5754980"/>
            <a:ext cx="37945" cy="15918"/>
          </a:xfrm>
          <a:custGeom xmlns:a="http://schemas.openxmlformats.org/drawingml/2006/main">
            <a:pathLst>
              <a:path w="37945" h="15918">
                <a:moveTo>
                  <a:pt x="0" y="15918"/>
                </a:moveTo>
                <a:lnTo>
                  <a:pt x="379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164755"/>
            </a:solidFill>
          </a:ln>
        </p:spPr>
      </p:sp>
      <p:sp>
        <p:nvSpPr>
          <p:cNvPr id="282" name="AI-077-277">
            <a:extLst xmlns:a="http://schemas.openxmlformats.org/drawingml/2006/main">
              <a:ext uri="{FF2B5EF4-FFF2-40B4-BE49-F238E27FC236}">
                <a16:creationId xmlns:a16="http://schemas.microsoft.com/office/drawing/2014/main" id="{7CD5C8A6-25C4-43E6-844C-6F4A71FD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5686425"/>
            <a:ext cx="147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</p:spTree>
    <p:extLst>
      <p:ext uri="{BB962C8B-B14F-4D97-AF65-F5344CB8AC3E}">
        <p14:creationId xmlns:p14="http://schemas.microsoft.com/office/powerpoint/2010/main" val="996127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2026-09-08T04:09:59.3250000Z</dcterms:created>
  <dcterms:modified xsi:type="dcterms:W3CDTF">2026-09-08T04:09:59.3250000Z</dcterms:modified>
</coreProperties>
</file>